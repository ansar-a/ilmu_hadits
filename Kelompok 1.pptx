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26"/>
  </p:notesMasterIdLst>
  <p:sldIdLst>
    <p:sldId id="256" r:id="rId3"/>
    <p:sldId id="259" r:id="rId4"/>
    <p:sldId id="278" r:id="rId5"/>
    <p:sldId id="306" r:id="rId6"/>
    <p:sldId id="307" r:id="rId7"/>
    <p:sldId id="308" r:id="rId8"/>
    <p:sldId id="323" r:id="rId9"/>
    <p:sldId id="309" r:id="rId10"/>
    <p:sldId id="310" r:id="rId11"/>
    <p:sldId id="311" r:id="rId12"/>
    <p:sldId id="312" r:id="rId13"/>
    <p:sldId id="313" r:id="rId14"/>
    <p:sldId id="314" r:id="rId15"/>
    <p:sldId id="315" r:id="rId16"/>
    <p:sldId id="316" r:id="rId17"/>
    <p:sldId id="317" r:id="rId18"/>
    <p:sldId id="318" r:id="rId19"/>
    <p:sldId id="319" r:id="rId20"/>
    <p:sldId id="320" r:id="rId21"/>
    <p:sldId id="321" r:id="rId22"/>
    <p:sldId id="322" r:id="rId23"/>
    <p:sldId id="257" r:id="rId24"/>
    <p:sldId id="303" r:id="rId25"/>
  </p:sldIdLst>
  <p:sldSz cx="9144000" cy="5143500" type="screen16x9"/>
  <p:notesSz cx="6858000" cy="9144000"/>
  <p:embeddedFontLst>
    <p:embeddedFont>
      <p:font typeface="Kodchasan" panose="020B0604020202020204" charset="-34"/>
      <p:regular r:id="rId27"/>
      <p:bold r:id="rId28"/>
      <p:italic r:id="rId29"/>
      <p:boldItalic r:id="rId30"/>
    </p:embeddedFont>
    <p:embeddedFont>
      <p:font typeface="Proxima Nova" panose="020B0604020202020204" charset="0"/>
      <p:regular r:id="rId31"/>
      <p:bold r:id="rId32"/>
      <p:italic r:id="rId33"/>
      <p:boldItalic r:id="rId34"/>
    </p:embeddedFont>
    <p:embeddedFont>
      <p:font typeface="Proxima Nova Semibold" panose="020B0604020202020204" charset="0"/>
      <p:regular r:id="rId35"/>
      <p:bold r:id="rId36"/>
      <p:boldItalic r:id="rId37"/>
    </p:embeddedFont>
    <p:embeddedFont>
      <p:font typeface="Sanchez" panose="020B0604020202020204" charset="0"/>
      <p:regular r:id="rId38"/>
      <p:italic r:id="rId39"/>
    </p:embeddedFont>
    <p:embeddedFont>
      <p:font typeface="Taviraj" panose="020B0604020202020204" charset="-34"/>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F532D11-A49F-4A32-BAC4-818244D02689}">
  <a:tblStyle styleId="{6F532D11-A49F-4A32-BAC4-818244D0268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C4C2D1E-EE0A-4B10-93CF-C81862D684B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1" d="100"/>
          <a:sy n="71" d="100"/>
        </p:scale>
        <p:origin x="1272"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19.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a5c402594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3" name="Google Shape;1033;ga5c402594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ga712b607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3" name="Google Shape;1133;ga712b607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36126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2955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5700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1"/>
        <p:cNvGrpSpPr/>
        <p:nvPr/>
      </p:nvGrpSpPr>
      <p:grpSpPr>
        <a:xfrm>
          <a:off x="0" y="0"/>
          <a:ext cx="0" cy="0"/>
          <a:chOff x="0" y="0"/>
          <a:chExt cx="0" cy="0"/>
        </a:xfrm>
      </p:grpSpPr>
      <p:sp>
        <p:nvSpPr>
          <p:cNvPr id="1132" name="Google Shape;1132;ga712b607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3" name="Google Shape;1133;ga712b607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7646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7096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4018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96588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16167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846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65478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10787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678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7276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89076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25977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3841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8848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gb09ba95993_0_1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0" name="Google Shape;1880;gb09ba95993_0_1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95792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5413dc4d9d_0_8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5413dc4d9d_0_8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8"/>
        <p:cNvGrpSpPr/>
        <p:nvPr/>
      </p:nvGrpSpPr>
      <p:grpSpPr>
        <a:xfrm>
          <a:off x="0" y="0"/>
          <a:ext cx="0" cy="0"/>
          <a:chOff x="0" y="0"/>
          <a:chExt cx="0" cy="0"/>
        </a:xfrm>
      </p:grpSpPr>
      <p:sp>
        <p:nvSpPr>
          <p:cNvPr id="12589" name="Google Shape;12589;gb0add3baaf_2_10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90" name="Google Shape;12590;gb0add3baaf_2_103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990725" y="1437700"/>
            <a:ext cx="5166300" cy="1719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1986675" y="3193725"/>
            <a:ext cx="5166300" cy="512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atin typeface="Kodchasan"/>
                <a:ea typeface="Kodchasan"/>
                <a:cs typeface="Kodchasan"/>
                <a:sym typeface="Kodchasan"/>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body" idx="1"/>
          </p:nvPr>
        </p:nvSpPr>
        <p:spPr>
          <a:xfrm>
            <a:off x="720000" y="1124926"/>
            <a:ext cx="7725900" cy="34872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1"/>
              </a:buClr>
              <a:buSzPts val="1400"/>
              <a:buFont typeface="Roboto"/>
              <a:buAutoNum type="arabicPeriod"/>
              <a:defRPr/>
            </a:lvl1pPr>
            <a:lvl2pPr marL="914400" lvl="1" indent="-317500" rtl="0">
              <a:lnSpc>
                <a:spcPct val="100000"/>
              </a:lnSpc>
              <a:spcBef>
                <a:spcPts val="0"/>
              </a:spcBef>
              <a:spcAft>
                <a:spcPts val="0"/>
              </a:spcAft>
              <a:buSzPts val="1400"/>
              <a:buAutoNum type="alphaLcPeriod"/>
              <a:defRPr/>
            </a:lvl2pPr>
            <a:lvl3pPr marL="1371600" lvl="2" indent="-317500" rtl="0">
              <a:lnSpc>
                <a:spcPct val="100000"/>
              </a:lnSpc>
              <a:spcBef>
                <a:spcPts val="0"/>
              </a:spcBef>
              <a:spcAft>
                <a:spcPts val="0"/>
              </a:spcAft>
              <a:buSzPts val="1400"/>
              <a:buAutoNum type="romanLcPeriod"/>
              <a:defRPr/>
            </a:lvl3pPr>
            <a:lvl4pPr marL="1828800" lvl="3" indent="-317500" rtl="0">
              <a:lnSpc>
                <a:spcPct val="100000"/>
              </a:lnSpc>
              <a:spcBef>
                <a:spcPts val="0"/>
              </a:spcBef>
              <a:spcAft>
                <a:spcPts val="0"/>
              </a:spcAft>
              <a:buSzPts val="1400"/>
              <a:buAutoNum type="arabicPeriod"/>
              <a:defRPr/>
            </a:lvl4pPr>
            <a:lvl5pPr marL="2286000" lvl="4" indent="-317500" rtl="0">
              <a:lnSpc>
                <a:spcPct val="100000"/>
              </a:lnSpc>
              <a:spcBef>
                <a:spcPts val="0"/>
              </a:spcBef>
              <a:spcAft>
                <a:spcPts val="0"/>
              </a:spcAft>
              <a:buSzPts val="1400"/>
              <a:buAutoNum type="alphaLcPeriod"/>
              <a:defRPr/>
            </a:lvl5pPr>
            <a:lvl6pPr marL="2743200" lvl="5" indent="-317500" rtl="0">
              <a:lnSpc>
                <a:spcPct val="100000"/>
              </a:lnSpc>
              <a:spcBef>
                <a:spcPts val="0"/>
              </a:spcBef>
              <a:spcAft>
                <a:spcPts val="0"/>
              </a:spcAft>
              <a:buSzPts val="1400"/>
              <a:buAutoNum type="romanLcPeriod"/>
              <a:defRPr/>
            </a:lvl6pPr>
            <a:lvl7pPr marL="3200400" lvl="6" indent="-317500" rtl="0">
              <a:lnSpc>
                <a:spcPct val="100000"/>
              </a:lnSpc>
              <a:spcBef>
                <a:spcPts val="0"/>
              </a:spcBef>
              <a:spcAft>
                <a:spcPts val="0"/>
              </a:spcAft>
              <a:buSzPts val="1400"/>
              <a:buAutoNum type="arabicPeriod"/>
              <a:defRPr/>
            </a:lvl7pPr>
            <a:lvl8pPr marL="3657600" lvl="7" indent="-317500" rtl="0">
              <a:lnSpc>
                <a:spcPct val="100000"/>
              </a:lnSpc>
              <a:spcBef>
                <a:spcPts val="0"/>
              </a:spcBef>
              <a:spcAft>
                <a:spcPts val="0"/>
              </a:spcAft>
              <a:buSzPts val="1400"/>
              <a:buAutoNum type="alphaLcPeriod"/>
              <a:defRPr/>
            </a:lvl8pPr>
            <a:lvl9pPr marL="4114800" lvl="8" indent="-317500" rtl="0">
              <a:lnSpc>
                <a:spcPct val="100000"/>
              </a:lnSpc>
              <a:spcBef>
                <a:spcPts val="0"/>
              </a:spcBef>
              <a:spcAft>
                <a:spcPts val="0"/>
              </a:spcAft>
              <a:buSzPts val="1400"/>
              <a:buAutoNum type="romanLcPeriod"/>
              <a:defRPr/>
            </a:lvl9pPr>
          </a:lstStyle>
          <a:p>
            <a:endParaRPr/>
          </a:p>
        </p:txBody>
      </p:sp>
      <p:sp>
        <p:nvSpPr>
          <p:cNvPr id="17" name="Google Shape;17;p4"/>
          <p:cNvSpPr txBox="1">
            <a:spLocks noGrp="1"/>
          </p:cNvSpPr>
          <p:nvPr>
            <p:ph type="title"/>
          </p:nvPr>
        </p:nvSpPr>
        <p:spPr>
          <a:xfrm>
            <a:off x="713225" y="360397"/>
            <a:ext cx="77328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atin typeface="Kodchasan"/>
                <a:ea typeface="Kodchasan"/>
                <a:cs typeface="Kodchasan"/>
                <a:sym typeface="Kodchasan"/>
              </a:defRPr>
            </a:lvl2pPr>
            <a:lvl3pPr lvl="2" rtl="0">
              <a:spcBef>
                <a:spcPts val="0"/>
              </a:spcBef>
              <a:spcAft>
                <a:spcPts val="0"/>
              </a:spcAft>
              <a:buSzPts val="2800"/>
              <a:buNone/>
              <a:defRPr>
                <a:latin typeface="Kodchasan"/>
                <a:ea typeface="Kodchasan"/>
                <a:cs typeface="Kodchasan"/>
                <a:sym typeface="Kodchasan"/>
              </a:defRPr>
            </a:lvl3pPr>
            <a:lvl4pPr lvl="3" rtl="0">
              <a:spcBef>
                <a:spcPts val="0"/>
              </a:spcBef>
              <a:spcAft>
                <a:spcPts val="0"/>
              </a:spcAft>
              <a:buSzPts val="2800"/>
              <a:buNone/>
              <a:defRPr>
                <a:latin typeface="Kodchasan"/>
                <a:ea typeface="Kodchasan"/>
                <a:cs typeface="Kodchasan"/>
                <a:sym typeface="Kodchasan"/>
              </a:defRPr>
            </a:lvl4pPr>
            <a:lvl5pPr lvl="4" rtl="0">
              <a:spcBef>
                <a:spcPts val="0"/>
              </a:spcBef>
              <a:spcAft>
                <a:spcPts val="0"/>
              </a:spcAft>
              <a:buSzPts val="2800"/>
              <a:buNone/>
              <a:defRPr>
                <a:latin typeface="Kodchasan"/>
                <a:ea typeface="Kodchasan"/>
                <a:cs typeface="Kodchasan"/>
                <a:sym typeface="Kodchasan"/>
              </a:defRPr>
            </a:lvl5pPr>
            <a:lvl6pPr lvl="5" rtl="0">
              <a:spcBef>
                <a:spcPts val="0"/>
              </a:spcBef>
              <a:spcAft>
                <a:spcPts val="0"/>
              </a:spcAft>
              <a:buSzPts val="2800"/>
              <a:buNone/>
              <a:defRPr>
                <a:latin typeface="Kodchasan"/>
                <a:ea typeface="Kodchasan"/>
                <a:cs typeface="Kodchasan"/>
                <a:sym typeface="Kodchasan"/>
              </a:defRPr>
            </a:lvl6pPr>
            <a:lvl7pPr lvl="6" rtl="0">
              <a:spcBef>
                <a:spcPts val="0"/>
              </a:spcBef>
              <a:spcAft>
                <a:spcPts val="0"/>
              </a:spcAft>
              <a:buSzPts val="2800"/>
              <a:buNone/>
              <a:defRPr>
                <a:latin typeface="Kodchasan"/>
                <a:ea typeface="Kodchasan"/>
                <a:cs typeface="Kodchasan"/>
                <a:sym typeface="Kodchasan"/>
              </a:defRPr>
            </a:lvl7pPr>
            <a:lvl8pPr lvl="7" rtl="0">
              <a:spcBef>
                <a:spcPts val="0"/>
              </a:spcBef>
              <a:spcAft>
                <a:spcPts val="0"/>
              </a:spcAft>
              <a:buSzPts val="2800"/>
              <a:buNone/>
              <a:defRPr>
                <a:latin typeface="Kodchasan"/>
                <a:ea typeface="Kodchasan"/>
                <a:cs typeface="Kodchasan"/>
                <a:sym typeface="Kodchasan"/>
              </a:defRPr>
            </a:lvl8pPr>
            <a:lvl9pPr lvl="8" rtl="0">
              <a:spcBef>
                <a:spcPts val="0"/>
              </a:spcBef>
              <a:spcAft>
                <a:spcPts val="0"/>
              </a:spcAft>
              <a:buSzPts val="2800"/>
              <a:buNone/>
              <a:defRPr>
                <a:latin typeface="Kodchasan"/>
                <a:ea typeface="Kodchasan"/>
                <a:cs typeface="Kodchasan"/>
                <a:sym typeface="Kodchasan"/>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38"/>
        <p:cNvGrpSpPr/>
        <p:nvPr/>
      </p:nvGrpSpPr>
      <p:grpSpPr>
        <a:xfrm>
          <a:off x="0" y="0"/>
          <a:ext cx="0" cy="0"/>
          <a:chOff x="0" y="0"/>
          <a:chExt cx="0" cy="0"/>
        </a:xfrm>
      </p:grpSpPr>
      <p:grpSp>
        <p:nvGrpSpPr>
          <p:cNvPr id="339" name="Google Shape;339;p9"/>
          <p:cNvGrpSpPr/>
          <p:nvPr/>
        </p:nvGrpSpPr>
        <p:grpSpPr>
          <a:xfrm>
            <a:off x="9" y="479723"/>
            <a:ext cx="4811899" cy="4649000"/>
            <a:chOff x="9" y="479723"/>
            <a:chExt cx="4811899" cy="4649000"/>
          </a:xfrm>
        </p:grpSpPr>
        <p:sp>
          <p:nvSpPr>
            <p:cNvPr id="340" name="Google Shape;340;p9"/>
            <p:cNvSpPr/>
            <p:nvPr/>
          </p:nvSpPr>
          <p:spPr>
            <a:xfrm>
              <a:off x="2889788" y="3734204"/>
              <a:ext cx="478740" cy="464744"/>
            </a:xfrm>
            <a:custGeom>
              <a:avLst/>
              <a:gdLst/>
              <a:ahLst/>
              <a:cxnLst/>
              <a:rect l="l" t="t" r="r" b="b"/>
              <a:pathLst>
                <a:path w="15050" h="14610" extrusionOk="0">
                  <a:moveTo>
                    <a:pt x="4882" y="1274"/>
                  </a:moveTo>
                  <a:lnTo>
                    <a:pt x="7096" y="2512"/>
                  </a:lnTo>
                  <a:lnTo>
                    <a:pt x="7096" y="6311"/>
                  </a:lnTo>
                  <a:lnTo>
                    <a:pt x="4251" y="3560"/>
                  </a:lnTo>
                  <a:lnTo>
                    <a:pt x="4882" y="1274"/>
                  </a:lnTo>
                  <a:close/>
                  <a:moveTo>
                    <a:pt x="10025" y="1238"/>
                  </a:moveTo>
                  <a:lnTo>
                    <a:pt x="10680" y="3632"/>
                  </a:lnTo>
                  <a:lnTo>
                    <a:pt x="7918" y="6311"/>
                  </a:lnTo>
                  <a:lnTo>
                    <a:pt x="7918" y="2405"/>
                  </a:lnTo>
                  <a:lnTo>
                    <a:pt x="7930" y="2405"/>
                  </a:lnTo>
                  <a:lnTo>
                    <a:pt x="10025" y="1238"/>
                  </a:lnTo>
                  <a:close/>
                  <a:moveTo>
                    <a:pt x="3727" y="4215"/>
                  </a:moveTo>
                  <a:lnTo>
                    <a:pt x="6501" y="6894"/>
                  </a:lnTo>
                  <a:lnTo>
                    <a:pt x="2489" y="6894"/>
                  </a:lnTo>
                  <a:lnTo>
                    <a:pt x="1262" y="4846"/>
                  </a:lnTo>
                  <a:lnTo>
                    <a:pt x="3727" y="4215"/>
                  </a:lnTo>
                  <a:close/>
                  <a:moveTo>
                    <a:pt x="11371" y="4132"/>
                  </a:moveTo>
                  <a:lnTo>
                    <a:pt x="13704" y="4751"/>
                  </a:lnTo>
                  <a:lnTo>
                    <a:pt x="12430" y="6894"/>
                  </a:lnTo>
                  <a:lnTo>
                    <a:pt x="8525" y="6894"/>
                  </a:lnTo>
                  <a:lnTo>
                    <a:pt x="11371" y="4132"/>
                  </a:lnTo>
                  <a:close/>
                  <a:moveTo>
                    <a:pt x="12550" y="7704"/>
                  </a:moveTo>
                  <a:lnTo>
                    <a:pt x="13764" y="9751"/>
                  </a:lnTo>
                  <a:lnTo>
                    <a:pt x="11299" y="10382"/>
                  </a:lnTo>
                  <a:lnTo>
                    <a:pt x="8525" y="7704"/>
                  </a:lnTo>
                  <a:close/>
                  <a:moveTo>
                    <a:pt x="6513" y="7704"/>
                  </a:moveTo>
                  <a:lnTo>
                    <a:pt x="3656" y="10466"/>
                  </a:lnTo>
                  <a:lnTo>
                    <a:pt x="1322" y="9847"/>
                  </a:lnTo>
                  <a:lnTo>
                    <a:pt x="2596" y="7704"/>
                  </a:lnTo>
                  <a:close/>
                  <a:moveTo>
                    <a:pt x="7930" y="8287"/>
                  </a:moveTo>
                  <a:lnTo>
                    <a:pt x="10776" y="11037"/>
                  </a:lnTo>
                  <a:lnTo>
                    <a:pt x="10144" y="13323"/>
                  </a:lnTo>
                  <a:lnTo>
                    <a:pt x="7930" y="12085"/>
                  </a:lnTo>
                  <a:lnTo>
                    <a:pt x="7930" y="8287"/>
                  </a:lnTo>
                  <a:close/>
                  <a:moveTo>
                    <a:pt x="7108" y="8287"/>
                  </a:moveTo>
                  <a:lnTo>
                    <a:pt x="7108" y="12192"/>
                  </a:lnTo>
                  <a:lnTo>
                    <a:pt x="7096" y="12192"/>
                  </a:lnTo>
                  <a:lnTo>
                    <a:pt x="5001" y="13359"/>
                  </a:lnTo>
                  <a:lnTo>
                    <a:pt x="4346" y="10966"/>
                  </a:lnTo>
                  <a:lnTo>
                    <a:pt x="7108" y="8287"/>
                  </a:lnTo>
                  <a:close/>
                  <a:moveTo>
                    <a:pt x="10585" y="0"/>
                  </a:moveTo>
                  <a:lnTo>
                    <a:pt x="9823" y="417"/>
                  </a:lnTo>
                  <a:lnTo>
                    <a:pt x="7430" y="1750"/>
                  </a:lnTo>
                  <a:lnTo>
                    <a:pt x="5120" y="465"/>
                  </a:lnTo>
                  <a:lnTo>
                    <a:pt x="4358" y="48"/>
                  </a:lnTo>
                  <a:lnTo>
                    <a:pt x="4132" y="857"/>
                  </a:lnTo>
                  <a:lnTo>
                    <a:pt x="3417" y="3453"/>
                  </a:lnTo>
                  <a:lnTo>
                    <a:pt x="846" y="4120"/>
                  </a:lnTo>
                  <a:lnTo>
                    <a:pt x="0" y="4346"/>
                  </a:lnTo>
                  <a:lnTo>
                    <a:pt x="429" y="5072"/>
                  </a:lnTo>
                  <a:lnTo>
                    <a:pt x="1810" y="7394"/>
                  </a:lnTo>
                  <a:lnTo>
                    <a:pt x="477" y="9644"/>
                  </a:lnTo>
                  <a:lnTo>
                    <a:pt x="48" y="10371"/>
                  </a:lnTo>
                  <a:lnTo>
                    <a:pt x="893" y="10597"/>
                  </a:lnTo>
                  <a:lnTo>
                    <a:pt x="3560" y="11299"/>
                  </a:lnTo>
                  <a:lnTo>
                    <a:pt x="4239" y="13800"/>
                  </a:lnTo>
                  <a:lnTo>
                    <a:pt x="4465" y="14609"/>
                  </a:lnTo>
                  <a:lnTo>
                    <a:pt x="5227" y="14192"/>
                  </a:lnTo>
                  <a:lnTo>
                    <a:pt x="7620" y="12859"/>
                  </a:lnTo>
                  <a:lnTo>
                    <a:pt x="9930" y="14157"/>
                  </a:lnTo>
                  <a:lnTo>
                    <a:pt x="10680" y="14573"/>
                  </a:lnTo>
                  <a:lnTo>
                    <a:pt x="10906" y="13752"/>
                  </a:lnTo>
                  <a:lnTo>
                    <a:pt x="11621" y="11156"/>
                  </a:lnTo>
                  <a:lnTo>
                    <a:pt x="14193" y="10490"/>
                  </a:lnTo>
                  <a:lnTo>
                    <a:pt x="15050" y="10263"/>
                  </a:lnTo>
                  <a:lnTo>
                    <a:pt x="14609" y="9537"/>
                  </a:lnTo>
                  <a:lnTo>
                    <a:pt x="13228" y="7215"/>
                  </a:lnTo>
                  <a:lnTo>
                    <a:pt x="14574" y="4965"/>
                  </a:lnTo>
                  <a:lnTo>
                    <a:pt x="15002" y="4239"/>
                  </a:lnTo>
                  <a:lnTo>
                    <a:pt x="14157" y="4013"/>
                  </a:lnTo>
                  <a:lnTo>
                    <a:pt x="11490" y="3322"/>
                  </a:lnTo>
                  <a:lnTo>
                    <a:pt x="10799"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9"/>
            <p:cNvSpPr/>
            <p:nvPr/>
          </p:nvSpPr>
          <p:spPr>
            <a:xfrm>
              <a:off x="2889788" y="3269110"/>
              <a:ext cx="478740" cy="465126"/>
            </a:xfrm>
            <a:custGeom>
              <a:avLst/>
              <a:gdLst/>
              <a:ahLst/>
              <a:cxnLst/>
              <a:rect l="l" t="t" r="r" b="b"/>
              <a:pathLst>
                <a:path w="15050" h="14622" extrusionOk="0">
                  <a:moveTo>
                    <a:pt x="4882" y="1286"/>
                  </a:moveTo>
                  <a:lnTo>
                    <a:pt x="7096" y="2525"/>
                  </a:lnTo>
                  <a:lnTo>
                    <a:pt x="7096" y="6311"/>
                  </a:lnTo>
                  <a:lnTo>
                    <a:pt x="4251" y="3560"/>
                  </a:lnTo>
                  <a:lnTo>
                    <a:pt x="4882" y="1286"/>
                  </a:lnTo>
                  <a:close/>
                  <a:moveTo>
                    <a:pt x="10025" y="1239"/>
                  </a:moveTo>
                  <a:lnTo>
                    <a:pt x="10680" y="3632"/>
                  </a:lnTo>
                  <a:lnTo>
                    <a:pt x="7918" y="6311"/>
                  </a:lnTo>
                  <a:lnTo>
                    <a:pt x="7918" y="2417"/>
                  </a:lnTo>
                  <a:lnTo>
                    <a:pt x="7930" y="2417"/>
                  </a:lnTo>
                  <a:lnTo>
                    <a:pt x="10025" y="1239"/>
                  </a:lnTo>
                  <a:close/>
                  <a:moveTo>
                    <a:pt x="3727" y="4215"/>
                  </a:moveTo>
                  <a:lnTo>
                    <a:pt x="6501" y="6894"/>
                  </a:lnTo>
                  <a:lnTo>
                    <a:pt x="2489" y="6894"/>
                  </a:lnTo>
                  <a:lnTo>
                    <a:pt x="1262" y="4858"/>
                  </a:lnTo>
                  <a:lnTo>
                    <a:pt x="3727" y="4215"/>
                  </a:lnTo>
                  <a:close/>
                  <a:moveTo>
                    <a:pt x="11371" y="4144"/>
                  </a:moveTo>
                  <a:lnTo>
                    <a:pt x="13704" y="4751"/>
                  </a:lnTo>
                  <a:lnTo>
                    <a:pt x="12430" y="6894"/>
                  </a:lnTo>
                  <a:lnTo>
                    <a:pt x="8525" y="6894"/>
                  </a:lnTo>
                  <a:lnTo>
                    <a:pt x="11371" y="4144"/>
                  </a:lnTo>
                  <a:close/>
                  <a:moveTo>
                    <a:pt x="12550" y="7716"/>
                  </a:moveTo>
                  <a:lnTo>
                    <a:pt x="13764" y="9752"/>
                  </a:lnTo>
                  <a:lnTo>
                    <a:pt x="11299" y="10395"/>
                  </a:lnTo>
                  <a:lnTo>
                    <a:pt x="8525" y="7716"/>
                  </a:lnTo>
                  <a:close/>
                  <a:moveTo>
                    <a:pt x="6513" y="7728"/>
                  </a:moveTo>
                  <a:lnTo>
                    <a:pt x="3656" y="10478"/>
                  </a:lnTo>
                  <a:lnTo>
                    <a:pt x="1322" y="9871"/>
                  </a:lnTo>
                  <a:lnTo>
                    <a:pt x="2596" y="7728"/>
                  </a:lnTo>
                  <a:close/>
                  <a:moveTo>
                    <a:pt x="7930" y="8299"/>
                  </a:moveTo>
                  <a:lnTo>
                    <a:pt x="10776" y="11049"/>
                  </a:lnTo>
                  <a:lnTo>
                    <a:pt x="10144" y="13323"/>
                  </a:lnTo>
                  <a:lnTo>
                    <a:pt x="7930" y="12085"/>
                  </a:lnTo>
                  <a:lnTo>
                    <a:pt x="7930" y="8299"/>
                  </a:lnTo>
                  <a:close/>
                  <a:moveTo>
                    <a:pt x="7108" y="8299"/>
                  </a:moveTo>
                  <a:lnTo>
                    <a:pt x="7108" y="12192"/>
                  </a:lnTo>
                  <a:lnTo>
                    <a:pt x="7096" y="12192"/>
                  </a:lnTo>
                  <a:lnTo>
                    <a:pt x="5001" y="13371"/>
                  </a:lnTo>
                  <a:lnTo>
                    <a:pt x="4346" y="10978"/>
                  </a:lnTo>
                  <a:lnTo>
                    <a:pt x="7108" y="8299"/>
                  </a:lnTo>
                  <a:close/>
                  <a:moveTo>
                    <a:pt x="10585" y="0"/>
                  </a:moveTo>
                  <a:lnTo>
                    <a:pt x="9823" y="417"/>
                  </a:lnTo>
                  <a:lnTo>
                    <a:pt x="7430" y="1763"/>
                  </a:lnTo>
                  <a:lnTo>
                    <a:pt x="5120" y="465"/>
                  </a:lnTo>
                  <a:lnTo>
                    <a:pt x="4358" y="48"/>
                  </a:lnTo>
                  <a:lnTo>
                    <a:pt x="4132" y="870"/>
                  </a:lnTo>
                  <a:lnTo>
                    <a:pt x="3417" y="3453"/>
                  </a:lnTo>
                  <a:lnTo>
                    <a:pt x="846" y="4132"/>
                  </a:lnTo>
                  <a:lnTo>
                    <a:pt x="0" y="4346"/>
                  </a:lnTo>
                  <a:lnTo>
                    <a:pt x="429" y="5084"/>
                  </a:lnTo>
                  <a:lnTo>
                    <a:pt x="1810" y="7406"/>
                  </a:lnTo>
                  <a:lnTo>
                    <a:pt x="477" y="9644"/>
                  </a:lnTo>
                  <a:lnTo>
                    <a:pt x="48" y="10383"/>
                  </a:lnTo>
                  <a:lnTo>
                    <a:pt x="893" y="10597"/>
                  </a:lnTo>
                  <a:lnTo>
                    <a:pt x="3560" y="11299"/>
                  </a:lnTo>
                  <a:lnTo>
                    <a:pt x="4239" y="13800"/>
                  </a:lnTo>
                  <a:lnTo>
                    <a:pt x="4465" y="14621"/>
                  </a:lnTo>
                  <a:lnTo>
                    <a:pt x="5227" y="14205"/>
                  </a:lnTo>
                  <a:lnTo>
                    <a:pt x="7620" y="12859"/>
                  </a:lnTo>
                  <a:lnTo>
                    <a:pt x="9930" y="14157"/>
                  </a:lnTo>
                  <a:lnTo>
                    <a:pt x="10680" y="14574"/>
                  </a:lnTo>
                  <a:lnTo>
                    <a:pt x="10906" y="13752"/>
                  </a:lnTo>
                  <a:lnTo>
                    <a:pt x="11621" y="11168"/>
                  </a:lnTo>
                  <a:lnTo>
                    <a:pt x="14193" y="10502"/>
                  </a:lnTo>
                  <a:lnTo>
                    <a:pt x="15050" y="10275"/>
                  </a:lnTo>
                  <a:lnTo>
                    <a:pt x="14609" y="9549"/>
                  </a:lnTo>
                  <a:lnTo>
                    <a:pt x="13228" y="7227"/>
                  </a:lnTo>
                  <a:lnTo>
                    <a:pt x="14574" y="4977"/>
                  </a:lnTo>
                  <a:lnTo>
                    <a:pt x="15002" y="4251"/>
                  </a:lnTo>
                  <a:lnTo>
                    <a:pt x="14157" y="4025"/>
                  </a:lnTo>
                  <a:lnTo>
                    <a:pt x="11490" y="3322"/>
                  </a:lnTo>
                  <a:lnTo>
                    <a:pt x="10799"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9"/>
            <p:cNvSpPr/>
            <p:nvPr/>
          </p:nvSpPr>
          <p:spPr>
            <a:xfrm>
              <a:off x="2889788" y="4198916"/>
              <a:ext cx="478740" cy="465094"/>
            </a:xfrm>
            <a:custGeom>
              <a:avLst/>
              <a:gdLst/>
              <a:ahLst/>
              <a:cxnLst/>
              <a:rect l="l" t="t" r="r" b="b"/>
              <a:pathLst>
                <a:path w="15050" h="14621" extrusionOk="0">
                  <a:moveTo>
                    <a:pt x="4882" y="1286"/>
                  </a:moveTo>
                  <a:lnTo>
                    <a:pt x="7096" y="2512"/>
                  </a:lnTo>
                  <a:lnTo>
                    <a:pt x="7096" y="6310"/>
                  </a:lnTo>
                  <a:lnTo>
                    <a:pt x="4251" y="3560"/>
                  </a:lnTo>
                  <a:lnTo>
                    <a:pt x="4882" y="1286"/>
                  </a:lnTo>
                  <a:close/>
                  <a:moveTo>
                    <a:pt x="10025" y="1238"/>
                  </a:moveTo>
                  <a:lnTo>
                    <a:pt x="10680" y="3632"/>
                  </a:lnTo>
                  <a:lnTo>
                    <a:pt x="7918" y="6310"/>
                  </a:lnTo>
                  <a:lnTo>
                    <a:pt x="7918" y="2417"/>
                  </a:lnTo>
                  <a:lnTo>
                    <a:pt x="7930" y="2417"/>
                  </a:lnTo>
                  <a:lnTo>
                    <a:pt x="10025" y="1238"/>
                  </a:lnTo>
                  <a:close/>
                  <a:moveTo>
                    <a:pt x="11371" y="4132"/>
                  </a:moveTo>
                  <a:lnTo>
                    <a:pt x="13704" y="4739"/>
                  </a:lnTo>
                  <a:lnTo>
                    <a:pt x="12430" y="6882"/>
                  </a:lnTo>
                  <a:lnTo>
                    <a:pt x="8525" y="6882"/>
                  </a:lnTo>
                  <a:lnTo>
                    <a:pt x="11371" y="4132"/>
                  </a:lnTo>
                  <a:close/>
                  <a:moveTo>
                    <a:pt x="3727" y="4215"/>
                  </a:moveTo>
                  <a:lnTo>
                    <a:pt x="6501" y="6894"/>
                  </a:lnTo>
                  <a:lnTo>
                    <a:pt x="2489" y="6894"/>
                  </a:lnTo>
                  <a:lnTo>
                    <a:pt x="1262" y="4858"/>
                  </a:lnTo>
                  <a:lnTo>
                    <a:pt x="3727" y="4215"/>
                  </a:lnTo>
                  <a:close/>
                  <a:moveTo>
                    <a:pt x="12550" y="7715"/>
                  </a:moveTo>
                  <a:lnTo>
                    <a:pt x="13764" y="9751"/>
                  </a:lnTo>
                  <a:lnTo>
                    <a:pt x="11299" y="10394"/>
                  </a:lnTo>
                  <a:lnTo>
                    <a:pt x="8525" y="7715"/>
                  </a:lnTo>
                  <a:close/>
                  <a:moveTo>
                    <a:pt x="6513" y="7715"/>
                  </a:moveTo>
                  <a:lnTo>
                    <a:pt x="3656" y="10466"/>
                  </a:lnTo>
                  <a:lnTo>
                    <a:pt x="1322" y="9859"/>
                  </a:lnTo>
                  <a:lnTo>
                    <a:pt x="2596" y="7715"/>
                  </a:lnTo>
                  <a:close/>
                  <a:moveTo>
                    <a:pt x="7930" y="8299"/>
                  </a:moveTo>
                  <a:lnTo>
                    <a:pt x="10776" y="11049"/>
                  </a:lnTo>
                  <a:lnTo>
                    <a:pt x="10144" y="13323"/>
                  </a:lnTo>
                  <a:lnTo>
                    <a:pt x="7930" y="12085"/>
                  </a:lnTo>
                  <a:lnTo>
                    <a:pt x="7930" y="8299"/>
                  </a:lnTo>
                  <a:close/>
                  <a:moveTo>
                    <a:pt x="7108" y="8299"/>
                  </a:moveTo>
                  <a:lnTo>
                    <a:pt x="7108" y="12192"/>
                  </a:lnTo>
                  <a:lnTo>
                    <a:pt x="7096" y="12192"/>
                  </a:lnTo>
                  <a:lnTo>
                    <a:pt x="5001" y="13371"/>
                  </a:lnTo>
                  <a:lnTo>
                    <a:pt x="4346" y="10978"/>
                  </a:lnTo>
                  <a:lnTo>
                    <a:pt x="7108" y="8299"/>
                  </a:lnTo>
                  <a:close/>
                  <a:moveTo>
                    <a:pt x="10585" y="0"/>
                  </a:moveTo>
                  <a:lnTo>
                    <a:pt x="9823" y="417"/>
                  </a:lnTo>
                  <a:lnTo>
                    <a:pt x="7430" y="1762"/>
                  </a:lnTo>
                  <a:lnTo>
                    <a:pt x="5120" y="465"/>
                  </a:lnTo>
                  <a:lnTo>
                    <a:pt x="4358" y="48"/>
                  </a:lnTo>
                  <a:lnTo>
                    <a:pt x="4132" y="869"/>
                  </a:lnTo>
                  <a:lnTo>
                    <a:pt x="3417" y="3453"/>
                  </a:lnTo>
                  <a:lnTo>
                    <a:pt x="846" y="4132"/>
                  </a:lnTo>
                  <a:lnTo>
                    <a:pt x="0" y="4346"/>
                  </a:lnTo>
                  <a:lnTo>
                    <a:pt x="429" y="5084"/>
                  </a:lnTo>
                  <a:lnTo>
                    <a:pt x="1810" y="7406"/>
                  </a:lnTo>
                  <a:lnTo>
                    <a:pt x="477" y="9644"/>
                  </a:lnTo>
                  <a:lnTo>
                    <a:pt x="48" y="10382"/>
                  </a:lnTo>
                  <a:lnTo>
                    <a:pt x="893" y="10597"/>
                  </a:lnTo>
                  <a:lnTo>
                    <a:pt x="3560" y="11299"/>
                  </a:lnTo>
                  <a:lnTo>
                    <a:pt x="4239" y="13799"/>
                  </a:lnTo>
                  <a:lnTo>
                    <a:pt x="4465" y="14621"/>
                  </a:lnTo>
                  <a:lnTo>
                    <a:pt x="5227" y="14204"/>
                  </a:lnTo>
                  <a:lnTo>
                    <a:pt x="7620" y="12859"/>
                  </a:lnTo>
                  <a:lnTo>
                    <a:pt x="9930" y="14157"/>
                  </a:lnTo>
                  <a:lnTo>
                    <a:pt x="10680" y="14573"/>
                  </a:lnTo>
                  <a:lnTo>
                    <a:pt x="10906" y="13752"/>
                  </a:lnTo>
                  <a:lnTo>
                    <a:pt x="11621" y="11168"/>
                  </a:lnTo>
                  <a:lnTo>
                    <a:pt x="14193" y="10501"/>
                  </a:lnTo>
                  <a:lnTo>
                    <a:pt x="15050" y="10275"/>
                  </a:lnTo>
                  <a:lnTo>
                    <a:pt x="14609" y="9549"/>
                  </a:lnTo>
                  <a:lnTo>
                    <a:pt x="13228" y="7227"/>
                  </a:lnTo>
                  <a:lnTo>
                    <a:pt x="14574" y="4977"/>
                  </a:lnTo>
                  <a:lnTo>
                    <a:pt x="15002" y="4251"/>
                  </a:lnTo>
                  <a:lnTo>
                    <a:pt x="14157" y="4024"/>
                  </a:lnTo>
                  <a:lnTo>
                    <a:pt x="11490" y="3322"/>
                  </a:lnTo>
                  <a:lnTo>
                    <a:pt x="10799"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9"/>
            <p:cNvSpPr/>
            <p:nvPr/>
          </p:nvSpPr>
          <p:spPr>
            <a:xfrm>
              <a:off x="2889407" y="4664010"/>
              <a:ext cx="479122" cy="464712"/>
            </a:xfrm>
            <a:custGeom>
              <a:avLst/>
              <a:gdLst/>
              <a:ahLst/>
              <a:cxnLst/>
              <a:rect l="l" t="t" r="r" b="b"/>
              <a:pathLst>
                <a:path w="15062" h="14609" extrusionOk="0">
                  <a:moveTo>
                    <a:pt x="4894" y="1274"/>
                  </a:moveTo>
                  <a:lnTo>
                    <a:pt x="7108" y="2512"/>
                  </a:lnTo>
                  <a:lnTo>
                    <a:pt x="7108" y="6310"/>
                  </a:lnTo>
                  <a:lnTo>
                    <a:pt x="4263" y="3560"/>
                  </a:lnTo>
                  <a:lnTo>
                    <a:pt x="4894" y="1274"/>
                  </a:lnTo>
                  <a:close/>
                  <a:moveTo>
                    <a:pt x="10037" y="1238"/>
                  </a:moveTo>
                  <a:lnTo>
                    <a:pt x="10692" y="3631"/>
                  </a:lnTo>
                  <a:lnTo>
                    <a:pt x="7930" y="6310"/>
                  </a:lnTo>
                  <a:lnTo>
                    <a:pt x="7930" y="2405"/>
                  </a:lnTo>
                  <a:lnTo>
                    <a:pt x="7942" y="2405"/>
                  </a:lnTo>
                  <a:lnTo>
                    <a:pt x="10037" y="1238"/>
                  </a:lnTo>
                  <a:close/>
                  <a:moveTo>
                    <a:pt x="11395" y="4120"/>
                  </a:moveTo>
                  <a:lnTo>
                    <a:pt x="13728" y="4727"/>
                  </a:lnTo>
                  <a:lnTo>
                    <a:pt x="12454" y="6870"/>
                  </a:lnTo>
                  <a:lnTo>
                    <a:pt x="8537" y="6870"/>
                  </a:lnTo>
                  <a:lnTo>
                    <a:pt x="11395" y="4120"/>
                  </a:lnTo>
                  <a:close/>
                  <a:moveTo>
                    <a:pt x="3751" y="4215"/>
                  </a:moveTo>
                  <a:lnTo>
                    <a:pt x="6513" y="6894"/>
                  </a:lnTo>
                  <a:lnTo>
                    <a:pt x="2501" y="6894"/>
                  </a:lnTo>
                  <a:lnTo>
                    <a:pt x="1274" y="4846"/>
                  </a:lnTo>
                  <a:lnTo>
                    <a:pt x="3751" y="4215"/>
                  </a:lnTo>
                  <a:close/>
                  <a:moveTo>
                    <a:pt x="12562" y="7703"/>
                  </a:moveTo>
                  <a:lnTo>
                    <a:pt x="13776" y="9751"/>
                  </a:lnTo>
                  <a:lnTo>
                    <a:pt x="11311" y="10382"/>
                  </a:lnTo>
                  <a:lnTo>
                    <a:pt x="8537" y="7703"/>
                  </a:lnTo>
                  <a:close/>
                  <a:moveTo>
                    <a:pt x="6513" y="7703"/>
                  </a:moveTo>
                  <a:lnTo>
                    <a:pt x="3668" y="10466"/>
                  </a:lnTo>
                  <a:lnTo>
                    <a:pt x="1334" y="9846"/>
                  </a:lnTo>
                  <a:lnTo>
                    <a:pt x="2596" y="7703"/>
                  </a:lnTo>
                  <a:close/>
                  <a:moveTo>
                    <a:pt x="7942" y="8275"/>
                  </a:moveTo>
                  <a:lnTo>
                    <a:pt x="10788" y="11025"/>
                  </a:lnTo>
                  <a:lnTo>
                    <a:pt x="10156" y="13299"/>
                  </a:lnTo>
                  <a:lnTo>
                    <a:pt x="7942" y="12073"/>
                  </a:lnTo>
                  <a:lnTo>
                    <a:pt x="7942" y="8275"/>
                  </a:lnTo>
                  <a:close/>
                  <a:moveTo>
                    <a:pt x="7120" y="8287"/>
                  </a:moveTo>
                  <a:lnTo>
                    <a:pt x="7120" y="12192"/>
                  </a:lnTo>
                  <a:lnTo>
                    <a:pt x="7108" y="12192"/>
                  </a:lnTo>
                  <a:lnTo>
                    <a:pt x="5013" y="13359"/>
                  </a:lnTo>
                  <a:lnTo>
                    <a:pt x="4358" y="10966"/>
                  </a:lnTo>
                  <a:lnTo>
                    <a:pt x="7120" y="8287"/>
                  </a:lnTo>
                  <a:close/>
                  <a:moveTo>
                    <a:pt x="10597" y="0"/>
                  </a:moveTo>
                  <a:lnTo>
                    <a:pt x="9835" y="417"/>
                  </a:lnTo>
                  <a:lnTo>
                    <a:pt x="7442" y="1750"/>
                  </a:lnTo>
                  <a:lnTo>
                    <a:pt x="5120" y="464"/>
                  </a:lnTo>
                  <a:lnTo>
                    <a:pt x="4358" y="48"/>
                  </a:lnTo>
                  <a:lnTo>
                    <a:pt x="4132" y="857"/>
                  </a:lnTo>
                  <a:lnTo>
                    <a:pt x="3418" y="3453"/>
                  </a:lnTo>
                  <a:lnTo>
                    <a:pt x="846" y="4120"/>
                  </a:lnTo>
                  <a:lnTo>
                    <a:pt x="0" y="4346"/>
                  </a:lnTo>
                  <a:lnTo>
                    <a:pt x="429" y="5072"/>
                  </a:lnTo>
                  <a:lnTo>
                    <a:pt x="1810" y="7394"/>
                  </a:lnTo>
                  <a:lnTo>
                    <a:pt x="465" y="9644"/>
                  </a:lnTo>
                  <a:lnTo>
                    <a:pt x="60" y="10370"/>
                  </a:lnTo>
                  <a:lnTo>
                    <a:pt x="905" y="10597"/>
                  </a:lnTo>
                  <a:lnTo>
                    <a:pt x="3572" y="11299"/>
                  </a:lnTo>
                  <a:lnTo>
                    <a:pt x="4251" y="13787"/>
                  </a:lnTo>
                  <a:lnTo>
                    <a:pt x="4477" y="14609"/>
                  </a:lnTo>
                  <a:lnTo>
                    <a:pt x="5239" y="14192"/>
                  </a:lnTo>
                  <a:lnTo>
                    <a:pt x="7632" y="12859"/>
                  </a:lnTo>
                  <a:lnTo>
                    <a:pt x="9942" y="14157"/>
                  </a:lnTo>
                  <a:lnTo>
                    <a:pt x="10692" y="14573"/>
                  </a:lnTo>
                  <a:lnTo>
                    <a:pt x="10918" y="13752"/>
                  </a:lnTo>
                  <a:lnTo>
                    <a:pt x="11633" y="11156"/>
                  </a:lnTo>
                  <a:lnTo>
                    <a:pt x="14205" y="10489"/>
                  </a:lnTo>
                  <a:lnTo>
                    <a:pt x="15062" y="10263"/>
                  </a:lnTo>
                  <a:lnTo>
                    <a:pt x="14621" y="9537"/>
                  </a:lnTo>
                  <a:lnTo>
                    <a:pt x="13240" y="7215"/>
                  </a:lnTo>
                  <a:lnTo>
                    <a:pt x="14586" y="4965"/>
                  </a:lnTo>
                  <a:lnTo>
                    <a:pt x="15014" y="4239"/>
                  </a:lnTo>
                  <a:lnTo>
                    <a:pt x="14169" y="4012"/>
                  </a:lnTo>
                  <a:lnTo>
                    <a:pt x="11502" y="3310"/>
                  </a:lnTo>
                  <a:lnTo>
                    <a:pt x="10811" y="810"/>
                  </a:lnTo>
                  <a:lnTo>
                    <a:pt x="10597"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9"/>
            <p:cNvSpPr/>
            <p:nvPr/>
          </p:nvSpPr>
          <p:spPr>
            <a:xfrm>
              <a:off x="3850641" y="4663629"/>
              <a:ext cx="478740" cy="464744"/>
            </a:xfrm>
            <a:custGeom>
              <a:avLst/>
              <a:gdLst/>
              <a:ahLst/>
              <a:cxnLst/>
              <a:rect l="l" t="t" r="r" b="b"/>
              <a:pathLst>
                <a:path w="15050" h="14610" extrusionOk="0">
                  <a:moveTo>
                    <a:pt x="4882" y="1286"/>
                  </a:moveTo>
                  <a:lnTo>
                    <a:pt x="7109" y="2524"/>
                  </a:lnTo>
                  <a:lnTo>
                    <a:pt x="7109" y="6322"/>
                  </a:lnTo>
                  <a:lnTo>
                    <a:pt x="4263" y="3572"/>
                  </a:lnTo>
                  <a:lnTo>
                    <a:pt x="4882" y="1286"/>
                  </a:lnTo>
                  <a:close/>
                  <a:moveTo>
                    <a:pt x="10049" y="1250"/>
                  </a:moveTo>
                  <a:lnTo>
                    <a:pt x="10704" y="3643"/>
                  </a:lnTo>
                  <a:lnTo>
                    <a:pt x="7942" y="6322"/>
                  </a:lnTo>
                  <a:lnTo>
                    <a:pt x="7942" y="2417"/>
                  </a:lnTo>
                  <a:lnTo>
                    <a:pt x="7954" y="2417"/>
                  </a:lnTo>
                  <a:lnTo>
                    <a:pt x="10049" y="1250"/>
                  </a:lnTo>
                  <a:close/>
                  <a:moveTo>
                    <a:pt x="11395" y="4132"/>
                  </a:moveTo>
                  <a:lnTo>
                    <a:pt x="13728" y="4739"/>
                  </a:lnTo>
                  <a:lnTo>
                    <a:pt x="12443" y="6882"/>
                  </a:lnTo>
                  <a:lnTo>
                    <a:pt x="8537" y="6882"/>
                  </a:lnTo>
                  <a:lnTo>
                    <a:pt x="11395" y="4132"/>
                  </a:lnTo>
                  <a:close/>
                  <a:moveTo>
                    <a:pt x="3751" y="4227"/>
                  </a:moveTo>
                  <a:lnTo>
                    <a:pt x="6525" y="6906"/>
                  </a:lnTo>
                  <a:lnTo>
                    <a:pt x="2501" y="6906"/>
                  </a:lnTo>
                  <a:lnTo>
                    <a:pt x="1286" y="4858"/>
                  </a:lnTo>
                  <a:lnTo>
                    <a:pt x="3751" y="4227"/>
                  </a:lnTo>
                  <a:close/>
                  <a:moveTo>
                    <a:pt x="12562" y="7715"/>
                  </a:moveTo>
                  <a:lnTo>
                    <a:pt x="13788" y="9763"/>
                  </a:lnTo>
                  <a:lnTo>
                    <a:pt x="11311" y="10394"/>
                  </a:lnTo>
                  <a:lnTo>
                    <a:pt x="8549" y="7715"/>
                  </a:lnTo>
                  <a:close/>
                  <a:moveTo>
                    <a:pt x="6525" y="7715"/>
                  </a:moveTo>
                  <a:lnTo>
                    <a:pt x="3668" y="10478"/>
                  </a:lnTo>
                  <a:lnTo>
                    <a:pt x="1322" y="9858"/>
                  </a:lnTo>
                  <a:lnTo>
                    <a:pt x="2608" y="7715"/>
                  </a:lnTo>
                  <a:close/>
                  <a:moveTo>
                    <a:pt x="7954" y="8299"/>
                  </a:moveTo>
                  <a:lnTo>
                    <a:pt x="10799" y="11049"/>
                  </a:lnTo>
                  <a:lnTo>
                    <a:pt x="10168" y="13335"/>
                  </a:lnTo>
                  <a:lnTo>
                    <a:pt x="7954" y="12097"/>
                  </a:lnTo>
                  <a:lnTo>
                    <a:pt x="7954" y="8299"/>
                  </a:lnTo>
                  <a:close/>
                  <a:moveTo>
                    <a:pt x="7120" y="8299"/>
                  </a:moveTo>
                  <a:lnTo>
                    <a:pt x="7120" y="12204"/>
                  </a:lnTo>
                  <a:lnTo>
                    <a:pt x="7109" y="12204"/>
                  </a:lnTo>
                  <a:lnTo>
                    <a:pt x="5001" y="13371"/>
                  </a:lnTo>
                  <a:lnTo>
                    <a:pt x="4346" y="10978"/>
                  </a:lnTo>
                  <a:lnTo>
                    <a:pt x="7120" y="8299"/>
                  </a:lnTo>
                  <a:close/>
                  <a:moveTo>
                    <a:pt x="10585" y="0"/>
                  </a:moveTo>
                  <a:lnTo>
                    <a:pt x="9823" y="405"/>
                  </a:lnTo>
                  <a:lnTo>
                    <a:pt x="7430" y="1750"/>
                  </a:lnTo>
                  <a:lnTo>
                    <a:pt x="5120" y="453"/>
                  </a:lnTo>
                  <a:lnTo>
                    <a:pt x="4358" y="36"/>
                  </a:lnTo>
                  <a:lnTo>
                    <a:pt x="4144" y="857"/>
                  </a:lnTo>
                  <a:lnTo>
                    <a:pt x="3430" y="3441"/>
                  </a:lnTo>
                  <a:lnTo>
                    <a:pt x="858" y="4120"/>
                  </a:lnTo>
                  <a:lnTo>
                    <a:pt x="1" y="4334"/>
                  </a:lnTo>
                  <a:lnTo>
                    <a:pt x="429" y="5072"/>
                  </a:lnTo>
                  <a:lnTo>
                    <a:pt x="1822" y="7394"/>
                  </a:lnTo>
                  <a:lnTo>
                    <a:pt x="477" y="9632"/>
                  </a:lnTo>
                  <a:lnTo>
                    <a:pt x="48" y="10370"/>
                  </a:lnTo>
                  <a:lnTo>
                    <a:pt x="893" y="10585"/>
                  </a:lnTo>
                  <a:lnTo>
                    <a:pt x="3560" y="11287"/>
                  </a:lnTo>
                  <a:lnTo>
                    <a:pt x="4251" y="13788"/>
                  </a:lnTo>
                  <a:lnTo>
                    <a:pt x="4465" y="14609"/>
                  </a:lnTo>
                  <a:lnTo>
                    <a:pt x="5227" y="14192"/>
                  </a:lnTo>
                  <a:lnTo>
                    <a:pt x="7621" y="12847"/>
                  </a:lnTo>
                  <a:lnTo>
                    <a:pt x="9930" y="14145"/>
                  </a:lnTo>
                  <a:lnTo>
                    <a:pt x="10692" y="14561"/>
                  </a:lnTo>
                  <a:lnTo>
                    <a:pt x="10919" y="13740"/>
                  </a:lnTo>
                  <a:lnTo>
                    <a:pt x="11633" y="11156"/>
                  </a:lnTo>
                  <a:lnTo>
                    <a:pt x="14205" y="10489"/>
                  </a:lnTo>
                  <a:lnTo>
                    <a:pt x="15050" y="10263"/>
                  </a:lnTo>
                  <a:lnTo>
                    <a:pt x="14621" y="9537"/>
                  </a:lnTo>
                  <a:lnTo>
                    <a:pt x="13240" y="7215"/>
                  </a:lnTo>
                  <a:lnTo>
                    <a:pt x="14574" y="4965"/>
                  </a:lnTo>
                  <a:lnTo>
                    <a:pt x="15002" y="4239"/>
                  </a:lnTo>
                  <a:lnTo>
                    <a:pt x="14157" y="4012"/>
                  </a:lnTo>
                  <a:lnTo>
                    <a:pt x="11490" y="3310"/>
                  </a:lnTo>
                  <a:lnTo>
                    <a:pt x="10811" y="810"/>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p:nvPr/>
          </p:nvSpPr>
          <p:spPr>
            <a:xfrm>
              <a:off x="3850641" y="4198535"/>
              <a:ext cx="478740" cy="465126"/>
            </a:xfrm>
            <a:custGeom>
              <a:avLst/>
              <a:gdLst/>
              <a:ahLst/>
              <a:cxnLst/>
              <a:rect l="l" t="t" r="r" b="b"/>
              <a:pathLst>
                <a:path w="15050" h="14622" extrusionOk="0">
                  <a:moveTo>
                    <a:pt x="4882" y="1298"/>
                  </a:moveTo>
                  <a:lnTo>
                    <a:pt x="7109" y="2536"/>
                  </a:lnTo>
                  <a:lnTo>
                    <a:pt x="7109" y="6322"/>
                  </a:lnTo>
                  <a:lnTo>
                    <a:pt x="4263" y="3572"/>
                  </a:lnTo>
                  <a:lnTo>
                    <a:pt x="4882" y="1298"/>
                  </a:lnTo>
                  <a:close/>
                  <a:moveTo>
                    <a:pt x="10049" y="1250"/>
                  </a:moveTo>
                  <a:lnTo>
                    <a:pt x="10704" y="3644"/>
                  </a:lnTo>
                  <a:lnTo>
                    <a:pt x="7942" y="6322"/>
                  </a:lnTo>
                  <a:lnTo>
                    <a:pt x="7942" y="2429"/>
                  </a:lnTo>
                  <a:lnTo>
                    <a:pt x="7954" y="2429"/>
                  </a:lnTo>
                  <a:lnTo>
                    <a:pt x="10049" y="1250"/>
                  </a:lnTo>
                  <a:close/>
                  <a:moveTo>
                    <a:pt x="11395" y="4144"/>
                  </a:moveTo>
                  <a:lnTo>
                    <a:pt x="13728" y="4751"/>
                  </a:lnTo>
                  <a:lnTo>
                    <a:pt x="12443" y="6894"/>
                  </a:lnTo>
                  <a:lnTo>
                    <a:pt x="8537" y="6894"/>
                  </a:lnTo>
                  <a:lnTo>
                    <a:pt x="11395" y="4144"/>
                  </a:lnTo>
                  <a:close/>
                  <a:moveTo>
                    <a:pt x="3751" y="4227"/>
                  </a:moveTo>
                  <a:lnTo>
                    <a:pt x="6525" y="6906"/>
                  </a:lnTo>
                  <a:lnTo>
                    <a:pt x="2501" y="6906"/>
                  </a:lnTo>
                  <a:lnTo>
                    <a:pt x="1286" y="4870"/>
                  </a:lnTo>
                  <a:lnTo>
                    <a:pt x="3751" y="4227"/>
                  </a:lnTo>
                  <a:close/>
                  <a:moveTo>
                    <a:pt x="12562" y="7727"/>
                  </a:moveTo>
                  <a:lnTo>
                    <a:pt x="13788" y="9763"/>
                  </a:lnTo>
                  <a:lnTo>
                    <a:pt x="11311" y="10406"/>
                  </a:lnTo>
                  <a:lnTo>
                    <a:pt x="8549" y="7727"/>
                  </a:lnTo>
                  <a:close/>
                  <a:moveTo>
                    <a:pt x="6525" y="7727"/>
                  </a:moveTo>
                  <a:lnTo>
                    <a:pt x="3668" y="10478"/>
                  </a:lnTo>
                  <a:lnTo>
                    <a:pt x="1322" y="9871"/>
                  </a:lnTo>
                  <a:lnTo>
                    <a:pt x="2608" y="7727"/>
                  </a:lnTo>
                  <a:close/>
                  <a:moveTo>
                    <a:pt x="7954" y="8311"/>
                  </a:moveTo>
                  <a:lnTo>
                    <a:pt x="10799" y="11061"/>
                  </a:lnTo>
                  <a:lnTo>
                    <a:pt x="10168" y="13335"/>
                  </a:lnTo>
                  <a:lnTo>
                    <a:pt x="7954" y="12097"/>
                  </a:lnTo>
                  <a:lnTo>
                    <a:pt x="7954" y="8311"/>
                  </a:lnTo>
                  <a:close/>
                  <a:moveTo>
                    <a:pt x="7120" y="8311"/>
                  </a:moveTo>
                  <a:lnTo>
                    <a:pt x="7120" y="12204"/>
                  </a:lnTo>
                  <a:lnTo>
                    <a:pt x="7109" y="12204"/>
                  </a:lnTo>
                  <a:lnTo>
                    <a:pt x="5001" y="13383"/>
                  </a:lnTo>
                  <a:lnTo>
                    <a:pt x="4346" y="10990"/>
                  </a:lnTo>
                  <a:lnTo>
                    <a:pt x="7120" y="8311"/>
                  </a:lnTo>
                  <a:close/>
                  <a:moveTo>
                    <a:pt x="10585" y="0"/>
                  </a:moveTo>
                  <a:lnTo>
                    <a:pt x="9823" y="417"/>
                  </a:lnTo>
                  <a:lnTo>
                    <a:pt x="7430" y="1762"/>
                  </a:lnTo>
                  <a:lnTo>
                    <a:pt x="5120" y="465"/>
                  </a:lnTo>
                  <a:lnTo>
                    <a:pt x="4358" y="48"/>
                  </a:lnTo>
                  <a:lnTo>
                    <a:pt x="4144" y="869"/>
                  </a:lnTo>
                  <a:lnTo>
                    <a:pt x="3430" y="3453"/>
                  </a:lnTo>
                  <a:lnTo>
                    <a:pt x="858" y="4120"/>
                  </a:lnTo>
                  <a:lnTo>
                    <a:pt x="1" y="4346"/>
                  </a:lnTo>
                  <a:lnTo>
                    <a:pt x="429" y="5072"/>
                  </a:lnTo>
                  <a:lnTo>
                    <a:pt x="1822" y="7394"/>
                  </a:lnTo>
                  <a:lnTo>
                    <a:pt x="477" y="9644"/>
                  </a:lnTo>
                  <a:lnTo>
                    <a:pt x="48" y="10371"/>
                  </a:lnTo>
                  <a:lnTo>
                    <a:pt x="893" y="10597"/>
                  </a:lnTo>
                  <a:lnTo>
                    <a:pt x="3560" y="11299"/>
                  </a:lnTo>
                  <a:lnTo>
                    <a:pt x="4251" y="13800"/>
                  </a:lnTo>
                  <a:lnTo>
                    <a:pt x="4465" y="14621"/>
                  </a:lnTo>
                  <a:lnTo>
                    <a:pt x="5227" y="14204"/>
                  </a:lnTo>
                  <a:lnTo>
                    <a:pt x="7621" y="12859"/>
                  </a:lnTo>
                  <a:lnTo>
                    <a:pt x="9930" y="14157"/>
                  </a:lnTo>
                  <a:lnTo>
                    <a:pt x="10692" y="14573"/>
                  </a:lnTo>
                  <a:lnTo>
                    <a:pt x="10919" y="13752"/>
                  </a:lnTo>
                  <a:lnTo>
                    <a:pt x="11633" y="11168"/>
                  </a:lnTo>
                  <a:lnTo>
                    <a:pt x="14205" y="10490"/>
                  </a:lnTo>
                  <a:lnTo>
                    <a:pt x="15050" y="10275"/>
                  </a:lnTo>
                  <a:lnTo>
                    <a:pt x="14621" y="9537"/>
                  </a:lnTo>
                  <a:lnTo>
                    <a:pt x="13240" y="7215"/>
                  </a:lnTo>
                  <a:lnTo>
                    <a:pt x="14574" y="4977"/>
                  </a:lnTo>
                  <a:lnTo>
                    <a:pt x="15002" y="4239"/>
                  </a:lnTo>
                  <a:lnTo>
                    <a:pt x="14157" y="4025"/>
                  </a:lnTo>
                  <a:lnTo>
                    <a:pt x="11490" y="3322"/>
                  </a:lnTo>
                  <a:lnTo>
                    <a:pt x="10811"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9"/>
            <p:cNvSpPr/>
            <p:nvPr/>
          </p:nvSpPr>
          <p:spPr>
            <a:xfrm>
              <a:off x="2407262" y="3269110"/>
              <a:ext cx="478772" cy="465126"/>
            </a:xfrm>
            <a:custGeom>
              <a:avLst/>
              <a:gdLst/>
              <a:ahLst/>
              <a:cxnLst/>
              <a:rect l="l" t="t" r="r" b="b"/>
              <a:pathLst>
                <a:path w="15051" h="14622" extrusionOk="0">
                  <a:moveTo>
                    <a:pt x="4882" y="1286"/>
                  </a:moveTo>
                  <a:lnTo>
                    <a:pt x="7097" y="2525"/>
                  </a:lnTo>
                  <a:lnTo>
                    <a:pt x="7097" y="6311"/>
                  </a:lnTo>
                  <a:lnTo>
                    <a:pt x="4263" y="3560"/>
                  </a:lnTo>
                  <a:lnTo>
                    <a:pt x="4882" y="1286"/>
                  </a:lnTo>
                  <a:close/>
                  <a:moveTo>
                    <a:pt x="10038" y="1239"/>
                  </a:moveTo>
                  <a:lnTo>
                    <a:pt x="10693" y="3632"/>
                  </a:lnTo>
                  <a:lnTo>
                    <a:pt x="7918" y="6311"/>
                  </a:lnTo>
                  <a:lnTo>
                    <a:pt x="7918" y="2417"/>
                  </a:lnTo>
                  <a:lnTo>
                    <a:pt x="7930" y="2417"/>
                  </a:lnTo>
                  <a:lnTo>
                    <a:pt x="10038" y="1239"/>
                  </a:lnTo>
                  <a:close/>
                  <a:moveTo>
                    <a:pt x="3739" y="4215"/>
                  </a:moveTo>
                  <a:lnTo>
                    <a:pt x="6502" y="6894"/>
                  </a:lnTo>
                  <a:lnTo>
                    <a:pt x="2489" y="6894"/>
                  </a:lnTo>
                  <a:lnTo>
                    <a:pt x="1287" y="4858"/>
                  </a:lnTo>
                  <a:lnTo>
                    <a:pt x="3739" y="4215"/>
                  </a:lnTo>
                  <a:close/>
                  <a:moveTo>
                    <a:pt x="11371" y="4144"/>
                  </a:moveTo>
                  <a:lnTo>
                    <a:pt x="13705" y="4751"/>
                  </a:lnTo>
                  <a:lnTo>
                    <a:pt x="12431" y="6894"/>
                  </a:lnTo>
                  <a:lnTo>
                    <a:pt x="8514" y="6894"/>
                  </a:lnTo>
                  <a:lnTo>
                    <a:pt x="11371" y="4144"/>
                  </a:lnTo>
                  <a:close/>
                  <a:moveTo>
                    <a:pt x="12550" y="7716"/>
                  </a:moveTo>
                  <a:lnTo>
                    <a:pt x="13764" y="9752"/>
                  </a:lnTo>
                  <a:lnTo>
                    <a:pt x="11300" y="10395"/>
                  </a:lnTo>
                  <a:lnTo>
                    <a:pt x="8526" y="7716"/>
                  </a:lnTo>
                  <a:close/>
                  <a:moveTo>
                    <a:pt x="6514" y="7728"/>
                  </a:moveTo>
                  <a:lnTo>
                    <a:pt x="3668" y="10478"/>
                  </a:lnTo>
                  <a:lnTo>
                    <a:pt x="1322" y="9871"/>
                  </a:lnTo>
                  <a:lnTo>
                    <a:pt x="2608" y="7728"/>
                  </a:lnTo>
                  <a:close/>
                  <a:moveTo>
                    <a:pt x="7930" y="8299"/>
                  </a:moveTo>
                  <a:lnTo>
                    <a:pt x="10776" y="11049"/>
                  </a:lnTo>
                  <a:lnTo>
                    <a:pt x="10157" y="13323"/>
                  </a:lnTo>
                  <a:lnTo>
                    <a:pt x="7930" y="12085"/>
                  </a:lnTo>
                  <a:lnTo>
                    <a:pt x="7930" y="8299"/>
                  </a:lnTo>
                  <a:close/>
                  <a:moveTo>
                    <a:pt x="7121" y="8299"/>
                  </a:moveTo>
                  <a:lnTo>
                    <a:pt x="7121" y="12192"/>
                  </a:lnTo>
                  <a:lnTo>
                    <a:pt x="7097" y="12192"/>
                  </a:lnTo>
                  <a:lnTo>
                    <a:pt x="5001" y="13371"/>
                  </a:lnTo>
                  <a:lnTo>
                    <a:pt x="4347" y="10978"/>
                  </a:lnTo>
                  <a:lnTo>
                    <a:pt x="7121" y="8299"/>
                  </a:lnTo>
                  <a:close/>
                  <a:moveTo>
                    <a:pt x="10585" y="0"/>
                  </a:moveTo>
                  <a:lnTo>
                    <a:pt x="9823" y="417"/>
                  </a:lnTo>
                  <a:lnTo>
                    <a:pt x="7430" y="1763"/>
                  </a:lnTo>
                  <a:lnTo>
                    <a:pt x="5120" y="465"/>
                  </a:lnTo>
                  <a:lnTo>
                    <a:pt x="4358" y="48"/>
                  </a:lnTo>
                  <a:lnTo>
                    <a:pt x="4144" y="870"/>
                  </a:lnTo>
                  <a:lnTo>
                    <a:pt x="3430" y="3453"/>
                  </a:lnTo>
                  <a:lnTo>
                    <a:pt x="846" y="4132"/>
                  </a:lnTo>
                  <a:lnTo>
                    <a:pt x="1" y="4346"/>
                  </a:lnTo>
                  <a:lnTo>
                    <a:pt x="429" y="5084"/>
                  </a:lnTo>
                  <a:lnTo>
                    <a:pt x="1822" y="7406"/>
                  </a:lnTo>
                  <a:lnTo>
                    <a:pt x="477" y="9644"/>
                  </a:lnTo>
                  <a:lnTo>
                    <a:pt x="48" y="10383"/>
                  </a:lnTo>
                  <a:lnTo>
                    <a:pt x="894" y="10597"/>
                  </a:lnTo>
                  <a:lnTo>
                    <a:pt x="3561" y="11299"/>
                  </a:lnTo>
                  <a:lnTo>
                    <a:pt x="4239" y="13800"/>
                  </a:lnTo>
                  <a:lnTo>
                    <a:pt x="4466" y="14621"/>
                  </a:lnTo>
                  <a:lnTo>
                    <a:pt x="5228" y="14205"/>
                  </a:lnTo>
                  <a:lnTo>
                    <a:pt x="7621" y="12859"/>
                  </a:lnTo>
                  <a:lnTo>
                    <a:pt x="9931" y="14157"/>
                  </a:lnTo>
                  <a:lnTo>
                    <a:pt x="10693" y="14574"/>
                  </a:lnTo>
                  <a:lnTo>
                    <a:pt x="10907" y="13752"/>
                  </a:lnTo>
                  <a:lnTo>
                    <a:pt x="11621" y="11168"/>
                  </a:lnTo>
                  <a:lnTo>
                    <a:pt x="14205" y="10502"/>
                  </a:lnTo>
                  <a:lnTo>
                    <a:pt x="15050" y="10275"/>
                  </a:lnTo>
                  <a:lnTo>
                    <a:pt x="14622" y="9549"/>
                  </a:lnTo>
                  <a:lnTo>
                    <a:pt x="13229" y="7227"/>
                  </a:lnTo>
                  <a:lnTo>
                    <a:pt x="14574" y="4977"/>
                  </a:lnTo>
                  <a:lnTo>
                    <a:pt x="15003" y="4251"/>
                  </a:lnTo>
                  <a:lnTo>
                    <a:pt x="14157" y="4025"/>
                  </a:lnTo>
                  <a:lnTo>
                    <a:pt x="11490" y="3322"/>
                  </a:lnTo>
                  <a:lnTo>
                    <a:pt x="10812"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9"/>
            <p:cNvSpPr/>
            <p:nvPr/>
          </p:nvSpPr>
          <p:spPr>
            <a:xfrm>
              <a:off x="3372282" y="3734204"/>
              <a:ext cx="478391" cy="464744"/>
            </a:xfrm>
            <a:custGeom>
              <a:avLst/>
              <a:gdLst/>
              <a:ahLst/>
              <a:cxnLst/>
              <a:rect l="l" t="t" r="r" b="b"/>
              <a:pathLst>
                <a:path w="15039" h="14610" extrusionOk="0">
                  <a:moveTo>
                    <a:pt x="4882" y="1274"/>
                  </a:moveTo>
                  <a:lnTo>
                    <a:pt x="7097" y="2512"/>
                  </a:lnTo>
                  <a:lnTo>
                    <a:pt x="7097" y="6311"/>
                  </a:lnTo>
                  <a:lnTo>
                    <a:pt x="4251" y="3560"/>
                  </a:lnTo>
                  <a:lnTo>
                    <a:pt x="4882" y="1274"/>
                  </a:lnTo>
                  <a:close/>
                  <a:moveTo>
                    <a:pt x="10026" y="1238"/>
                  </a:moveTo>
                  <a:lnTo>
                    <a:pt x="10681" y="3632"/>
                  </a:lnTo>
                  <a:lnTo>
                    <a:pt x="7919" y="6311"/>
                  </a:lnTo>
                  <a:lnTo>
                    <a:pt x="7919" y="2405"/>
                  </a:lnTo>
                  <a:lnTo>
                    <a:pt x="7930" y="2405"/>
                  </a:lnTo>
                  <a:lnTo>
                    <a:pt x="10026" y="1238"/>
                  </a:lnTo>
                  <a:close/>
                  <a:moveTo>
                    <a:pt x="3728" y="4215"/>
                  </a:moveTo>
                  <a:lnTo>
                    <a:pt x="6502" y="6894"/>
                  </a:lnTo>
                  <a:lnTo>
                    <a:pt x="2477" y="6894"/>
                  </a:lnTo>
                  <a:lnTo>
                    <a:pt x="1263" y="4846"/>
                  </a:lnTo>
                  <a:lnTo>
                    <a:pt x="3728" y="4215"/>
                  </a:lnTo>
                  <a:close/>
                  <a:moveTo>
                    <a:pt x="11371" y="4132"/>
                  </a:moveTo>
                  <a:lnTo>
                    <a:pt x="13705" y="4751"/>
                  </a:lnTo>
                  <a:lnTo>
                    <a:pt x="12419" y="6894"/>
                  </a:lnTo>
                  <a:lnTo>
                    <a:pt x="8514" y="6894"/>
                  </a:lnTo>
                  <a:lnTo>
                    <a:pt x="11371" y="4132"/>
                  </a:lnTo>
                  <a:close/>
                  <a:moveTo>
                    <a:pt x="12538" y="7704"/>
                  </a:moveTo>
                  <a:lnTo>
                    <a:pt x="13765" y="9751"/>
                  </a:lnTo>
                  <a:lnTo>
                    <a:pt x="11288" y="10382"/>
                  </a:lnTo>
                  <a:lnTo>
                    <a:pt x="8526" y="7704"/>
                  </a:lnTo>
                  <a:close/>
                  <a:moveTo>
                    <a:pt x="6514" y="7704"/>
                  </a:moveTo>
                  <a:lnTo>
                    <a:pt x="3656" y="10466"/>
                  </a:lnTo>
                  <a:lnTo>
                    <a:pt x="1323" y="9847"/>
                  </a:lnTo>
                  <a:lnTo>
                    <a:pt x="2596" y="7704"/>
                  </a:lnTo>
                  <a:close/>
                  <a:moveTo>
                    <a:pt x="7930" y="8287"/>
                  </a:moveTo>
                  <a:lnTo>
                    <a:pt x="10776" y="11037"/>
                  </a:lnTo>
                  <a:lnTo>
                    <a:pt x="10145" y="13323"/>
                  </a:lnTo>
                  <a:lnTo>
                    <a:pt x="7930" y="12085"/>
                  </a:lnTo>
                  <a:lnTo>
                    <a:pt x="7930" y="8287"/>
                  </a:lnTo>
                  <a:close/>
                  <a:moveTo>
                    <a:pt x="7109" y="8287"/>
                  </a:moveTo>
                  <a:lnTo>
                    <a:pt x="7109" y="12192"/>
                  </a:lnTo>
                  <a:lnTo>
                    <a:pt x="7097" y="12192"/>
                  </a:lnTo>
                  <a:lnTo>
                    <a:pt x="5002" y="13359"/>
                  </a:lnTo>
                  <a:lnTo>
                    <a:pt x="4347" y="10966"/>
                  </a:lnTo>
                  <a:lnTo>
                    <a:pt x="7109" y="8287"/>
                  </a:lnTo>
                  <a:close/>
                  <a:moveTo>
                    <a:pt x="10574" y="0"/>
                  </a:moveTo>
                  <a:lnTo>
                    <a:pt x="9824" y="417"/>
                  </a:lnTo>
                  <a:lnTo>
                    <a:pt x="7419" y="1750"/>
                  </a:lnTo>
                  <a:lnTo>
                    <a:pt x="5121" y="465"/>
                  </a:lnTo>
                  <a:lnTo>
                    <a:pt x="4359" y="48"/>
                  </a:lnTo>
                  <a:lnTo>
                    <a:pt x="4132" y="857"/>
                  </a:lnTo>
                  <a:lnTo>
                    <a:pt x="3418" y="3453"/>
                  </a:lnTo>
                  <a:lnTo>
                    <a:pt x="846" y="4120"/>
                  </a:lnTo>
                  <a:lnTo>
                    <a:pt x="1" y="4346"/>
                  </a:lnTo>
                  <a:lnTo>
                    <a:pt x="430" y="5072"/>
                  </a:lnTo>
                  <a:lnTo>
                    <a:pt x="1811" y="7394"/>
                  </a:lnTo>
                  <a:lnTo>
                    <a:pt x="477" y="9644"/>
                  </a:lnTo>
                  <a:lnTo>
                    <a:pt x="37" y="10371"/>
                  </a:lnTo>
                  <a:lnTo>
                    <a:pt x="894" y="10597"/>
                  </a:lnTo>
                  <a:lnTo>
                    <a:pt x="3549" y="11299"/>
                  </a:lnTo>
                  <a:lnTo>
                    <a:pt x="4240" y="13800"/>
                  </a:lnTo>
                  <a:lnTo>
                    <a:pt x="4466" y="14609"/>
                  </a:lnTo>
                  <a:lnTo>
                    <a:pt x="5216" y="14192"/>
                  </a:lnTo>
                  <a:lnTo>
                    <a:pt x="7621" y="12859"/>
                  </a:lnTo>
                  <a:lnTo>
                    <a:pt x="9919" y="14157"/>
                  </a:lnTo>
                  <a:lnTo>
                    <a:pt x="10681" y="14573"/>
                  </a:lnTo>
                  <a:lnTo>
                    <a:pt x="10907" y="13752"/>
                  </a:lnTo>
                  <a:lnTo>
                    <a:pt x="11621" y="11156"/>
                  </a:lnTo>
                  <a:lnTo>
                    <a:pt x="14193" y="10490"/>
                  </a:lnTo>
                  <a:lnTo>
                    <a:pt x="15039" y="10263"/>
                  </a:lnTo>
                  <a:lnTo>
                    <a:pt x="14610" y="9537"/>
                  </a:lnTo>
                  <a:lnTo>
                    <a:pt x="13229" y="7215"/>
                  </a:lnTo>
                  <a:lnTo>
                    <a:pt x="14562" y="4965"/>
                  </a:lnTo>
                  <a:lnTo>
                    <a:pt x="15003" y="4239"/>
                  </a:lnTo>
                  <a:lnTo>
                    <a:pt x="14146" y="4013"/>
                  </a:lnTo>
                  <a:lnTo>
                    <a:pt x="11490" y="3322"/>
                  </a:lnTo>
                  <a:lnTo>
                    <a:pt x="10800" y="822"/>
                  </a:lnTo>
                  <a:lnTo>
                    <a:pt x="10574"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9"/>
            <p:cNvSpPr/>
            <p:nvPr/>
          </p:nvSpPr>
          <p:spPr>
            <a:xfrm>
              <a:off x="3372282" y="4198916"/>
              <a:ext cx="478391" cy="465094"/>
            </a:xfrm>
            <a:custGeom>
              <a:avLst/>
              <a:gdLst/>
              <a:ahLst/>
              <a:cxnLst/>
              <a:rect l="l" t="t" r="r" b="b"/>
              <a:pathLst>
                <a:path w="15039" h="14621" extrusionOk="0">
                  <a:moveTo>
                    <a:pt x="4882" y="1286"/>
                  </a:moveTo>
                  <a:lnTo>
                    <a:pt x="7097" y="2512"/>
                  </a:lnTo>
                  <a:lnTo>
                    <a:pt x="7097" y="6310"/>
                  </a:lnTo>
                  <a:lnTo>
                    <a:pt x="4251" y="3560"/>
                  </a:lnTo>
                  <a:lnTo>
                    <a:pt x="4882" y="1286"/>
                  </a:lnTo>
                  <a:close/>
                  <a:moveTo>
                    <a:pt x="10026" y="1238"/>
                  </a:moveTo>
                  <a:lnTo>
                    <a:pt x="10681" y="3632"/>
                  </a:lnTo>
                  <a:lnTo>
                    <a:pt x="7919" y="6310"/>
                  </a:lnTo>
                  <a:lnTo>
                    <a:pt x="7919" y="2417"/>
                  </a:lnTo>
                  <a:lnTo>
                    <a:pt x="7930" y="2417"/>
                  </a:lnTo>
                  <a:lnTo>
                    <a:pt x="10026" y="1238"/>
                  </a:lnTo>
                  <a:close/>
                  <a:moveTo>
                    <a:pt x="11371" y="4132"/>
                  </a:moveTo>
                  <a:lnTo>
                    <a:pt x="13705" y="4739"/>
                  </a:lnTo>
                  <a:lnTo>
                    <a:pt x="12419" y="6882"/>
                  </a:lnTo>
                  <a:lnTo>
                    <a:pt x="8514" y="6882"/>
                  </a:lnTo>
                  <a:lnTo>
                    <a:pt x="11371" y="4132"/>
                  </a:lnTo>
                  <a:close/>
                  <a:moveTo>
                    <a:pt x="3728" y="4215"/>
                  </a:moveTo>
                  <a:lnTo>
                    <a:pt x="6502" y="6894"/>
                  </a:lnTo>
                  <a:lnTo>
                    <a:pt x="2477" y="6894"/>
                  </a:lnTo>
                  <a:lnTo>
                    <a:pt x="1263" y="4858"/>
                  </a:lnTo>
                  <a:lnTo>
                    <a:pt x="3728" y="4215"/>
                  </a:lnTo>
                  <a:close/>
                  <a:moveTo>
                    <a:pt x="12538" y="7715"/>
                  </a:moveTo>
                  <a:lnTo>
                    <a:pt x="13765" y="9751"/>
                  </a:lnTo>
                  <a:lnTo>
                    <a:pt x="11288" y="10394"/>
                  </a:lnTo>
                  <a:lnTo>
                    <a:pt x="8526" y="7715"/>
                  </a:lnTo>
                  <a:close/>
                  <a:moveTo>
                    <a:pt x="6514" y="7715"/>
                  </a:moveTo>
                  <a:lnTo>
                    <a:pt x="3656" y="10466"/>
                  </a:lnTo>
                  <a:lnTo>
                    <a:pt x="1323" y="9859"/>
                  </a:lnTo>
                  <a:lnTo>
                    <a:pt x="2596" y="7715"/>
                  </a:lnTo>
                  <a:close/>
                  <a:moveTo>
                    <a:pt x="7930" y="8299"/>
                  </a:moveTo>
                  <a:lnTo>
                    <a:pt x="10776" y="11049"/>
                  </a:lnTo>
                  <a:lnTo>
                    <a:pt x="10145" y="13323"/>
                  </a:lnTo>
                  <a:lnTo>
                    <a:pt x="7930" y="12085"/>
                  </a:lnTo>
                  <a:lnTo>
                    <a:pt x="7930" y="8299"/>
                  </a:lnTo>
                  <a:close/>
                  <a:moveTo>
                    <a:pt x="7109" y="8299"/>
                  </a:moveTo>
                  <a:lnTo>
                    <a:pt x="7109" y="12192"/>
                  </a:lnTo>
                  <a:lnTo>
                    <a:pt x="7097" y="12192"/>
                  </a:lnTo>
                  <a:lnTo>
                    <a:pt x="5002" y="13371"/>
                  </a:lnTo>
                  <a:lnTo>
                    <a:pt x="4347" y="10978"/>
                  </a:lnTo>
                  <a:lnTo>
                    <a:pt x="7109" y="8299"/>
                  </a:lnTo>
                  <a:close/>
                  <a:moveTo>
                    <a:pt x="10574" y="0"/>
                  </a:moveTo>
                  <a:lnTo>
                    <a:pt x="9824" y="417"/>
                  </a:lnTo>
                  <a:lnTo>
                    <a:pt x="7419" y="1762"/>
                  </a:lnTo>
                  <a:lnTo>
                    <a:pt x="5121" y="465"/>
                  </a:lnTo>
                  <a:lnTo>
                    <a:pt x="4359" y="48"/>
                  </a:lnTo>
                  <a:lnTo>
                    <a:pt x="4132" y="869"/>
                  </a:lnTo>
                  <a:lnTo>
                    <a:pt x="3418" y="3453"/>
                  </a:lnTo>
                  <a:lnTo>
                    <a:pt x="846" y="4132"/>
                  </a:lnTo>
                  <a:lnTo>
                    <a:pt x="1" y="4346"/>
                  </a:lnTo>
                  <a:lnTo>
                    <a:pt x="430" y="5084"/>
                  </a:lnTo>
                  <a:lnTo>
                    <a:pt x="1811" y="7406"/>
                  </a:lnTo>
                  <a:lnTo>
                    <a:pt x="477" y="9644"/>
                  </a:lnTo>
                  <a:lnTo>
                    <a:pt x="37" y="10382"/>
                  </a:lnTo>
                  <a:lnTo>
                    <a:pt x="894" y="10597"/>
                  </a:lnTo>
                  <a:lnTo>
                    <a:pt x="3549" y="11299"/>
                  </a:lnTo>
                  <a:lnTo>
                    <a:pt x="4240" y="13799"/>
                  </a:lnTo>
                  <a:lnTo>
                    <a:pt x="4466" y="14621"/>
                  </a:lnTo>
                  <a:lnTo>
                    <a:pt x="5216" y="14204"/>
                  </a:lnTo>
                  <a:lnTo>
                    <a:pt x="7621" y="12859"/>
                  </a:lnTo>
                  <a:lnTo>
                    <a:pt x="9919" y="14157"/>
                  </a:lnTo>
                  <a:lnTo>
                    <a:pt x="10681" y="14573"/>
                  </a:lnTo>
                  <a:lnTo>
                    <a:pt x="10907" y="13752"/>
                  </a:lnTo>
                  <a:lnTo>
                    <a:pt x="11621" y="11168"/>
                  </a:lnTo>
                  <a:lnTo>
                    <a:pt x="14193" y="10501"/>
                  </a:lnTo>
                  <a:lnTo>
                    <a:pt x="15039" y="10275"/>
                  </a:lnTo>
                  <a:lnTo>
                    <a:pt x="14610" y="9549"/>
                  </a:lnTo>
                  <a:lnTo>
                    <a:pt x="13229" y="7227"/>
                  </a:lnTo>
                  <a:lnTo>
                    <a:pt x="14562" y="4977"/>
                  </a:lnTo>
                  <a:lnTo>
                    <a:pt x="15003" y="4251"/>
                  </a:lnTo>
                  <a:lnTo>
                    <a:pt x="14146" y="4024"/>
                  </a:lnTo>
                  <a:lnTo>
                    <a:pt x="11490" y="3322"/>
                  </a:lnTo>
                  <a:lnTo>
                    <a:pt x="10800" y="822"/>
                  </a:lnTo>
                  <a:lnTo>
                    <a:pt x="10574"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9"/>
            <p:cNvSpPr/>
            <p:nvPr/>
          </p:nvSpPr>
          <p:spPr>
            <a:xfrm>
              <a:off x="3372282" y="4663629"/>
              <a:ext cx="478391" cy="464744"/>
            </a:xfrm>
            <a:custGeom>
              <a:avLst/>
              <a:gdLst/>
              <a:ahLst/>
              <a:cxnLst/>
              <a:rect l="l" t="t" r="r" b="b"/>
              <a:pathLst>
                <a:path w="15039" h="14610" extrusionOk="0">
                  <a:moveTo>
                    <a:pt x="4882" y="1286"/>
                  </a:moveTo>
                  <a:lnTo>
                    <a:pt x="7097" y="2524"/>
                  </a:lnTo>
                  <a:lnTo>
                    <a:pt x="7097" y="6322"/>
                  </a:lnTo>
                  <a:lnTo>
                    <a:pt x="4251" y="3572"/>
                  </a:lnTo>
                  <a:lnTo>
                    <a:pt x="4882" y="1286"/>
                  </a:lnTo>
                  <a:close/>
                  <a:moveTo>
                    <a:pt x="10026" y="1250"/>
                  </a:moveTo>
                  <a:lnTo>
                    <a:pt x="10681" y="3643"/>
                  </a:lnTo>
                  <a:lnTo>
                    <a:pt x="7919" y="6322"/>
                  </a:lnTo>
                  <a:lnTo>
                    <a:pt x="7919" y="2417"/>
                  </a:lnTo>
                  <a:lnTo>
                    <a:pt x="7930" y="2417"/>
                  </a:lnTo>
                  <a:lnTo>
                    <a:pt x="10026" y="1250"/>
                  </a:lnTo>
                  <a:close/>
                  <a:moveTo>
                    <a:pt x="3728" y="4203"/>
                  </a:moveTo>
                  <a:lnTo>
                    <a:pt x="6502" y="6882"/>
                  </a:lnTo>
                  <a:lnTo>
                    <a:pt x="2477" y="6882"/>
                  </a:lnTo>
                  <a:lnTo>
                    <a:pt x="1275" y="4846"/>
                  </a:lnTo>
                  <a:lnTo>
                    <a:pt x="3728" y="4203"/>
                  </a:lnTo>
                  <a:close/>
                  <a:moveTo>
                    <a:pt x="11371" y="4132"/>
                  </a:moveTo>
                  <a:lnTo>
                    <a:pt x="13705" y="4739"/>
                  </a:lnTo>
                  <a:lnTo>
                    <a:pt x="12419" y="6882"/>
                  </a:lnTo>
                  <a:lnTo>
                    <a:pt x="8514" y="6882"/>
                  </a:lnTo>
                  <a:lnTo>
                    <a:pt x="11371" y="4132"/>
                  </a:lnTo>
                  <a:close/>
                  <a:moveTo>
                    <a:pt x="12538" y="7715"/>
                  </a:moveTo>
                  <a:lnTo>
                    <a:pt x="13765" y="9763"/>
                  </a:lnTo>
                  <a:lnTo>
                    <a:pt x="11288" y="10394"/>
                  </a:lnTo>
                  <a:lnTo>
                    <a:pt x="8526" y="7715"/>
                  </a:lnTo>
                  <a:close/>
                  <a:moveTo>
                    <a:pt x="6514" y="7715"/>
                  </a:moveTo>
                  <a:lnTo>
                    <a:pt x="3656" y="10478"/>
                  </a:lnTo>
                  <a:lnTo>
                    <a:pt x="1323" y="9858"/>
                  </a:lnTo>
                  <a:lnTo>
                    <a:pt x="2596" y="7715"/>
                  </a:lnTo>
                  <a:close/>
                  <a:moveTo>
                    <a:pt x="7930" y="8287"/>
                  </a:moveTo>
                  <a:lnTo>
                    <a:pt x="10776" y="11037"/>
                  </a:lnTo>
                  <a:lnTo>
                    <a:pt x="10145" y="13311"/>
                  </a:lnTo>
                  <a:lnTo>
                    <a:pt x="7930" y="12085"/>
                  </a:lnTo>
                  <a:lnTo>
                    <a:pt x="7930" y="8287"/>
                  </a:lnTo>
                  <a:close/>
                  <a:moveTo>
                    <a:pt x="7109" y="8299"/>
                  </a:moveTo>
                  <a:lnTo>
                    <a:pt x="7109" y="12204"/>
                  </a:lnTo>
                  <a:lnTo>
                    <a:pt x="7097" y="12204"/>
                  </a:lnTo>
                  <a:lnTo>
                    <a:pt x="5002" y="13371"/>
                  </a:lnTo>
                  <a:lnTo>
                    <a:pt x="4347" y="10978"/>
                  </a:lnTo>
                  <a:lnTo>
                    <a:pt x="7109" y="8299"/>
                  </a:lnTo>
                  <a:close/>
                  <a:moveTo>
                    <a:pt x="10574" y="0"/>
                  </a:moveTo>
                  <a:lnTo>
                    <a:pt x="9824" y="405"/>
                  </a:lnTo>
                  <a:lnTo>
                    <a:pt x="7419" y="1750"/>
                  </a:lnTo>
                  <a:lnTo>
                    <a:pt x="5121" y="453"/>
                  </a:lnTo>
                  <a:lnTo>
                    <a:pt x="4359" y="36"/>
                  </a:lnTo>
                  <a:lnTo>
                    <a:pt x="4132" y="857"/>
                  </a:lnTo>
                  <a:lnTo>
                    <a:pt x="3418" y="3441"/>
                  </a:lnTo>
                  <a:lnTo>
                    <a:pt x="846" y="4120"/>
                  </a:lnTo>
                  <a:lnTo>
                    <a:pt x="1" y="4334"/>
                  </a:lnTo>
                  <a:lnTo>
                    <a:pt x="430" y="5072"/>
                  </a:lnTo>
                  <a:lnTo>
                    <a:pt x="1811" y="7394"/>
                  </a:lnTo>
                  <a:lnTo>
                    <a:pt x="477" y="9632"/>
                  </a:lnTo>
                  <a:lnTo>
                    <a:pt x="37" y="10370"/>
                  </a:lnTo>
                  <a:lnTo>
                    <a:pt x="894" y="10597"/>
                  </a:lnTo>
                  <a:lnTo>
                    <a:pt x="3549" y="11287"/>
                  </a:lnTo>
                  <a:lnTo>
                    <a:pt x="4240" y="13788"/>
                  </a:lnTo>
                  <a:lnTo>
                    <a:pt x="4466" y="14609"/>
                  </a:lnTo>
                  <a:lnTo>
                    <a:pt x="5216" y="14192"/>
                  </a:lnTo>
                  <a:lnTo>
                    <a:pt x="7621" y="12859"/>
                  </a:lnTo>
                  <a:lnTo>
                    <a:pt x="9919" y="14145"/>
                  </a:lnTo>
                  <a:lnTo>
                    <a:pt x="10681" y="14561"/>
                  </a:lnTo>
                  <a:lnTo>
                    <a:pt x="10907" y="13752"/>
                  </a:lnTo>
                  <a:lnTo>
                    <a:pt x="11621" y="11156"/>
                  </a:lnTo>
                  <a:lnTo>
                    <a:pt x="14193" y="10489"/>
                  </a:lnTo>
                  <a:lnTo>
                    <a:pt x="15039" y="10263"/>
                  </a:lnTo>
                  <a:lnTo>
                    <a:pt x="14610" y="9537"/>
                  </a:lnTo>
                  <a:lnTo>
                    <a:pt x="13229" y="7215"/>
                  </a:lnTo>
                  <a:lnTo>
                    <a:pt x="14562" y="4965"/>
                  </a:lnTo>
                  <a:lnTo>
                    <a:pt x="15003" y="4239"/>
                  </a:lnTo>
                  <a:lnTo>
                    <a:pt x="14146" y="4012"/>
                  </a:lnTo>
                  <a:lnTo>
                    <a:pt x="11490" y="3310"/>
                  </a:lnTo>
                  <a:lnTo>
                    <a:pt x="10800" y="810"/>
                  </a:lnTo>
                  <a:lnTo>
                    <a:pt x="10574"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9"/>
            <p:cNvSpPr/>
            <p:nvPr/>
          </p:nvSpPr>
          <p:spPr>
            <a:xfrm>
              <a:off x="1924768" y="3269110"/>
              <a:ext cx="478740" cy="465126"/>
            </a:xfrm>
            <a:custGeom>
              <a:avLst/>
              <a:gdLst/>
              <a:ahLst/>
              <a:cxnLst/>
              <a:rect l="l" t="t" r="r" b="b"/>
              <a:pathLst>
                <a:path w="15050" h="14622" extrusionOk="0">
                  <a:moveTo>
                    <a:pt x="4882" y="1286"/>
                  </a:moveTo>
                  <a:lnTo>
                    <a:pt x="7108" y="2525"/>
                  </a:lnTo>
                  <a:lnTo>
                    <a:pt x="7108" y="6311"/>
                  </a:lnTo>
                  <a:lnTo>
                    <a:pt x="4263" y="3560"/>
                  </a:lnTo>
                  <a:lnTo>
                    <a:pt x="4882" y="1286"/>
                  </a:lnTo>
                  <a:close/>
                  <a:moveTo>
                    <a:pt x="10037" y="1239"/>
                  </a:moveTo>
                  <a:lnTo>
                    <a:pt x="10692" y="3632"/>
                  </a:lnTo>
                  <a:lnTo>
                    <a:pt x="7918" y="6311"/>
                  </a:lnTo>
                  <a:lnTo>
                    <a:pt x="7918" y="2417"/>
                  </a:lnTo>
                  <a:lnTo>
                    <a:pt x="7942" y="2417"/>
                  </a:lnTo>
                  <a:lnTo>
                    <a:pt x="10037" y="1239"/>
                  </a:lnTo>
                  <a:close/>
                  <a:moveTo>
                    <a:pt x="3739" y="4215"/>
                  </a:moveTo>
                  <a:lnTo>
                    <a:pt x="6513" y="6894"/>
                  </a:lnTo>
                  <a:lnTo>
                    <a:pt x="2489" y="6894"/>
                  </a:lnTo>
                  <a:lnTo>
                    <a:pt x="1274" y="4858"/>
                  </a:lnTo>
                  <a:lnTo>
                    <a:pt x="3739" y="4215"/>
                  </a:lnTo>
                  <a:close/>
                  <a:moveTo>
                    <a:pt x="11371" y="4144"/>
                  </a:moveTo>
                  <a:lnTo>
                    <a:pt x="13716" y="4751"/>
                  </a:lnTo>
                  <a:lnTo>
                    <a:pt x="12430" y="6894"/>
                  </a:lnTo>
                  <a:lnTo>
                    <a:pt x="8513" y="6894"/>
                  </a:lnTo>
                  <a:lnTo>
                    <a:pt x="11371" y="4144"/>
                  </a:lnTo>
                  <a:close/>
                  <a:moveTo>
                    <a:pt x="12549" y="7716"/>
                  </a:moveTo>
                  <a:lnTo>
                    <a:pt x="13776" y="9752"/>
                  </a:lnTo>
                  <a:lnTo>
                    <a:pt x="11299" y="10395"/>
                  </a:lnTo>
                  <a:lnTo>
                    <a:pt x="8525" y="7716"/>
                  </a:lnTo>
                  <a:close/>
                  <a:moveTo>
                    <a:pt x="6525" y="7728"/>
                  </a:moveTo>
                  <a:lnTo>
                    <a:pt x="3667" y="10478"/>
                  </a:lnTo>
                  <a:lnTo>
                    <a:pt x="1334" y="9871"/>
                  </a:lnTo>
                  <a:lnTo>
                    <a:pt x="2608" y="7728"/>
                  </a:lnTo>
                  <a:close/>
                  <a:moveTo>
                    <a:pt x="7942" y="8299"/>
                  </a:moveTo>
                  <a:lnTo>
                    <a:pt x="10775" y="11049"/>
                  </a:lnTo>
                  <a:lnTo>
                    <a:pt x="10156" y="13323"/>
                  </a:lnTo>
                  <a:lnTo>
                    <a:pt x="7942" y="12085"/>
                  </a:lnTo>
                  <a:lnTo>
                    <a:pt x="7942" y="8299"/>
                  </a:lnTo>
                  <a:close/>
                  <a:moveTo>
                    <a:pt x="7108" y="8299"/>
                  </a:moveTo>
                  <a:lnTo>
                    <a:pt x="7108" y="12192"/>
                  </a:lnTo>
                  <a:lnTo>
                    <a:pt x="5001" y="13371"/>
                  </a:lnTo>
                  <a:lnTo>
                    <a:pt x="4334" y="10978"/>
                  </a:lnTo>
                  <a:lnTo>
                    <a:pt x="7108" y="8299"/>
                  </a:lnTo>
                  <a:close/>
                  <a:moveTo>
                    <a:pt x="10585" y="0"/>
                  </a:moveTo>
                  <a:lnTo>
                    <a:pt x="9823" y="417"/>
                  </a:lnTo>
                  <a:lnTo>
                    <a:pt x="7430" y="1763"/>
                  </a:lnTo>
                  <a:lnTo>
                    <a:pt x="5120" y="465"/>
                  </a:lnTo>
                  <a:lnTo>
                    <a:pt x="4370" y="48"/>
                  </a:lnTo>
                  <a:lnTo>
                    <a:pt x="4144" y="870"/>
                  </a:lnTo>
                  <a:lnTo>
                    <a:pt x="3429" y="3453"/>
                  </a:lnTo>
                  <a:lnTo>
                    <a:pt x="857" y="4132"/>
                  </a:lnTo>
                  <a:lnTo>
                    <a:pt x="0" y="4346"/>
                  </a:lnTo>
                  <a:lnTo>
                    <a:pt x="441" y="5084"/>
                  </a:lnTo>
                  <a:lnTo>
                    <a:pt x="1822" y="7406"/>
                  </a:lnTo>
                  <a:lnTo>
                    <a:pt x="476" y="9644"/>
                  </a:lnTo>
                  <a:lnTo>
                    <a:pt x="48" y="10383"/>
                  </a:lnTo>
                  <a:lnTo>
                    <a:pt x="893" y="10597"/>
                  </a:lnTo>
                  <a:lnTo>
                    <a:pt x="3560" y="11299"/>
                  </a:lnTo>
                  <a:lnTo>
                    <a:pt x="4251" y="13800"/>
                  </a:lnTo>
                  <a:lnTo>
                    <a:pt x="4465" y="14621"/>
                  </a:lnTo>
                  <a:lnTo>
                    <a:pt x="5227" y="14205"/>
                  </a:lnTo>
                  <a:lnTo>
                    <a:pt x="7620" y="12859"/>
                  </a:lnTo>
                  <a:lnTo>
                    <a:pt x="9930" y="14157"/>
                  </a:lnTo>
                  <a:lnTo>
                    <a:pt x="10692" y="14574"/>
                  </a:lnTo>
                  <a:lnTo>
                    <a:pt x="10918" y="13752"/>
                  </a:lnTo>
                  <a:lnTo>
                    <a:pt x="11633" y="11168"/>
                  </a:lnTo>
                  <a:lnTo>
                    <a:pt x="14204" y="10502"/>
                  </a:lnTo>
                  <a:lnTo>
                    <a:pt x="15050" y="10275"/>
                  </a:lnTo>
                  <a:lnTo>
                    <a:pt x="14621" y="9549"/>
                  </a:lnTo>
                  <a:lnTo>
                    <a:pt x="13240" y="7227"/>
                  </a:lnTo>
                  <a:lnTo>
                    <a:pt x="14573" y="4977"/>
                  </a:lnTo>
                  <a:lnTo>
                    <a:pt x="15002" y="4251"/>
                  </a:lnTo>
                  <a:lnTo>
                    <a:pt x="14157" y="4025"/>
                  </a:lnTo>
                  <a:lnTo>
                    <a:pt x="11490" y="3322"/>
                  </a:lnTo>
                  <a:lnTo>
                    <a:pt x="10811"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9"/>
            <p:cNvSpPr/>
            <p:nvPr/>
          </p:nvSpPr>
          <p:spPr>
            <a:xfrm>
              <a:off x="1442242" y="2804398"/>
              <a:ext cx="478772" cy="464744"/>
            </a:xfrm>
            <a:custGeom>
              <a:avLst/>
              <a:gdLst/>
              <a:ahLst/>
              <a:cxnLst/>
              <a:rect l="l" t="t" r="r" b="b"/>
              <a:pathLst>
                <a:path w="15051" h="14610" extrusionOk="0">
                  <a:moveTo>
                    <a:pt x="10050" y="1239"/>
                  </a:moveTo>
                  <a:lnTo>
                    <a:pt x="10704" y="3632"/>
                  </a:lnTo>
                  <a:lnTo>
                    <a:pt x="7942" y="6311"/>
                  </a:lnTo>
                  <a:lnTo>
                    <a:pt x="7942" y="2405"/>
                  </a:lnTo>
                  <a:lnTo>
                    <a:pt x="7954" y="2405"/>
                  </a:lnTo>
                  <a:lnTo>
                    <a:pt x="10050" y="1239"/>
                  </a:lnTo>
                  <a:close/>
                  <a:moveTo>
                    <a:pt x="4894" y="1274"/>
                  </a:moveTo>
                  <a:lnTo>
                    <a:pt x="7109" y="2513"/>
                  </a:lnTo>
                  <a:lnTo>
                    <a:pt x="7109" y="6323"/>
                  </a:lnTo>
                  <a:lnTo>
                    <a:pt x="4263" y="3560"/>
                  </a:lnTo>
                  <a:lnTo>
                    <a:pt x="4894" y="1274"/>
                  </a:lnTo>
                  <a:close/>
                  <a:moveTo>
                    <a:pt x="3763" y="4215"/>
                  </a:moveTo>
                  <a:lnTo>
                    <a:pt x="6525" y="6894"/>
                  </a:lnTo>
                  <a:lnTo>
                    <a:pt x="2513" y="6894"/>
                  </a:lnTo>
                  <a:lnTo>
                    <a:pt x="1287" y="4846"/>
                  </a:lnTo>
                  <a:lnTo>
                    <a:pt x="3763" y="4215"/>
                  </a:lnTo>
                  <a:close/>
                  <a:moveTo>
                    <a:pt x="11395" y="4132"/>
                  </a:moveTo>
                  <a:lnTo>
                    <a:pt x="13729" y="4751"/>
                  </a:lnTo>
                  <a:lnTo>
                    <a:pt x="12455" y="6894"/>
                  </a:lnTo>
                  <a:lnTo>
                    <a:pt x="8537" y="6894"/>
                  </a:lnTo>
                  <a:lnTo>
                    <a:pt x="11395" y="4132"/>
                  </a:lnTo>
                  <a:close/>
                  <a:moveTo>
                    <a:pt x="12550" y="7704"/>
                  </a:moveTo>
                  <a:lnTo>
                    <a:pt x="13776" y="9752"/>
                  </a:lnTo>
                  <a:lnTo>
                    <a:pt x="11300" y="10383"/>
                  </a:lnTo>
                  <a:lnTo>
                    <a:pt x="8537" y="7704"/>
                  </a:lnTo>
                  <a:close/>
                  <a:moveTo>
                    <a:pt x="6525" y="7704"/>
                  </a:moveTo>
                  <a:lnTo>
                    <a:pt x="3668" y="10478"/>
                  </a:lnTo>
                  <a:lnTo>
                    <a:pt x="1334" y="9871"/>
                  </a:lnTo>
                  <a:lnTo>
                    <a:pt x="2608" y="7704"/>
                  </a:lnTo>
                  <a:close/>
                  <a:moveTo>
                    <a:pt x="7954" y="8287"/>
                  </a:moveTo>
                  <a:lnTo>
                    <a:pt x="10800" y="11038"/>
                  </a:lnTo>
                  <a:lnTo>
                    <a:pt x="10169" y="13324"/>
                  </a:lnTo>
                  <a:lnTo>
                    <a:pt x="7954" y="12085"/>
                  </a:lnTo>
                  <a:lnTo>
                    <a:pt x="7954" y="8287"/>
                  </a:lnTo>
                  <a:close/>
                  <a:moveTo>
                    <a:pt x="7121" y="8287"/>
                  </a:moveTo>
                  <a:lnTo>
                    <a:pt x="7121" y="12192"/>
                  </a:lnTo>
                  <a:lnTo>
                    <a:pt x="7109" y="12192"/>
                  </a:lnTo>
                  <a:lnTo>
                    <a:pt x="5013" y="13359"/>
                  </a:lnTo>
                  <a:lnTo>
                    <a:pt x="4358" y="10966"/>
                  </a:lnTo>
                  <a:lnTo>
                    <a:pt x="7121" y="8287"/>
                  </a:lnTo>
                  <a:close/>
                  <a:moveTo>
                    <a:pt x="10585" y="0"/>
                  </a:moveTo>
                  <a:lnTo>
                    <a:pt x="9823" y="417"/>
                  </a:lnTo>
                  <a:lnTo>
                    <a:pt x="7430" y="1751"/>
                  </a:lnTo>
                  <a:lnTo>
                    <a:pt x="5120" y="453"/>
                  </a:lnTo>
                  <a:lnTo>
                    <a:pt x="4370" y="48"/>
                  </a:lnTo>
                  <a:lnTo>
                    <a:pt x="4144" y="858"/>
                  </a:lnTo>
                  <a:lnTo>
                    <a:pt x="3430" y="3453"/>
                  </a:lnTo>
                  <a:lnTo>
                    <a:pt x="858" y="4120"/>
                  </a:lnTo>
                  <a:lnTo>
                    <a:pt x="1" y="4346"/>
                  </a:lnTo>
                  <a:lnTo>
                    <a:pt x="441" y="5072"/>
                  </a:lnTo>
                  <a:lnTo>
                    <a:pt x="1822" y="7394"/>
                  </a:lnTo>
                  <a:lnTo>
                    <a:pt x="477" y="9644"/>
                  </a:lnTo>
                  <a:lnTo>
                    <a:pt x="48" y="10371"/>
                  </a:lnTo>
                  <a:lnTo>
                    <a:pt x="894" y="10597"/>
                  </a:lnTo>
                  <a:lnTo>
                    <a:pt x="3561" y="11299"/>
                  </a:lnTo>
                  <a:lnTo>
                    <a:pt x="4251" y="13800"/>
                  </a:lnTo>
                  <a:lnTo>
                    <a:pt x="4466" y="14609"/>
                  </a:lnTo>
                  <a:lnTo>
                    <a:pt x="5228" y="14193"/>
                  </a:lnTo>
                  <a:lnTo>
                    <a:pt x="7621" y="12859"/>
                  </a:lnTo>
                  <a:lnTo>
                    <a:pt x="9930" y="14157"/>
                  </a:lnTo>
                  <a:lnTo>
                    <a:pt x="10692" y="14574"/>
                  </a:lnTo>
                  <a:lnTo>
                    <a:pt x="10919" y="13752"/>
                  </a:lnTo>
                  <a:lnTo>
                    <a:pt x="11633" y="11157"/>
                  </a:lnTo>
                  <a:lnTo>
                    <a:pt x="14205" y="10490"/>
                  </a:lnTo>
                  <a:lnTo>
                    <a:pt x="15050" y="10264"/>
                  </a:lnTo>
                  <a:lnTo>
                    <a:pt x="14622" y="9537"/>
                  </a:lnTo>
                  <a:lnTo>
                    <a:pt x="13240" y="7216"/>
                  </a:lnTo>
                  <a:lnTo>
                    <a:pt x="14574" y="4965"/>
                  </a:lnTo>
                  <a:lnTo>
                    <a:pt x="15003" y="4239"/>
                  </a:lnTo>
                  <a:lnTo>
                    <a:pt x="14157" y="4013"/>
                  </a:lnTo>
                  <a:lnTo>
                    <a:pt x="11502" y="3322"/>
                  </a:lnTo>
                  <a:lnTo>
                    <a:pt x="10812"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9"/>
            <p:cNvSpPr/>
            <p:nvPr/>
          </p:nvSpPr>
          <p:spPr>
            <a:xfrm>
              <a:off x="1442624" y="3269110"/>
              <a:ext cx="478391" cy="465126"/>
            </a:xfrm>
            <a:custGeom>
              <a:avLst/>
              <a:gdLst/>
              <a:ahLst/>
              <a:cxnLst/>
              <a:rect l="l" t="t" r="r" b="b"/>
              <a:pathLst>
                <a:path w="15039" h="14622" extrusionOk="0">
                  <a:moveTo>
                    <a:pt x="4882" y="1286"/>
                  </a:moveTo>
                  <a:lnTo>
                    <a:pt x="7097" y="2525"/>
                  </a:lnTo>
                  <a:lnTo>
                    <a:pt x="7097" y="6311"/>
                  </a:lnTo>
                  <a:lnTo>
                    <a:pt x="4251" y="3560"/>
                  </a:lnTo>
                  <a:lnTo>
                    <a:pt x="4882" y="1286"/>
                  </a:lnTo>
                  <a:close/>
                  <a:moveTo>
                    <a:pt x="10026" y="1239"/>
                  </a:moveTo>
                  <a:lnTo>
                    <a:pt x="10680" y="3632"/>
                  </a:lnTo>
                  <a:lnTo>
                    <a:pt x="7918" y="6311"/>
                  </a:lnTo>
                  <a:lnTo>
                    <a:pt x="7918" y="2417"/>
                  </a:lnTo>
                  <a:lnTo>
                    <a:pt x="7930" y="2417"/>
                  </a:lnTo>
                  <a:lnTo>
                    <a:pt x="10026" y="1239"/>
                  </a:lnTo>
                  <a:close/>
                  <a:moveTo>
                    <a:pt x="3727" y="4215"/>
                  </a:moveTo>
                  <a:lnTo>
                    <a:pt x="6501" y="6894"/>
                  </a:lnTo>
                  <a:lnTo>
                    <a:pt x="2477" y="6894"/>
                  </a:lnTo>
                  <a:lnTo>
                    <a:pt x="1275" y="4858"/>
                  </a:lnTo>
                  <a:lnTo>
                    <a:pt x="3727" y="4215"/>
                  </a:lnTo>
                  <a:close/>
                  <a:moveTo>
                    <a:pt x="11371" y="4144"/>
                  </a:moveTo>
                  <a:lnTo>
                    <a:pt x="13705" y="4751"/>
                  </a:lnTo>
                  <a:lnTo>
                    <a:pt x="12419" y="6894"/>
                  </a:lnTo>
                  <a:lnTo>
                    <a:pt x="8502" y="6894"/>
                  </a:lnTo>
                  <a:lnTo>
                    <a:pt x="11371" y="4144"/>
                  </a:lnTo>
                  <a:close/>
                  <a:moveTo>
                    <a:pt x="12538" y="7716"/>
                  </a:moveTo>
                  <a:lnTo>
                    <a:pt x="13764" y="9752"/>
                  </a:lnTo>
                  <a:lnTo>
                    <a:pt x="11288" y="10395"/>
                  </a:lnTo>
                  <a:lnTo>
                    <a:pt x="8525" y="7716"/>
                  </a:lnTo>
                  <a:close/>
                  <a:moveTo>
                    <a:pt x="6513" y="7728"/>
                  </a:moveTo>
                  <a:lnTo>
                    <a:pt x="3656" y="10478"/>
                  </a:lnTo>
                  <a:lnTo>
                    <a:pt x="1322" y="9871"/>
                  </a:lnTo>
                  <a:lnTo>
                    <a:pt x="2596" y="7728"/>
                  </a:lnTo>
                  <a:close/>
                  <a:moveTo>
                    <a:pt x="7930" y="8299"/>
                  </a:moveTo>
                  <a:lnTo>
                    <a:pt x="10776" y="11049"/>
                  </a:lnTo>
                  <a:lnTo>
                    <a:pt x="10145" y="13323"/>
                  </a:lnTo>
                  <a:lnTo>
                    <a:pt x="7930" y="12085"/>
                  </a:lnTo>
                  <a:lnTo>
                    <a:pt x="7930" y="8299"/>
                  </a:lnTo>
                  <a:close/>
                  <a:moveTo>
                    <a:pt x="7109" y="8299"/>
                  </a:moveTo>
                  <a:lnTo>
                    <a:pt x="7109" y="12192"/>
                  </a:lnTo>
                  <a:lnTo>
                    <a:pt x="7097" y="12192"/>
                  </a:lnTo>
                  <a:lnTo>
                    <a:pt x="5001" y="13371"/>
                  </a:lnTo>
                  <a:lnTo>
                    <a:pt x="4346" y="10978"/>
                  </a:lnTo>
                  <a:lnTo>
                    <a:pt x="7109" y="8299"/>
                  </a:lnTo>
                  <a:close/>
                  <a:moveTo>
                    <a:pt x="10573" y="0"/>
                  </a:moveTo>
                  <a:lnTo>
                    <a:pt x="9823" y="417"/>
                  </a:lnTo>
                  <a:lnTo>
                    <a:pt x="7418" y="1763"/>
                  </a:lnTo>
                  <a:lnTo>
                    <a:pt x="5120" y="465"/>
                  </a:lnTo>
                  <a:lnTo>
                    <a:pt x="4358" y="48"/>
                  </a:lnTo>
                  <a:lnTo>
                    <a:pt x="4132" y="870"/>
                  </a:lnTo>
                  <a:lnTo>
                    <a:pt x="3418" y="3453"/>
                  </a:lnTo>
                  <a:lnTo>
                    <a:pt x="846" y="4132"/>
                  </a:lnTo>
                  <a:lnTo>
                    <a:pt x="1" y="4346"/>
                  </a:lnTo>
                  <a:lnTo>
                    <a:pt x="429" y="5084"/>
                  </a:lnTo>
                  <a:lnTo>
                    <a:pt x="1810" y="7406"/>
                  </a:lnTo>
                  <a:lnTo>
                    <a:pt x="477" y="9644"/>
                  </a:lnTo>
                  <a:lnTo>
                    <a:pt x="36" y="10383"/>
                  </a:lnTo>
                  <a:lnTo>
                    <a:pt x="894" y="10597"/>
                  </a:lnTo>
                  <a:lnTo>
                    <a:pt x="3549" y="11299"/>
                  </a:lnTo>
                  <a:lnTo>
                    <a:pt x="4239" y="13800"/>
                  </a:lnTo>
                  <a:lnTo>
                    <a:pt x="4465" y="14621"/>
                  </a:lnTo>
                  <a:lnTo>
                    <a:pt x="5216" y="14205"/>
                  </a:lnTo>
                  <a:lnTo>
                    <a:pt x="7621" y="12859"/>
                  </a:lnTo>
                  <a:lnTo>
                    <a:pt x="9918" y="14157"/>
                  </a:lnTo>
                  <a:lnTo>
                    <a:pt x="10680" y="14574"/>
                  </a:lnTo>
                  <a:lnTo>
                    <a:pt x="10907" y="13752"/>
                  </a:lnTo>
                  <a:lnTo>
                    <a:pt x="11621" y="11168"/>
                  </a:lnTo>
                  <a:lnTo>
                    <a:pt x="14193" y="10502"/>
                  </a:lnTo>
                  <a:lnTo>
                    <a:pt x="15038" y="10275"/>
                  </a:lnTo>
                  <a:lnTo>
                    <a:pt x="14610" y="9549"/>
                  </a:lnTo>
                  <a:lnTo>
                    <a:pt x="13228" y="7227"/>
                  </a:lnTo>
                  <a:lnTo>
                    <a:pt x="14562" y="4977"/>
                  </a:lnTo>
                  <a:lnTo>
                    <a:pt x="15002" y="4251"/>
                  </a:lnTo>
                  <a:lnTo>
                    <a:pt x="14145" y="4025"/>
                  </a:lnTo>
                  <a:lnTo>
                    <a:pt x="11490" y="3322"/>
                  </a:lnTo>
                  <a:lnTo>
                    <a:pt x="10800" y="822"/>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9"/>
            <p:cNvSpPr/>
            <p:nvPr/>
          </p:nvSpPr>
          <p:spPr>
            <a:xfrm>
              <a:off x="1442624" y="4198916"/>
              <a:ext cx="478391" cy="465094"/>
            </a:xfrm>
            <a:custGeom>
              <a:avLst/>
              <a:gdLst/>
              <a:ahLst/>
              <a:cxnLst/>
              <a:rect l="l" t="t" r="r" b="b"/>
              <a:pathLst>
                <a:path w="15039" h="14621" extrusionOk="0">
                  <a:moveTo>
                    <a:pt x="4882" y="1286"/>
                  </a:moveTo>
                  <a:lnTo>
                    <a:pt x="7097" y="2512"/>
                  </a:lnTo>
                  <a:lnTo>
                    <a:pt x="7097" y="6310"/>
                  </a:lnTo>
                  <a:lnTo>
                    <a:pt x="4251" y="3560"/>
                  </a:lnTo>
                  <a:lnTo>
                    <a:pt x="4882" y="1286"/>
                  </a:lnTo>
                  <a:close/>
                  <a:moveTo>
                    <a:pt x="10038" y="1238"/>
                  </a:moveTo>
                  <a:lnTo>
                    <a:pt x="10692" y="3632"/>
                  </a:lnTo>
                  <a:lnTo>
                    <a:pt x="7930" y="6310"/>
                  </a:lnTo>
                  <a:lnTo>
                    <a:pt x="7930" y="2417"/>
                  </a:lnTo>
                  <a:lnTo>
                    <a:pt x="7942" y="2417"/>
                  </a:lnTo>
                  <a:lnTo>
                    <a:pt x="10038" y="1238"/>
                  </a:lnTo>
                  <a:close/>
                  <a:moveTo>
                    <a:pt x="11383" y="4132"/>
                  </a:moveTo>
                  <a:lnTo>
                    <a:pt x="13717" y="4739"/>
                  </a:lnTo>
                  <a:lnTo>
                    <a:pt x="12443" y="6882"/>
                  </a:lnTo>
                  <a:lnTo>
                    <a:pt x="8525" y="6882"/>
                  </a:lnTo>
                  <a:lnTo>
                    <a:pt x="11383" y="4132"/>
                  </a:lnTo>
                  <a:close/>
                  <a:moveTo>
                    <a:pt x="3727" y="4215"/>
                  </a:moveTo>
                  <a:lnTo>
                    <a:pt x="6501" y="6894"/>
                  </a:lnTo>
                  <a:lnTo>
                    <a:pt x="2477" y="6894"/>
                  </a:lnTo>
                  <a:lnTo>
                    <a:pt x="1263" y="4858"/>
                  </a:lnTo>
                  <a:lnTo>
                    <a:pt x="3727" y="4215"/>
                  </a:lnTo>
                  <a:close/>
                  <a:moveTo>
                    <a:pt x="12538" y="7715"/>
                  </a:moveTo>
                  <a:lnTo>
                    <a:pt x="13764" y="9751"/>
                  </a:lnTo>
                  <a:lnTo>
                    <a:pt x="11288" y="10394"/>
                  </a:lnTo>
                  <a:lnTo>
                    <a:pt x="8525" y="7715"/>
                  </a:lnTo>
                  <a:close/>
                  <a:moveTo>
                    <a:pt x="6513" y="7715"/>
                  </a:moveTo>
                  <a:lnTo>
                    <a:pt x="3656" y="10466"/>
                  </a:lnTo>
                  <a:lnTo>
                    <a:pt x="1322" y="9859"/>
                  </a:lnTo>
                  <a:lnTo>
                    <a:pt x="2596" y="7715"/>
                  </a:lnTo>
                  <a:close/>
                  <a:moveTo>
                    <a:pt x="7942" y="8299"/>
                  </a:moveTo>
                  <a:lnTo>
                    <a:pt x="10788" y="11049"/>
                  </a:lnTo>
                  <a:lnTo>
                    <a:pt x="10157" y="13323"/>
                  </a:lnTo>
                  <a:lnTo>
                    <a:pt x="7942" y="12085"/>
                  </a:lnTo>
                  <a:lnTo>
                    <a:pt x="7942" y="8299"/>
                  </a:lnTo>
                  <a:close/>
                  <a:moveTo>
                    <a:pt x="7109" y="8299"/>
                  </a:moveTo>
                  <a:lnTo>
                    <a:pt x="7109" y="12192"/>
                  </a:lnTo>
                  <a:lnTo>
                    <a:pt x="7097" y="12192"/>
                  </a:lnTo>
                  <a:lnTo>
                    <a:pt x="5001" y="13371"/>
                  </a:lnTo>
                  <a:lnTo>
                    <a:pt x="4346" y="10978"/>
                  </a:lnTo>
                  <a:lnTo>
                    <a:pt x="7109" y="8299"/>
                  </a:lnTo>
                  <a:close/>
                  <a:moveTo>
                    <a:pt x="10573" y="0"/>
                  </a:moveTo>
                  <a:lnTo>
                    <a:pt x="9823" y="417"/>
                  </a:lnTo>
                  <a:lnTo>
                    <a:pt x="7418" y="1762"/>
                  </a:lnTo>
                  <a:lnTo>
                    <a:pt x="5120" y="465"/>
                  </a:lnTo>
                  <a:lnTo>
                    <a:pt x="4358" y="48"/>
                  </a:lnTo>
                  <a:lnTo>
                    <a:pt x="4132" y="869"/>
                  </a:lnTo>
                  <a:lnTo>
                    <a:pt x="3418" y="3453"/>
                  </a:lnTo>
                  <a:lnTo>
                    <a:pt x="846" y="4132"/>
                  </a:lnTo>
                  <a:lnTo>
                    <a:pt x="1" y="4346"/>
                  </a:lnTo>
                  <a:lnTo>
                    <a:pt x="429" y="5084"/>
                  </a:lnTo>
                  <a:lnTo>
                    <a:pt x="1810" y="7406"/>
                  </a:lnTo>
                  <a:lnTo>
                    <a:pt x="477" y="9644"/>
                  </a:lnTo>
                  <a:lnTo>
                    <a:pt x="36" y="10382"/>
                  </a:lnTo>
                  <a:lnTo>
                    <a:pt x="894" y="10597"/>
                  </a:lnTo>
                  <a:lnTo>
                    <a:pt x="3549" y="11299"/>
                  </a:lnTo>
                  <a:lnTo>
                    <a:pt x="4239" y="13799"/>
                  </a:lnTo>
                  <a:lnTo>
                    <a:pt x="4465" y="14621"/>
                  </a:lnTo>
                  <a:lnTo>
                    <a:pt x="5216" y="14204"/>
                  </a:lnTo>
                  <a:lnTo>
                    <a:pt x="7621" y="12859"/>
                  </a:lnTo>
                  <a:lnTo>
                    <a:pt x="9918" y="14157"/>
                  </a:lnTo>
                  <a:lnTo>
                    <a:pt x="10680" y="14573"/>
                  </a:lnTo>
                  <a:lnTo>
                    <a:pt x="10907" y="13752"/>
                  </a:lnTo>
                  <a:lnTo>
                    <a:pt x="11621" y="11168"/>
                  </a:lnTo>
                  <a:lnTo>
                    <a:pt x="14193" y="10501"/>
                  </a:lnTo>
                  <a:lnTo>
                    <a:pt x="15038" y="10275"/>
                  </a:lnTo>
                  <a:lnTo>
                    <a:pt x="14610" y="9549"/>
                  </a:lnTo>
                  <a:lnTo>
                    <a:pt x="13228" y="7227"/>
                  </a:lnTo>
                  <a:lnTo>
                    <a:pt x="14562" y="4977"/>
                  </a:lnTo>
                  <a:lnTo>
                    <a:pt x="15002" y="4251"/>
                  </a:lnTo>
                  <a:lnTo>
                    <a:pt x="14145" y="4024"/>
                  </a:lnTo>
                  <a:lnTo>
                    <a:pt x="11490" y="3322"/>
                  </a:lnTo>
                  <a:lnTo>
                    <a:pt x="10800" y="822"/>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9"/>
            <p:cNvSpPr/>
            <p:nvPr/>
          </p:nvSpPr>
          <p:spPr>
            <a:xfrm>
              <a:off x="1442624" y="3734204"/>
              <a:ext cx="478391" cy="464744"/>
            </a:xfrm>
            <a:custGeom>
              <a:avLst/>
              <a:gdLst/>
              <a:ahLst/>
              <a:cxnLst/>
              <a:rect l="l" t="t" r="r" b="b"/>
              <a:pathLst>
                <a:path w="15039" h="14610" extrusionOk="0">
                  <a:moveTo>
                    <a:pt x="4882" y="1274"/>
                  </a:moveTo>
                  <a:lnTo>
                    <a:pt x="7097" y="2512"/>
                  </a:lnTo>
                  <a:lnTo>
                    <a:pt x="7097" y="6311"/>
                  </a:lnTo>
                  <a:lnTo>
                    <a:pt x="4251" y="3560"/>
                  </a:lnTo>
                  <a:lnTo>
                    <a:pt x="4882" y="1274"/>
                  </a:lnTo>
                  <a:close/>
                  <a:moveTo>
                    <a:pt x="10026" y="1238"/>
                  </a:moveTo>
                  <a:lnTo>
                    <a:pt x="10680" y="3632"/>
                  </a:lnTo>
                  <a:lnTo>
                    <a:pt x="7918" y="6311"/>
                  </a:lnTo>
                  <a:lnTo>
                    <a:pt x="7918" y="2405"/>
                  </a:lnTo>
                  <a:lnTo>
                    <a:pt x="7930" y="2405"/>
                  </a:lnTo>
                  <a:lnTo>
                    <a:pt x="10026" y="1238"/>
                  </a:lnTo>
                  <a:close/>
                  <a:moveTo>
                    <a:pt x="3727" y="4215"/>
                  </a:moveTo>
                  <a:lnTo>
                    <a:pt x="6501" y="6894"/>
                  </a:lnTo>
                  <a:lnTo>
                    <a:pt x="2477" y="6894"/>
                  </a:lnTo>
                  <a:lnTo>
                    <a:pt x="1275" y="4846"/>
                  </a:lnTo>
                  <a:lnTo>
                    <a:pt x="3727" y="4215"/>
                  </a:lnTo>
                  <a:close/>
                  <a:moveTo>
                    <a:pt x="11371" y="4132"/>
                  </a:moveTo>
                  <a:lnTo>
                    <a:pt x="13705" y="4751"/>
                  </a:lnTo>
                  <a:lnTo>
                    <a:pt x="12419" y="6894"/>
                  </a:lnTo>
                  <a:lnTo>
                    <a:pt x="8502" y="6894"/>
                  </a:lnTo>
                  <a:lnTo>
                    <a:pt x="11371" y="4132"/>
                  </a:lnTo>
                  <a:close/>
                  <a:moveTo>
                    <a:pt x="12538" y="7704"/>
                  </a:moveTo>
                  <a:lnTo>
                    <a:pt x="13764" y="9751"/>
                  </a:lnTo>
                  <a:lnTo>
                    <a:pt x="11288" y="10382"/>
                  </a:lnTo>
                  <a:lnTo>
                    <a:pt x="8525" y="7704"/>
                  </a:lnTo>
                  <a:close/>
                  <a:moveTo>
                    <a:pt x="6513" y="7704"/>
                  </a:moveTo>
                  <a:lnTo>
                    <a:pt x="3656" y="10466"/>
                  </a:lnTo>
                  <a:lnTo>
                    <a:pt x="1322" y="9847"/>
                  </a:lnTo>
                  <a:lnTo>
                    <a:pt x="2596" y="7704"/>
                  </a:lnTo>
                  <a:close/>
                  <a:moveTo>
                    <a:pt x="7930" y="8287"/>
                  </a:moveTo>
                  <a:lnTo>
                    <a:pt x="10776" y="11037"/>
                  </a:lnTo>
                  <a:lnTo>
                    <a:pt x="10145" y="13323"/>
                  </a:lnTo>
                  <a:lnTo>
                    <a:pt x="7930" y="12085"/>
                  </a:lnTo>
                  <a:lnTo>
                    <a:pt x="7930" y="8287"/>
                  </a:lnTo>
                  <a:close/>
                  <a:moveTo>
                    <a:pt x="7109" y="8287"/>
                  </a:moveTo>
                  <a:lnTo>
                    <a:pt x="7109" y="12192"/>
                  </a:lnTo>
                  <a:lnTo>
                    <a:pt x="7097" y="12192"/>
                  </a:lnTo>
                  <a:lnTo>
                    <a:pt x="5001" y="13359"/>
                  </a:lnTo>
                  <a:lnTo>
                    <a:pt x="4346" y="10966"/>
                  </a:lnTo>
                  <a:lnTo>
                    <a:pt x="7109" y="8287"/>
                  </a:lnTo>
                  <a:close/>
                  <a:moveTo>
                    <a:pt x="10573" y="0"/>
                  </a:moveTo>
                  <a:lnTo>
                    <a:pt x="9823" y="417"/>
                  </a:lnTo>
                  <a:lnTo>
                    <a:pt x="7418" y="1750"/>
                  </a:lnTo>
                  <a:lnTo>
                    <a:pt x="5120" y="465"/>
                  </a:lnTo>
                  <a:lnTo>
                    <a:pt x="4358" y="48"/>
                  </a:lnTo>
                  <a:lnTo>
                    <a:pt x="4132" y="857"/>
                  </a:lnTo>
                  <a:lnTo>
                    <a:pt x="3418" y="3453"/>
                  </a:lnTo>
                  <a:lnTo>
                    <a:pt x="846" y="4120"/>
                  </a:lnTo>
                  <a:lnTo>
                    <a:pt x="1" y="4346"/>
                  </a:lnTo>
                  <a:lnTo>
                    <a:pt x="429" y="5072"/>
                  </a:lnTo>
                  <a:lnTo>
                    <a:pt x="1810" y="7394"/>
                  </a:lnTo>
                  <a:lnTo>
                    <a:pt x="477" y="9644"/>
                  </a:lnTo>
                  <a:lnTo>
                    <a:pt x="36" y="10371"/>
                  </a:lnTo>
                  <a:lnTo>
                    <a:pt x="894" y="10597"/>
                  </a:lnTo>
                  <a:lnTo>
                    <a:pt x="3549" y="11299"/>
                  </a:lnTo>
                  <a:lnTo>
                    <a:pt x="4239" y="13800"/>
                  </a:lnTo>
                  <a:lnTo>
                    <a:pt x="4465" y="14609"/>
                  </a:lnTo>
                  <a:lnTo>
                    <a:pt x="5216" y="14192"/>
                  </a:lnTo>
                  <a:lnTo>
                    <a:pt x="7621" y="12859"/>
                  </a:lnTo>
                  <a:lnTo>
                    <a:pt x="9918" y="14157"/>
                  </a:lnTo>
                  <a:lnTo>
                    <a:pt x="10680" y="14573"/>
                  </a:lnTo>
                  <a:lnTo>
                    <a:pt x="10907" y="13752"/>
                  </a:lnTo>
                  <a:lnTo>
                    <a:pt x="11621" y="11156"/>
                  </a:lnTo>
                  <a:lnTo>
                    <a:pt x="14193" y="10490"/>
                  </a:lnTo>
                  <a:lnTo>
                    <a:pt x="15038" y="10263"/>
                  </a:lnTo>
                  <a:lnTo>
                    <a:pt x="14610" y="9537"/>
                  </a:lnTo>
                  <a:lnTo>
                    <a:pt x="13228" y="7215"/>
                  </a:lnTo>
                  <a:lnTo>
                    <a:pt x="14562" y="4965"/>
                  </a:lnTo>
                  <a:lnTo>
                    <a:pt x="15002" y="4239"/>
                  </a:lnTo>
                  <a:lnTo>
                    <a:pt x="14145" y="4013"/>
                  </a:lnTo>
                  <a:lnTo>
                    <a:pt x="11490" y="3322"/>
                  </a:lnTo>
                  <a:lnTo>
                    <a:pt x="10800" y="822"/>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9"/>
            <p:cNvSpPr/>
            <p:nvPr/>
          </p:nvSpPr>
          <p:spPr>
            <a:xfrm>
              <a:off x="2407262" y="3734204"/>
              <a:ext cx="478772" cy="464744"/>
            </a:xfrm>
            <a:custGeom>
              <a:avLst/>
              <a:gdLst/>
              <a:ahLst/>
              <a:cxnLst/>
              <a:rect l="l" t="t" r="r" b="b"/>
              <a:pathLst>
                <a:path w="15051" h="14610" extrusionOk="0">
                  <a:moveTo>
                    <a:pt x="4882" y="1274"/>
                  </a:moveTo>
                  <a:lnTo>
                    <a:pt x="7097" y="2512"/>
                  </a:lnTo>
                  <a:lnTo>
                    <a:pt x="7097" y="6311"/>
                  </a:lnTo>
                  <a:lnTo>
                    <a:pt x="4263" y="3560"/>
                  </a:lnTo>
                  <a:lnTo>
                    <a:pt x="4882" y="1274"/>
                  </a:lnTo>
                  <a:close/>
                  <a:moveTo>
                    <a:pt x="10038" y="1238"/>
                  </a:moveTo>
                  <a:lnTo>
                    <a:pt x="10693" y="3632"/>
                  </a:lnTo>
                  <a:lnTo>
                    <a:pt x="7918" y="6311"/>
                  </a:lnTo>
                  <a:lnTo>
                    <a:pt x="7918" y="2405"/>
                  </a:lnTo>
                  <a:lnTo>
                    <a:pt x="7930" y="2405"/>
                  </a:lnTo>
                  <a:lnTo>
                    <a:pt x="10038" y="1238"/>
                  </a:lnTo>
                  <a:close/>
                  <a:moveTo>
                    <a:pt x="3739" y="4215"/>
                  </a:moveTo>
                  <a:lnTo>
                    <a:pt x="6502" y="6894"/>
                  </a:lnTo>
                  <a:lnTo>
                    <a:pt x="2489" y="6894"/>
                  </a:lnTo>
                  <a:lnTo>
                    <a:pt x="1263" y="4846"/>
                  </a:lnTo>
                  <a:lnTo>
                    <a:pt x="3739" y="4215"/>
                  </a:lnTo>
                  <a:close/>
                  <a:moveTo>
                    <a:pt x="11371" y="4132"/>
                  </a:moveTo>
                  <a:lnTo>
                    <a:pt x="13705" y="4751"/>
                  </a:lnTo>
                  <a:lnTo>
                    <a:pt x="12431" y="6894"/>
                  </a:lnTo>
                  <a:lnTo>
                    <a:pt x="8514" y="6894"/>
                  </a:lnTo>
                  <a:lnTo>
                    <a:pt x="11371" y="4132"/>
                  </a:lnTo>
                  <a:close/>
                  <a:moveTo>
                    <a:pt x="12550" y="7704"/>
                  </a:moveTo>
                  <a:lnTo>
                    <a:pt x="13764" y="9751"/>
                  </a:lnTo>
                  <a:lnTo>
                    <a:pt x="11300" y="10382"/>
                  </a:lnTo>
                  <a:lnTo>
                    <a:pt x="8526" y="7704"/>
                  </a:lnTo>
                  <a:close/>
                  <a:moveTo>
                    <a:pt x="6514" y="7704"/>
                  </a:moveTo>
                  <a:lnTo>
                    <a:pt x="3668" y="10466"/>
                  </a:lnTo>
                  <a:lnTo>
                    <a:pt x="1322" y="9847"/>
                  </a:lnTo>
                  <a:lnTo>
                    <a:pt x="2608" y="7704"/>
                  </a:lnTo>
                  <a:close/>
                  <a:moveTo>
                    <a:pt x="7930" y="8287"/>
                  </a:moveTo>
                  <a:lnTo>
                    <a:pt x="10776" y="11037"/>
                  </a:lnTo>
                  <a:lnTo>
                    <a:pt x="10157" y="13323"/>
                  </a:lnTo>
                  <a:lnTo>
                    <a:pt x="7930" y="12085"/>
                  </a:lnTo>
                  <a:lnTo>
                    <a:pt x="7930" y="8287"/>
                  </a:lnTo>
                  <a:close/>
                  <a:moveTo>
                    <a:pt x="7121" y="8287"/>
                  </a:moveTo>
                  <a:lnTo>
                    <a:pt x="7121" y="12192"/>
                  </a:lnTo>
                  <a:lnTo>
                    <a:pt x="7097" y="12192"/>
                  </a:lnTo>
                  <a:lnTo>
                    <a:pt x="5001" y="13359"/>
                  </a:lnTo>
                  <a:lnTo>
                    <a:pt x="4347" y="10966"/>
                  </a:lnTo>
                  <a:lnTo>
                    <a:pt x="7121" y="8287"/>
                  </a:lnTo>
                  <a:close/>
                  <a:moveTo>
                    <a:pt x="10585" y="0"/>
                  </a:moveTo>
                  <a:lnTo>
                    <a:pt x="9823" y="417"/>
                  </a:lnTo>
                  <a:lnTo>
                    <a:pt x="7430" y="1750"/>
                  </a:lnTo>
                  <a:lnTo>
                    <a:pt x="5120" y="465"/>
                  </a:lnTo>
                  <a:lnTo>
                    <a:pt x="4358" y="48"/>
                  </a:lnTo>
                  <a:lnTo>
                    <a:pt x="4144" y="857"/>
                  </a:lnTo>
                  <a:lnTo>
                    <a:pt x="3430" y="3453"/>
                  </a:lnTo>
                  <a:lnTo>
                    <a:pt x="846" y="4120"/>
                  </a:lnTo>
                  <a:lnTo>
                    <a:pt x="1" y="4346"/>
                  </a:lnTo>
                  <a:lnTo>
                    <a:pt x="429" y="5072"/>
                  </a:lnTo>
                  <a:lnTo>
                    <a:pt x="1822" y="7394"/>
                  </a:lnTo>
                  <a:lnTo>
                    <a:pt x="477" y="9644"/>
                  </a:lnTo>
                  <a:lnTo>
                    <a:pt x="48" y="10371"/>
                  </a:lnTo>
                  <a:lnTo>
                    <a:pt x="894" y="10597"/>
                  </a:lnTo>
                  <a:lnTo>
                    <a:pt x="3561" y="11299"/>
                  </a:lnTo>
                  <a:lnTo>
                    <a:pt x="4239" y="13800"/>
                  </a:lnTo>
                  <a:lnTo>
                    <a:pt x="4466" y="14609"/>
                  </a:lnTo>
                  <a:lnTo>
                    <a:pt x="5228" y="14192"/>
                  </a:lnTo>
                  <a:lnTo>
                    <a:pt x="7621" y="12859"/>
                  </a:lnTo>
                  <a:lnTo>
                    <a:pt x="9931" y="14157"/>
                  </a:lnTo>
                  <a:lnTo>
                    <a:pt x="10693" y="14573"/>
                  </a:lnTo>
                  <a:lnTo>
                    <a:pt x="10907" y="13752"/>
                  </a:lnTo>
                  <a:lnTo>
                    <a:pt x="11621" y="11156"/>
                  </a:lnTo>
                  <a:lnTo>
                    <a:pt x="14205" y="10490"/>
                  </a:lnTo>
                  <a:lnTo>
                    <a:pt x="15050" y="10263"/>
                  </a:lnTo>
                  <a:lnTo>
                    <a:pt x="14622" y="9537"/>
                  </a:lnTo>
                  <a:lnTo>
                    <a:pt x="13229" y="7215"/>
                  </a:lnTo>
                  <a:lnTo>
                    <a:pt x="14574" y="4965"/>
                  </a:lnTo>
                  <a:lnTo>
                    <a:pt x="15003" y="4239"/>
                  </a:lnTo>
                  <a:lnTo>
                    <a:pt x="14157" y="4013"/>
                  </a:lnTo>
                  <a:lnTo>
                    <a:pt x="11490" y="3322"/>
                  </a:lnTo>
                  <a:lnTo>
                    <a:pt x="10812"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9"/>
            <p:cNvSpPr/>
            <p:nvPr/>
          </p:nvSpPr>
          <p:spPr>
            <a:xfrm>
              <a:off x="1924768" y="2339304"/>
              <a:ext cx="478740" cy="465126"/>
            </a:xfrm>
            <a:custGeom>
              <a:avLst/>
              <a:gdLst/>
              <a:ahLst/>
              <a:cxnLst/>
              <a:rect l="l" t="t" r="r" b="b"/>
              <a:pathLst>
                <a:path w="15050" h="14622" extrusionOk="0">
                  <a:moveTo>
                    <a:pt x="4882" y="1286"/>
                  </a:moveTo>
                  <a:lnTo>
                    <a:pt x="7108" y="2525"/>
                  </a:lnTo>
                  <a:lnTo>
                    <a:pt x="7108" y="6311"/>
                  </a:lnTo>
                  <a:lnTo>
                    <a:pt x="4263" y="3561"/>
                  </a:lnTo>
                  <a:lnTo>
                    <a:pt x="4882" y="1286"/>
                  </a:lnTo>
                  <a:close/>
                  <a:moveTo>
                    <a:pt x="10049" y="1251"/>
                  </a:moveTo>
                  <a:lnTo>
                    <a:pt x="10704" y="3656"/>
                  </a:lnTo>
                  <a:lnTo>
                    <a:pt x="7942" y="6335"/>
                  </a:lnTo>
                  <a:lnTo>
                    <a:pt x="7942" y="2429"/>
                  </a:lnTo>
                  <a:lnTo>
                    <a:pt x="7954" y="2429"/>
                  </a:lnTo>
                  <a:lnTo>
                    <a:pt x="10049" y="1251"/>
                  </a:lnTo>
                  <a:close/>
                  <a:moveTo>
                    <a:pt x="11395" y="4144"/>
                  </a:moveTo>
                  <a:lnTo>
                    <a:pt x="13728" y="4751"/>
                  </a:lnTo>
                  <a:lnTo>
                    <a:pt x="12442" y="6894"/>
                  </a:lnTo>
                  <a:lnTo>
                    <a:pt x="8525" y="6894"/>
                  </a:lnTo>
                  <a:lnTo>
                    <a:pt x="11395" y="4144"/>
                  </a:lnTo>
                  <a:close/>
                  <a:moveTo>
                    <a:pt x="3751" y="4227"/>
                  </a:moveTo>
                  <a:lnTo>
                    <a:pt x="6525" y="6906"/>
                  </a:lnTo>
                  <a:lnTo>
                    <a:pt x="2501" y="6906"/>
                  </a:lnTo>
                  <a:lnTo>
                    <a:pt x="1286" y="4870"/>
                  </a:lnTo>
                  <a:lnTo>
                    <a:pt x="3751" y="4227"/>
                  </a:lnTo>
                  <a:close/>
                  <a:moveTo>
                    <a:pt x="12549" y="7728"/>
                  </a:moveTo>
                  <a:lnTo>
                    <a:pt x="13776" y="9764"/>
                  </a:lnTo>
                  <a:lnTo>
                    <a:pt x="11299" y="10407"/>
                  </a:lnTo>
                  <a:lnTo>
                    <a:pt x="8525" y="7728"/>
                  </a:lnTo>
                  <a:close/>
                  <a:moveTo>
                    <a:pt x="6525" y="7716"/>
                  </a:moveTo>
                  <a:lnTo>
                    <a:pt x="3679" y="10466"/>
                  </a:lnTo>
                  <a:lnTo>
                    <a:pt x="1346" y="9859"/>
                  </a:lnTo>
                  <a:lnTo>
                    <a:pt x="2608" y="7716"/>
                  </a:lnTo>
                  <a:close/>
                  <a:moveTo>
                    <a:pt x="7954" y="8299"/>
                  </a:moveTo>
                  <a:lnTo>
                    <a:pt x="10799" y="11050"/>
                  </a:lnTo>
                  <a:lnTo>
                    <a:pt x="10168" y="13324"/>
                  </a:lnTo>
                  <a:lnTo>
                    <a:pt x="7954" y="12085"/>
                  </a:lnTo>
                  <a:lnTo>
                    <a:pt x="7954" y="8299"/>
                  </a:lnTo>
                  <a:close/>
                  <a:moveTo>
                    <a:pt x="7120" y="8287"/>
                  </a:moveTo>
                  <a:lnTo>
                    <a:pt x="7120" y="12193"/>
                  </a:lnTo>
                  <a:lnTo>
                    <a:pt x="7108" y="12193"/>
                  </a:lnTo>
                  <a:lnTo>
                    <a:pt x="5001" y="13371"/>
                  </a:lnTo>
                  <a:lnTo>
                    <a:pt x="4346" y="10966"/>
                  </a:lnTo>
                  <a:lnTo>
                    <a:pt x="7120" y="8287"/>
                  </a:lnTo>
                  <a:close/>
                  <a:moveTo>
                    <a:pt x="10585" y="1"/>
                  </a:moveTo>
                  <a:lnTo>
                    <a:pt x="9823" y="417"/>
                  </a:lnTo>
                  <a:lnTo>
                    <a:pt x="7430" y="1763"/>
                  </a:lnTo>
                  <a:lnTo>
                    <a:pt x="5120" y="465"/>
                  </a:lnTo>
                  <a:lnTo>
                    <a:pt x="4370" y="48"/>
                  </a:lnTo>
                  <a:lnTo>
                    <a:pt x="4144" y="870"/>
                  </a:lnTo>
                  <a:lnTo>
                    <a:pt x="3429" y="3453"/>
                  </a:lnTo>
                  <a:lnTo>
                    <a:pt x="857" y="4132"/>
                  </a:lnTo>
                  <a:lnTo>
                    <a:pt x="0" y="4346"/>
                  </a:lnTo>
                  <a:lnTo>
                    <a:pt x="429" y="5085"/>
                  </a:lnTo>
                  <a:lnTo>
                    <a:pt x="1822" y="7406"/>
                  </a:lnTo>
                  <a:lnTo>
                    <a:pt x="476" y="9645"/>
                  </a:lnTo>
                  <a:lnTo>
                    <a:pt x="48" y="10383"/>
                  </a:lnTo>
                  <a:lnTo>
                    <a:pt x="893" y="10597"/>
                  </a:lnTo>
                  <a:lnTo>
                    <a:pt x="3560" y="11300"/>
                  </a:lnTo>
                  <a:lnTo>
                    <a:pt x="4251" y="13800"/>
                  </a:lnTo>
                  <a:lnTo>
                    <a:pt x="4465" y="14621"/>
                  </a:lnTo>
                  <a:lnTo>
                    <a:pt x="5227" y="14205"/>
                  </a:lnTo>
                  <a:lnTo>
                    <a:pt x="7620" y="12859"/>
                  </a:lnTo>
                  <a:lnTo>
                    <a:pt x="9930" y="14157"/>
                  </a:lnTo>
                  <a:lnTo>
                    <a:pt x="10692" y="14574"/>
                  </a:lnTo>
                  <a:lnTo>
                    <a:pt x="10918" y="13752"/>
                  </a:lnTo>
                  <a:lnTo>
                    <a:pt x="11633" y="11169"/>
                  </a:lnTo>
                  <a:lnTo>
                    <a:pt x="14204" y="10502"/>
                  </a:lnTo>
                  <a:lnTo>
                    <a:pt x="15050" y="10276"/>
                  </a:lnTo>
                  <a:lnTo>
                    <a:pt x="14621" y="9549"/>
                  </a:lnTo>
                  <a:lnTo>
                    <a:pt x="13240" y="7228"/>
                  </a:lnTo>
                  <a:lnTo>
                    <a:pt x="14573" y="4977"/>
                  </a:lnTo>
                  <a:lnTo>
                    <a:pt x="15002" y="4251"/>
                  </a:lnTo>
                  <a:lnTo>
                    <a:pt x="14157" y="4025"/>
                  </a:lnTo>
                  <a:lnTo>
                    <a:pt x="11490" y="3322"/>
                  </a:lnTo>
                  <a:lnTo>
                    <a:pt x="10811" y="822"/>
                  </a:lnTo>
                  <a:lnTo>
                    <a:pt x="10585"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9"/>
            <p:cNvSpPr/>
            <p:nvPr/>
          </p:nvSpPr>
          <p:spPr>
            <a:xfrm>
              <a:off x="2407262" y="4198916"/>
              <a:ext cx="478772" cy="465094"/>
            </a:xfrm>
            <a:custGeom>
              <a:avLst/>
              <a:gdLst/>
              <a:ahLst/>
              <a:cxnLst/>
              <a:rect l="l" t="t" r="r" b="b"/>
              <a:pathLst>
                <a:path w="15051" h="14621" extrusionOk="0">
                  <a:moveTo>
                    <a:pt x="4882" y="1286"/>
                  </a:moveTo>
                  <a:lnTo>
                    <a:pt x="7097" y="2512"/>
                  </a:lnTo>
                  <a:lnTo>
                    <a:pt x="7097" y="6310"/>
                  </a:lnTo>
                  <a:lnTo>
                    <a:pt x="4263" y="3560"/>
                  </a:lnTo>
                  <a:lnTo>
                    <a:pt x="4882" y="1286"/>
                  </a:lnTo>
                  <a:close/>
                  <a:moveTo>
                    <a:pt x="10038" y="1238"/>
                  </a:moveTo>
                  <a:lnTo>
                    <a:pt x="10693" y="3632"/>
                  </a:lnTo>
                  <a:lnTo>
                    <a:pt x="7918" y="6310"/>
                  </a:lnTo>
                  <a:lnTo>
                    <a:pt x="7918" y="2417"/>
                  </a:lnTo>
                  <a:lnTo>
                    <a:pt x="7930" y="2417"/>
                  </a:lnTo>
                  <a:lnTo>
                    <a:pt x="10038" y="1238"/>
                  </a:lnTo>
                  <a:close/>
                  <a:moveTo>
                    <a:pt x="11371" y="4132"/>
                  </a:moveTo>
                  <a:lnTo>
                    <a:pt x="13705" y="4739"/>
                  </a:lnTo>
                  <a:lnTo>
                    <a:pt x="12431" y="6882"/>
                  </a:lnTo>
                  <a:lnTo>
                    <a:pt x="8514" y="6882"/>
                  </a:lnTo>
                  <a:lnTo>
                    <a:pt x="11371" y="4132"/>
                  </a:lnTo>
                  <a:close/>
                  <a:moveTo>
                    <a:pt x="3739" y="4215"/>
                  </a:moveTo>
                  <a:lnTo>
                    <a:pt x="6502" y="6894"/>
                  </a:lnTo>
                  <a:lnTo>
                    <a:pt x="2489" y="6894"/>
                  </a:lnTo>
                  <a:lnTo>
                    <a:pt x="1287" y="4858"/>
                  </a:lnTo>
                  <a:lnTo>
                    <a:pt x="3739" y="4215"/>
                  </a:lnTo>
                  <a:close/>
                  <a:moveTo>
                    <a:pt x="12550" y="7715"/>
                  </a:moveTo>
                  <a:lnTo>
                    <a:pt x="13764" y="9751"/>
                  </a:lnTo>
                  <a:lnTo>
                    <a:pt x="11300" y="10394"/>
                  </a:lnTo>
                  <a:lnTo>
                    <a:pt x="8526" y="7715"/>
                  </a:lnTo>
                  <a:close/>
                  <a:moveTo>
                    <a:pt x="6514" y="7715"/>
                  </a:moveTo>
                  <a:lnTo>
                    <a:pt x="3668" y="10466"/>
                  </a:lnTo>
                  <a:lnTo>
                    <a:pt x="1322" y="9859"/>
                  </a:lnTo>
                  <a:lnTo>
                    <a:pt x="2608" y="7715"/>
                  </a:lnTo>
                  <a:close/>
                  <a:moveTo>
                    <a:pt x="7930" y="8299"/>
                  </a:moveTo>
                  <a:lnTo>
                    <a:pt x="10776" y="11049"/>
                  </a:lnTo>
                  <a:lnTo>
                    <a:pt x="10157" y="13323"/>
                  </a:lnTo>
                  <a:lnTo>
                    <a:pt x="7930" y="12085"/>
                  </a:lnTo>
                  <a:lnTo>
                    <a:pt x="7930" y="8299"/>
                  </a:lnTo>
                  <a:close/>
                  <a:moveTo>
                    <a:pt x="7121" y="8299"/>
                  </a:moveTo>
                  <a:lnTo>
                    <a:pt x="7121" y="12192"/>
                  </a:lnTo>
                  <a:lnTo>
                    <a:pt x="7097" y="12192"/>
                  </a:lnTo>
                  <a:lnTo>
                    <a:pt x="5001" y="13371"/>
                  </a:lnTo>
                  <a:lnTo>
                    <a:pt x="4347" y="10978"/>
                  </a:lnTo>
                  <a:lnTo>
                    <a:pt x="7121" y="8299"/>
                  </a:lnTo>
                  <a:close/>
                  <a:moveTo>
                    <a:pt x="10585" y="0"/>
                  </a:moveTo>
                  <a:lnTo>
                    <a:pt x="9823" y="417"/>
                  </a:lnTo>
                  <a:lnTo>
                    <a:pt x="7430" y="1762"/>
                  </a:lnTo>
                  <a:lnTo>
                    <a:pt x="5120" y="465"/>
                  </a:lnTo>
                  <a:lnTo>
                    <a:pt x="4358" y="48"/>
                  </a:lnTo>
                  <a:lnTo>
                    <a:pt x="4144" y="869"/>
                  </a:lnTo>
                  <a:lnTo>
                    <a:pt x="3430" y="3453"/>
                  </a:lnTo>
                  <a:lnTo>
                    <a:pt x="846" y="4132"/>
                  </a:lnTo>
                  <a:lnTo>
                    <a:pt x="1" y="4346"/>
                  </a:lnTo>
                  <a:lnTo>
                    <a:pt x="429" y="5084"/>
                  </a:lnTo>
                  <a:lnTo>
                    <a:pt x="1822" y="7406"/>
                  </a:lnTo>
                  <a:lnTo>
                    <a:pt x="477" y="9644"/>
                  </a:lnTo>
                  <a:lnTo>
                    <a:pt x="48" y="10382"/>
                  </a:lnTo>
                  <a:lnTo>
                    <a:pt x="894" y="10597"/>
                  </a:lnTo>
                  <a:lnTo>
                    <a:pt x="3561" y="11299"/>
                  </a:lnTo>
                  <a:lnTo>
                    <a:pt x="4239" y="13799"/>
                  </a:lnTo>
                  <a:lnTo>
                    <a:pt x="4466" y="14621"/>
                  </a:lnTo>
                  <a:lnTo>
                    <a:pt x="5228" y="14204"/>
                  </a:lnTo>
                  <a:lnTo>
                    <a:pt x="7621" y="12859"/>
                  </a:lnTo>
                  <a:lnTo>
                    <a:pt x="9931" y="14157"/>
                  </a:lnTo>
                  <a:lnTo>
                    <a:pt x="10693" y="14573"/>
                  </a:lnTo>
                  <a:lnTo>
                    <a:pt x="10907" y="13752"/>
                  </a:lnTo>
                  <a:lnTo>
                    <a:pt x="11621" y="11168"/>
                  </a:lnTo>
                  <a:lnTo>
                    <a:pt x="14205" y="10501"/>
                  </a:lnTo>
                  <a:lnTo>
                    <a:pt x="15050" y="10275"/>
                  </a:lnTo>
                  <a:lnTo>
                    <a:pt x="14622" y="9549"/>
                  </a:lnTo>
                  <a:lnTo>
                    <a:pt x="13229" y="7227"/>
                  </a:lnTo>
                  <a:lnTo>
                    <a:pt x="14574" y="4977"/>
                  </a:lnTo>
                  <a:lnTo>
                    <a:pt x="15003" y="4251"/>
                  </a:lnTo>
                  <a:lnTo>
                    <a:pt x="14157" y="4024"/>
                  </a:lnTo>
                  <a:lnTo>
                    <a:pt x="11490" y="3322"/>
                  </a:lnTo>
                  <a:lnTo>
                    <a:pt x="10812"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9"/>
            <p:cNvSpPr/>
            <p:nvPr/>
          </p:nvSpPr>
          <p:spPr>
            <a:xfrm>
              <a:off x="2407262" y="4663629"/>
              <a:ext cx="478772" cy="464744"/>
            </a:xfrm>
            <a:custGeom>
              <a:avLst/>
              <a:gdLst/>
              <a:ahLst/>
              <a:cxnLst/>
              <a:rect l="l" t="t" r="r" b="b"/>
              <a:pathLst>
                <a:path w="15051" h="14610" extrusionOk="0">
                  <a:moveTo>
                    <a:pt x="4882" y="1286"/>
                  </a:moveTo>
                  <a:lnTo>
                    <a:pt x="7097" y="2524"/>
                  </a:lnTo>
                  <a:lnTo>
                    <a:pt x="7097" y="6322"/>
                  </a:lnTo>
                  <a:lnTo>
                    <a:pt x="4263" y="3572"/>
                  </a:lnTo>
                  <a:lnTo>
                    <a:pt x="4882" y="1286"/>
                  </a:lnTo>
                  <a:close/>
                  <a:moveTo>
                    <a:pt x="10038" y="1250"/>
                  </a:moveTo>
                  <a:lnTo>
                    <a:pt x="10693" y="3643"/>
                  </a:lnTo>
                  <a:lnTo>
                    <a:pt x="7918" y="6322"/>
                  </a:lnTo>
                  <a:lnTo>
                    <a:pt x="7918" y="2417"/>
                  </a:lnTo>
                  <a:lnTo>
                    <a:pt x="7930" y="2417"/>
                  </a:lnTo>
                  <a:lnTo>
                    <a:pt x="10038" y="1250"/>
                  </a:lnTo>
                  <a:close/>
                  <a:moveTo>
                    <a:pt x="3739" y="4203"/>
                  </a:moveTo>
                  <a:lnTo>
                    <a:pt x="6502" y="6882"/>
                  </a:lnTo>
                  <a:lnTo>
                    <a:pt x="2489" y="6882"/>
                  </a:lnTo>
                  <a:lnTo>
                    <a:pt x="1263" y="4846"/>
                  </a:lnTo>
                  <a:lnTo>
                    <a:pt x="3739" y="4203"/>
                  </a:lnTo>
                  <a:close/>
                  <a:moveTo>
                    <a:pt x="11383" y="4132"/>
                  </a:moveTo>
                  <a:lnTo>
                    <a:pt x="13729" y="4739"/>
                  </a:lnTo>
                  <a:lnTo>
                    <a:pt x="12443" y="6882"/>
                  </a:lnTo>
                  <a:lnTo>
                    <a:pt x="8526" y="6882"/>
                  </a:lnTo>
                  <a:lnTo>
                    <a:pt x="11383" y="4132"/>
                  </a:lnTo>
                  <a:close/>
                  <a:moveTo>
                    <a:pt x="12550" y="7715"/>
                  </a:moveTo>
                  <a:lnTo>
                    <a:pt x="13764" y="9763"/>
                  </a:lnTo>
                  <a:lnTo>
                    <a:pt x="11300" y="10394"/>
                  </a:lnTo>
                  <a:lnTo>
                    <a:pt x="8526" y="7715"/>
                  </a:lnTo>
                  <a:close/>
                  <a:moveTo>
                    <a:pt x="6514" y="7715"/>
                  </a:moveTo>
                  <a:lnTo>
                    <a:pt x="3668" y="10478"/>
                  </a:lnTo>
                  <a:lnTo>
                    <a:pt x="1322" y="9858"/>
                  </a:lnTo>
                  <a:lnTo>
                    <a:pt x="2608" y="7715"/>
                  </a:lnTo>
                  <a:close/>
                  <a:moveTo>
                    <a:pt x="7930" y="8287"/>
                  </a:moveTo>
                  <a:lnTo>
                    <a:pt x="10776" y="11037"/>
                  </a:lnTo>
                  <a:lnTo>
                    <a:pt x="10157" y="13311"/>
                  </a:lnTo>
                  <a:lnTo>
                    <a:pt x="7930" y="12085"/>
                  </a:lnTo>
                  <a:lnTo>
                    <a:pt x="7930" y="8287"/>
                  </a:lnTo>
                  <a:close/>
                  <a:moveTo>
                    <a:pt x="7121" y="8299"/>
                  </a:moveTo>
                  <a:lnTo>
                    <a:pt x="7121" y="12204"/>
                  </a:lnTo>
                  <a:lnTo>
                    <a:pt x="7097" y="12204"/>
                  </a:lnTo>
                  <a:lnTo>
                    <a:pt x="5001" y="13371"/>
                  </a:lnTo>
                  <a:lnTo>
                    <a:pt x="4347" y="10978"/>
                  </a:lnTo>
                  <a:lnTo>
                    <a:pt x="7121" y="8299"/>
                  </a:lnTo>
                  <a:close/>
                  <a:moveTo>
                    <a:pt x="10585" y="0"/>
                  </a:moveTo>
                  <a:lnTo>
                    <a:pt x="9823" y="405"/>
                  </a:lnTo>
                  <a:lnTo>
                    <a:pt x="7430" y="1750"/>
                  </a:lnTo>
                  <a:lnTo>
                    <a:pt x="5120" y="453"/>
                  </a:lnTo>
                  <a:lnTo>
                    <a:pt x="4358" y="36"/>
                  </a:lnTo>
                  <a:lnTo>
                    <a:pt x="4144" y="857"/>
                  </a:lnTo>
                  <a:lnTo>
                    <a:pt x="3430" y="3441"/>
                  </a:lnTo>
                  <a:lnTo>
                    <a:pt x="846" y="4120"/>
                  </a:lnTo>
                  <a:lnTo>
                    <a:pt x="1" y="4334"/>
                  </a:lnTo>
                  <a:lnTo>
                    <a:pt x="429" y="5072"/>
                  </a:lnTo>
                  <a:lnTo>
                    <a:pt x="1822" y="7394"/>
                  </a:lnTo>
                  <a:lnTo>
                    <a:pt x="477" y="9632"/>
                  </a:lnTo>
                  <a:lnTo>
                    <a:pt x="48" y="10370"/>
                  </a:lnTo>
                  <a:lnTo>
                    <a:pt x="894" y="10597"/>
                  </a:lnTo>
                  <a:lnTo>
                    <a:pt x="3561" y="11287"/>
                  </a:lnTo>
                  <a:lnTo>
                    <a:pt x="4239" y="13788"/>
                  </a:lnTo>
                  <a:lnTo>
                    <a:pt x="4466" y="14609"/>
                  </a:lnTo>
                  <a:lnTo>
                    <a:pt x="5228" y="14192"/>
                  </a:lnTo>
                  <a:lnTo>
                    <a:pt x="7621" y="12859"/>
                  </a:lnTo>
                  <a:lnTo>
                    <a:pt x="9931" y="14145"/>
                  </a:lnTo>
                  <a:lnTo>
                    <a:pt x="10693" y="14561"/>
                  </a:lnTo>
                  <a:lnTo>
                    <a:pt x="10907" y="13752"/>
                  </a:lnTo>
                  <a:lnTo>
                    <a:pt x="11621" y="11156"/>
                  </a:lnTo>
                  <a:lnTo>
                    <a:pt x="14205" y="10489"/>
                  </a:lnTo>
                  <a:lnTo>
                    <a:pt x="15050" y="10263"/>
                  </a:lnTo>
                  <a:lnTo>
                    <a:pt x="14622" y="9537"/>
                  </a:lnTo>
                  <a:lnTo>
                    <a:pt x="13229" y="7215"/>
                  </a:lnTo>
                  <a:lnTo>
                    <a:pt x="14574" y="4965"/>
                  </a:lnTo>
                  <a:lnTo>
                    <a:pt x="15003" y="4239"/>
                  </a:lnTo>
                  <a:lnTo>
                    <a:pt x="14157" y="4012"/>
                  </a:lnTo>
                  <a:lnTo>
                    <a:pt x="11490" y="3310"/>
                  </a:lnTo>
                  <a:lnTo>
                    <a:pt x="10812" y="810"/>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p:nvPr/>
          </p:nvSpPr>
          <p:spPr>
            <a:xfrm>
              <a:off x="2407262" y="2804398"/>
              <a:ext cx="478772" cy="464744"/>
            </a:xfrm>
            <a:custGeom>
              <a:avLst/>
              <a:gdLst/>
              <a:ahLst/>
              <a:cxnLst/>
              <a:rect l="l" t="t" r="r" b="b"/>
              <a:pathLst>
                <a:path w="15051" h="14610" extrusionOk="0">
                  <a:moveTo>
                    <a:pt x="10050" y="1239"/>
                  </a:moveTo>
                  <a:lnTo>
                    <a:pt x="10705" y="3632"/>
                  </a:lnTo>
                  <a:lnTo>
                    <a:pt x="7930" y="6311"/>
                  </a:lnTo>
                  <a:lnTo>
                    <a:pt x="7930" y="2405"/>
                  </a:lnTo>
                  <a:lnTo>
                    <a:pt x="7954" y="2405"/>
                  </a:lnTo>
                  <a:lnTo>
                    <a:pt x="10050" y="1239"/>
                  </a:lnTo>
                  <a:close/>
                  <a:moveTo>
                    <a:pt x="4882" y="1274"/>
                  </a:moveTo>
                  <a:lnTo>
                    <a:pt x="7097" y="2513"/>
                  </a:lnTo>
                  <a:lnTo>
                    <a:pt x="7097" y="6323"/>
                  </a:lnTo>
                  <a:lnTo>
                    <a:pt x="4263" y="3560"/>
                  </a:lnTo>
                  <a:lnTo>
                    <a:pt x="4882" y="1274"/>
                  </a:lnTo>
                  <a:close/>
                  <a:moveTo>
                    <a:pt x="3751" y="4215"/>
                  </a:moveTo>
                  <a:lnTo>
                    <a:pt x="6525" y="6894"/>
                  </a:lnTo>
                  <a:lnTo>
                    <a:pt x="2501" y="6894"/>
                  </a:lnTo>
                  <a:lnTo>
                    <a:pt x="1287" y="4846"/>
                  </a:lnTo>
                  <a:lnTo>
                    <a:pt x="3751" y="4215"/>
                  </a:lnTo>
                  <a:close/>
                  <a:moveTo>
                    <a:pt x="11383" y="4132"/>
                  </a:moveTo>
                  <a:lnTo>
                    <a:pt x="13729" y="4751"/>
                  </a:lnTo>
                  <a:lnTo>
                    <a:pt x="12443" y="6894"/>
                  </a:lnTo>
                  <a:lnTo>
                    <a:pt x="8526" y="6894"/>
                  </a:lnTo>
                  <a:lnTo>
                    <a:pt x="11383" y="4132"/>
                  </a:lnTo>
                  <a:close/>
                  <a:moveTo>
                    <a:pt x="12550" y="7704"/>
                  </a:moveTo>
                  <a:lnTo>
                    <a:pt x="13764" y="9752"/>
                  </a:lnTo>
                  <a:lnTo>
                    <a:pt x="11300" y="10383"/>
                  </a:lnTo>
                  <a:lnTo>
                    <a:pt x="8526" y="7704"/>
                  </a:lnTo>
                  <a:close/>
                  <a:moveTo>
                    <a:pt x="6514" y="7704"/>
                  </a:moveTo>
                  <a:lnTo>
                    <a:pt x="3668" y="10478"/>
                  </a:lnTo>
                  <a:lnTo>
                    <a:pt x="1322" y="9871"/>
                  </a:lnTo>
                  <a:lnTo>
                    <a:pt x="2608" y="7704"/>
                  </a:lnTo>
                  <a:close/>
                  <a:moveTo>
                    <a:pt x="7954" y="8287"/>
                  </a:moveTo>
                  <a:lnTo>
                    <a:pt x="10788" y="11038"/>
                  </a:lnTo>
                  <a:lnTo>
                    <a:pt x="10169" y="13324"/>
                  </a:lnTo>
                  <a:lnTo>
                    <a:pt x="7954" y="12085"/>
                  </a:lnTo>
                  <a:lnTo>
                    <a:pt x="7954" y="8287"/>
                  </a:lnTo>
                  <a:close/>
                  <a:moveTo>
                    <a:pt x="7121" y="8287"/>
                  </a:moveTo>
                  <a:lnTo>
                    <a:pt x="7121" y="12192"/>
                  </a:lnTo>
                  <a:lnTo>
                    <a:pt x="7097" y="12192"/>
                  </a:lnTo>
                  <a:lnTo>
                    <a:pt x="5001" y="13359"/>
                  </a:lnTo>
                  <a:lnTo>
                    <a:pt x="4347" y="10966"/>
                  </a:lnTo>
                  <a:lnTo>
                    <a:pt x="7121" y="8287"/>
                  </a:lnTo>
                  <a:close/>
                  <a:moveTo>
                    <a:pt x="10585" y="0"/>
                  </a:moveTo>
                  <a:lnTo>
                    <a:pt x="9823" y="417"/>
                  </a:lnTo>
                  <a:lnTo>
                    <a:pt x="7430" y="1751"/>
                  </a:lnTo>
                  <a:lnTo>
                    <a:pt x="5120" y="453"/>
                  </a:lnTo>
                  <a:lnTo>
                    <a:pt x="4358" y="48"/>
                  </a:lnTo>
                  <a:lnTo>
                    <a:pt x="4132" y="858"/>
                  </a:lnTo>
                  <a:lnTo>
                    <a:pt x="3418" y="3453"/>
                  </a:lnTo>
                  <a:lnTo>
                    <a:pt x="846" y="4120"/>
                  </a:lnTo>
                  <a:lnTo>
                    <a:pt x="1" y="4346"/>
                  </a:lnTo>
                  <a:lnTo>
                    <a:pt x="429" y="5072"/>
                  </a:lnTo>
                  <a:lnTo>
                    <a:pt x="1811" y="7394"/>
                  </a:lnTo>
                  <a:lnTo>
                    <a:pt x="477" y="9644"/>
                  </a:lnTo>
                  <a:lnTo>
                    <a:pt x="48" y="10371"/>
                  </a:lnTo>
                  <a:lnTo>
                    <a:pt x="894" y="10597"/>
                  </a:lnTo>
                  <a:lnTo>
                    <a:pt x="3561" y="11299"/>
                  </a:lnTo>
                  <a:lnTo>
                    <a:pt x="4239" y="13800"/>
                  </a:lnTo>
                  <a:lnTo>
                    <a:pt x="4466" y="14609"/>
                  </a:lnTo>
                  <a:lnTo>
                    <a:pt x="5228" y="14193"/>
                  </a:lnTo>
                  <a:lnTo>
                    <a:pt x="7621" y="12859"/>
                  </a:lnTo>
                  <a:lnTo>
                    <a:pt x="9931" y="14157"/>
                  </a:lnTo>
                  <a:lnTo>
                    <a:pt x="10693" y="14574"/>
                  </a:lnTo>
                  <a:lnTo>
                    <a:pt x="10907" y="13752"/>
                  </a:lnTo>
                  <a:lnTo>
                    <a:pt x="11621" y="11157"/>
                  </a:lnTo>
                  <a:lnTo>
                    <a:pt x="14193" y="10490"/>
                  </a:lnTo>
                  <a:lnTo>
                    <a:pt x="15050" y="10264"/>
                  </a:lnTo>
                  <a:lnTo>
                    <a:pt x="14622" y="9537"/>
                  </a:lnTo>
                  <a:lnTo>
                    <a:pt x="13229" y="7216"/>
                  </a:lnTo>
                  <a:lnTo>
                    <a:pt x="14574" y="4965"/>
                  </a:lnTo>
                  <a:lnTo>
                    <a:pt x="15003" y="4239"/>
                  </a:lnTo>
                  <a:lnTo>
                    <a:pt x="14157" y="4013"/>
                  </a:lnTo>
                  <a:lnTo>
                    <a:pt x="11490" y="3322"/>
                  </a:lnTo>
                  <a:lnTo>
                    <a:pt x="10812"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9"/>
            <p:cNvSpPr/>
            <p:nvPr/>
          </p:nvSpPr>
          <p:spPr>
            <a:xfrm>
              <a:off x="1924768" y="2804398"/>
              <a:ext cx="478740" cy="464744"/>
            </a:xfrm>
            <a:custGeom>
              <a:avLst/>
              <a:gdLst/>
              <a:ahLst/>
              <a:cxnLst/>
              <a:rect l="l" t="t" r="r" b="b"/>
              <a:pathLst>
                <a:path w="15050" h="14610" extrusionOk="0">
                  <a:moveTo>
                    <a:pt x="10049" y="1239"/>
                  </a:moveTo>
                  <a:lnTo>
                    <a:pt x="10704" y="3632"/>
                  </a:lnTo>
                  <a:lnTo>
                    <a:pt x="7942" y="6311"/>
                  </a:lnTo>
                  <a:lnTo>
                    <a:pt x="7942" y="2405"/>
                  </a:lnTo>
                  <a:lnTo>
                    <a:pt x="7954" y="2405"/>
                  </a:lnTo>
                  <a:lnTo>
                    <a:pt x="10049" y="1239"/>
                  </a:lnTo>
                  <a:close/>
                  <a:moveTo>
                    <a:pt x="4882" y="1274"/>
                  </a:moveTo>
                  <a:lnTo>
                    <a:pt x="7108" y="2513"/>
                  </a:lnTo>
                  <a:lnTo>
                    <a:pt x="7108" y="6323"/>
                  </a:lnTo>
                  <a:lnTo>
                    <a:pt x="4263" y="3560"/>
                  </a:lnTo>
                  <a:lnTo>
                    <a:pt x="4882" y="1274"/>
                  </a:lnTo>
                  <a:close/>
                  <a:moveTo>
                    <a:pt x="3751" y="4215"/>
                  </a:moveTo>
                  <a:lnTo>
                    <a:pt x="6525" y="6894"/>
                  </a:lnTo>
                  <a:lnTo>
                    <a:pt x="2501" y="6894"/>
                  </a:lnTo>
                  <a:lnTo>
                    <a:pt x="1286" y="4846"/>
                  </a:lnTo>
                  <a:lnTo>
                    <a:pt x="3751" y="4215"/>
                  </a:lnTo>
                  <a:close/>
                  <a:moveTo>
                    <a:pt x="11395" y="4132"/>
                  </a:moveTo>
                  <a:lnTo>
                    <a:pt x="13728" y="4751"/>
                  </a:lnTo>
                  <a:lnTo>
                    <a:pt x="12442" y="6894"/>
                  </a:lnTo>
                  <a:lnTo>
                    <a:pt x="8525" y="6894"/>
                  </a:lnTo>
                  <a:lnTo>
                    <a:pt x="11395" y="4132"/>
                  </a:lnTo>
                  <a:close/>
                  <a:moveTo>
                    <a:pt x="12549" y="7704"/>
                  </a:moveTo>
                  <a:lnTo>
                    <a:pt x="13752" y="9752"/>
                  </a:lnTo>
                  <a:lnTo>
                    <a:pt x="11299" y="10383"/>
                  </a:lnTo>
                  <a:lnTo>
                    <a:pt x="8537" y="7704"/>
                  </a:lnTo>
                  <a:close/>
                  <a:moveTo>
                    <a:pt x="6525" y="7704"/>
                  </a:moveTo>
                  <a:lnTo>
                    <a:pt x="3667" y="10478"/>
                  </a:lnTo>
                  <a:lnTo>
                    <a:pt x="1334" y="9871"/>
                  </a:lnTo>
                  <a:lnTo>
                    <a:pt x="2608" y="7704"/>
                  </a:lnTo>
                  <a:close/>
                  <a:moveTo>
                    <a:pt x="7954" y="8287"/>
                  </a:moveTo>
                  <a:lnTo>
                    <a:pt x="10799" y="11038"/>
                  </a:lnTo>
                  <a:lnTo>
                    <a:pt x="10168" y="13324"/>
                  </a:lnTo>
                  <a:lnTo>
                    <a:pt x="7954" y="12085"/>
                  </a:lnTo>
                  <a:lnTo>
                    <a:pt x="7954" y="8287"/>
                  </a:lnTo>
                  <a:close/>
                  <a:moveTo>
                    <a:pt x="7120" y="8287"/>
                  </a:moveTo>
                  <a:lnTo>
                    <a:pt x="7120" y="12192"/>
                  </a:lnTo>
                  <a:lnTo>
                    <a:pt x="7108" y="12192"/>
                  </a:lnTo>
                  <a:lnTo>
                    <a:pt x="5001" y="13359"/>
                  </a:lnTo>
                  <a:lnTo>
                    <a:pt x="4346" y="10966"/>
                  </a:lnTo>
                  <a:lnTo>
                    <a:pt x="7120" y="8287"/>
                  </a:lnTo>
                  <a:close/>
                  <a:moveTo>
                    <a:pt x="10585" y="0"/>
                  </a:moveTo>
                  <a:lnTo>
                    <a:pt x="9823" y="417"/>
                  </a:lnTo>
                  <a:lnTo>
                    <a:pt x="7430" y="1751"/>
                  </a:lnTo>
                  <a:lnTo>
                    <a:pt x="5120" y="453"/>
                  </a:lnTo>
                  <a:lnTo>
                    <a:pt x="4358" y="48"/>
                  </a:lnTo>
                  <a:lnTo>
                    <a:pt x="4144" y="858"/>
                  </a:lnTo>
                  <a:lnTo>
                    <a:pt x="3429" y="3453"/>
                  </a:lnTo>
                  <a:lnTo>
                    <a:pt x="846" y="4120"/>
                  </a:lnTo>
                  <a:lnTo>
                    <a:pt x="0" y="4346"/>
                  </a:lnTo>
                  <a:lnTo>
                    <a:pt x="429" y="5072"/>
                  </a:lnTo>
                  <a:lnTo>
                    <a:pt x="1822" y="7394"/>
                  </a:lnTo>
                  <a:lnTo>
                    <a:pt x="476" y="9644"/>
                  </a:lnTo>
                  <a:lnTo>
                    <a:pt x="48" y="10371"/>
                  </a:lnTo>
                  <a:lnTo>
                    <a:pt x="893" y="10597"/>
                  </a:lnTo>
                  <a:lnTo>
                    <a:pt x="3560" y="11299"/>
                  </a:lnTo>
                  <a:lnTo>
                    <a:pt x="4239" y="13800"/>
                  </a:lnTo>
                  <a:lnTo>
                    <a:pt x="4465" y="14609"/>
                  </a:lnTo>
                  <a:lnTo>
                    <a:pt x="5227" y="14193"/>
                  </a:lnTo>
                  <a:lnTo>
                    <a:pt x="7620" y="12859"/>
                  </a:lnTo>
                  <a:lnTo>
                    <a:pt x="9930" y="14157"/>
                  </a:lnTo>
                  <a:lnTo>
                    <a:pt x="10692" y="14574"/>
                  </a:lnTo>
                  <a:lnTo>
                    <a:pt x="10918" y="13752"/>
                  </a:lnTo>
                  <a:lnTo>
                    <a:pt x="11633" y="11157"/>
                  </a:lnTo>
                  <a:lnTo>
                    <a:pt x="14204" y="10490"/>
                  </a:lnTo>
                  <a:lnTo>
                    <a:pt x="15050" y="10264"/>
                  </a:lnTo>
                  <a:lnTo>
                    <a:pt x="14621" y="9537"/>
                  </a:lnTo>
                  <a:lnTo>
                    <a:pt x="13240" y="7216"/>
                  </a:lnTo>
                  <a:lnTo>
                    <a:pt x="14573" y="4965"/>
                  </a:lnTo>
                  <a:lnTo>
                    <a:pt x="15002" y="4239"/>
                  </a:lnTo>
                  <a:lnTo>
                    <a:pt x="14157" y="4013"/>
                  </a:lnTo>
                  <a:lnTo>
                    <a:pt x="11490" y="3322"/>
                  </a:lnTo>
                  <a:lnTo>
                    <a:pt x="10811"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9"/>
            <p:cNvSpPr/>
            <p:nvPr/>
          </p:nvSpPr>
          <p:spPr>
            <a:xfrm>
              <a:off x="1442242" y="1874591"/>
              <a:ext cx="478772" cy="464744"/>
            </a:xfrm>
            <a:custGeom>
              <a:avLst/>
              <a:gdLst/>
              <a:ahLst/>
              <a:cxnLst/>
              <a:rect l="l" t="t" r="r" b="b"/>
              <a:pathLst>
                <a:path w="15051" h="14610" extrusionOk="0">
                  <a:moveTo>
                    <a:pt x="4882" y="1298"/>
                  </a:moveTo>
                  <a:lnTo>
                    <a:pt x="7109" y="2525"/>
                  </a:lnTo>
                  <a:lnTo>
                    <a:pt x="7109" y="6323"/>
                  </a:lnTo>
                  <a:lnTo>
                    <a:pt x="4263" y="3573"/>
                  </a:lnTo>
                  <a:lnTo>
                    <a:pt x="4882" y="1298"/>
                  </a:lnTo>
                  <a:close/>
                  <a:moveTo>
                    <a:pt x="10050" y="1251"/>
                  </a:moveTo>
                  <a:lnTo>
                    <a:pt x="10704" y="3644"/>
                  </a:lnTo>
                  <a:lnTo>
                    <a:pt x="7942" y="6323"/>
                  </a:lnTo>
                  <a:lnTo>
                    <a:pt x="7942" y="2430"/>
                  </a:lnTo>
                  <a:lnTo>
                    <a:pt x="7954" y="2430"/>
                  </a:lnTo>
                  <a:lnTo>
                    <a:pt x="10050" y="1251"/>
                  </a:lnTo>
                  <a:close/>
                  <a:moveTo>
                    <a:pt x="11395" y="4132"/>
                  </a:moveTo>
                  <a:lnTo>
                    <a:pt x="13729" y="4751"/>
                  </a:lnTo>
                  <a:lnTo>
                    <a:pt x="12455" y="6894"/>
                  </a:lnTo>
                  <a:lnTo>
                    <a:pt x="8537" y="6894"/>
                  </a:lnTo>
                  <a:lnTo>
                    <a:pt x="11395" y="4132"/>
                  </a:lnTo>
                  <a:close/>
                  <a:moveTo>
                    <a:pt x="3739" y="4227"/>
                  </a:moveTo>
                  <a:lnTo>
                    <a:pt x="6513" y="6906"/>
                  </a:lnTo>
                  <a:lnTo>
                    <a:pt x="2489" y="6906"/>
                  </a:lnTo>
                  <a:lnTo>
                    <a:pt x="1275" y="4870"/>
                  </a:lnTo>
                  <a:lnTo>
                    <a:pt x="3739" y="4227"/>
                  </a:lnTo>
                  <a:close/>
                  <a:moveTo>
                    <a:pt x="12550" y="7728"/>
                  </a:moveTo>
                  <a:lnTo>
                    <a:pt x="13776" y="9764"/>
                  </a:lnTo>
                  <a:lnTo>
                    <a:pt x="11300" y="10407"/>
                  </a:lnTo>
                  <a:lnTo>
                    <a:pt x="8537" y="7728"/>
                  </a:lnTo>
                  <a:close/>
                  <a:moveTo>
                    <a:pt x="6525" y="7728"/>
                  </a:moveTo>
                  <a:lnTo>
                    <a:pt x="3668" y="10478"/>
                  </a:lnTo>
                  <a:lnTo>
                    <a:pt x="1334" y="9871"/>
                  </a:lnTo>
                  <a:lnTo>
                    <a:pt x="2608" y="7728"/>
                  </a:lnTo>
                  <a:close/>
                  <a:moveTo>
                    <a:pt x="7942" y="8299"/>
                  </a:moveTo>
                  <a:lnTo>
                    <a:pt x="10788" y="11062"/>
                  </a:lnTo>
                  <a:lnTo>
                    <a:pt x="10157" y="13336"/>
                  </a:lnTo>
                  <a:lnTo>
                    <a:pt x="7942" y="12097"/>
                  </a:lnTo>
                  <a:lnTo>
                    <a:pt x="7942" y="8299"/>
                  </a:lnTo>
                  <a:close/>
                  <a:moveTo>
                    <a:pt x="7121" y="8299"/>
                  </a:moveTo>
                  <a:lnTo>
                    <a:pt x="7121" y="12205"/>
                  </a:lnTo>
                  <a:lnTo>
                    <a:pt x="7109" y="12205"/>
                  </a:lnTo>
                  <a:lnTo>
                    <a:pt x="5013" y="13383"/>
                  </a:lnTo>
                  <a:lnTo>
                    <a:pt x="4358" y="10978"/>
                  </a:lnTo>
                  <a:lnTo>
                    <a:pt x="7121" y="8299"/>
                  </a:lnTo>
                  <a:close/>
                  <a:moveTo>
                    <a:pt x="10585" y="1"/>
                  </a:moveTo>
                  <a:lnTo>
                    <a:pt x="9823" y="417"/>
                  </a:lnTo>
                  <a:lnTo>
                    <a:pt x="7430" y="1751"/>
                  </a:lnTo>
                  <a:lnTo>
                    <a:pt x="5120" y="465"/>
                  </a:lnTo>
                  <a:lnTo>
                    <a:pt x="4370" y="48"/>
                  </a:lnTo>
                  <a:lnTo>
                    <a:pt x="4144" y="858"/>
                  </a:lnTo>
                  <a:lnTo>
                    <a:pt x="3430" y="3453"/>
                  </a:lnTo>
                  <a:lnTo>
                    <a:pt x="858" y="4120"/>
                  </a:lnTo>
                  <a:lnTo>
                    <a:pt x="1" y="4346"/>
                  </a:lnTo>
                  <a:lnTo>
                    <a:pt x="441" y="5073"/>
                  </a:lnTo>
                  <a:lnTo>
                    <a:pt x="1822" y="7394"/>
                  </a:lnTo>
                  <a:lnTo>
                    <a:pt x="477" y="9645"/>
                  </a:lnTo>
                  <a:lnTo>
                    <a:pt x="48" y="10371"/>
                  </a:lnTo>
                  <a:lnTo>
                    <a:pt x="894" y="10597"/>
                  </a:lnTo>
                  <a:lnTo>
                    <a:pt x="3561" y="11300"/>
                  </a:lnTo>
                  <a:lnTo>
                    <a:pt x="4251" y="13800"/>
                  </a:lnTo>
                  <a:lnTo>
                    <a:pt x="4466" y="14610"/>
                  </a:lnTo>
                  <a:lnTo>
                    <a:pt x="5228" y="14193"/>
                  </a:lnTo>
                  <a:lnTo>
                    <a:pt x="7621" y="12859"/>
                  </a:lnTo>
                  <a:lnTo>
                    <a:pt x="9930" y="14145"/>
                  </a:lnTo>
                  <a:lnTo>
                    <a:pt x="10692" y="14574"/>
                  </a:lnTo>
                  <a:lnTo>
                    <a:pt x="10919" y="13752"/>
                  </a:lnTo>
                  <a:lnTo>
                    <a:pt x="11633" y="11157"/>
                  </a:lnTo>
                  <a:lnTo>
                    <a:pt x="14205" y="10490"/>
                  </a:lnTo>
                  <a:lnTo>
                    <a:pt x="15050" y="10264"/>
                  </a:lnTo>
                  <a:lnTo>
                    <a:pt x="14622" y="9538"/>
                  </a:lnTo>
                  <a:lnTo>
                    <a:pt x="13240" y="7216"/>
                  </a:lnTo>
                  <a:lnTo>
                    <a:pt x="14574" y="4966"/>
                  </a:lnTo>
                  <a:lnTo>
                    <a:pt x="15003" y="4239"/>
                  </a:lnTo>
                  <a:lnTo>
                    <a:pt x="14157" y="4013"/>
                  </a:lnTo>
                  <a:lnTo>
                    <a:pt x="11502" y="3322"/>
                  </a:lnTo>
                  <a:lnTo>
                    <a:pt x="10812" y="822"/>
                  </a:lnTo>
                  <a:lnTo>
                    <a:pt x="10585"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p:nvPr/>
          </p:nvSpPr>
          <p:spPr>
            <a:xfrm>
              <a:off x="1442624" y="2339304"/>
              <a:ext cx="478391" cy="465126"/>
            </a:xfrm>
            <a:custGeom>
              <a:avLst/>
              <a:gdLst/>
              <a:ahLst/>
              <a:cxnLst/>
              <a:rect l="l" t="t" r="r" b="b"/>
              <a:pathLst>
                <a:path w="15039" h="14622" extrusionOk="0">
                  <a:moveTo>
                    <a:pt x="4882" y="1286"/>
                  </a:moveTo>
                  <a:lnTo>
                    <a:pt x="7097" y="2525"/>
                  </a:lnTo>
                  <a:lnTo>
                    <a:pt x="7097" y="6311"/>
                  </a:lnTo>
                  <a:lnTo>
                    <a:pt x="4251" y="3561"/>
                  </a:lnTo>
                  <a:lnTo>
                    <a:pt x="4882" y="1286"/>
                  </a:lnTo>
                  <a:close/>
                  <a:moveTo>
                    <a:pt x="10038" y="1251"/>
                  </a:moveTo>
                  <a:lnTo>
                    <a:pt x="10692" y="3656"/>
                  </a:lnTo>
                  <a:lnTo>
                    <a:pt x="7930" y="6335"/>
                  </a:lnTo>
                  <a:lnTo>
                    <a:pt x="7930" y="2429"/>
                  </a:lnTo>
                  <a:lnTo>
                    <a:pt x="7942" y="2429"/>
                  </a:lnTo>
                  <a:lnTo>
                    <a:pt x="10038" y="1251"/>
                  </a:lnTo>
                  <a:close/>
                  <a:moveTo>
                    <a:pt x="11383" y="4144"/>
                  </a:moveTo>
                  <a:lnTo>
                    <a:pt x="13717" y="4751"/>
                  </a:lnTo>
                  <a:lnTo>
                    <a:pt x="12443" y="6894"/>
                  </a:lnTo>
                  <a:lnTo>
                    <a:pt x="8525" y="6894"/>
                  </a:lnTo>
                  <a:lnTo>
                    <a:pt x="11383" y="4144"/>
                  </a:lnTo>
                  <a:close/>
                  <a:moveTo>
                    <a:pt x="3751" y="4227"/>
                  </a:moveTo>
                  <a:lnTo>
                    <a:pt x="6513" y="6906"/>
                  </a:lnTo>
                  <a:lnTo>
                    <a:pt x="2501" y="6906"/>
                  </a:lnTo>
                  <a:lnTo>
                    <a:pt x="1275" y="4870"/>
                  </a:lnTo>
                  <a:lnTo>
                    <a:pt x="3751" y="4227"/>
                  </a:lnTo>
                  <a:close/>
                  <a:moveTo>
                    <a:pt x="12538" y="7728"/>
                  </a:moveTo>
                  <a:lnTo>
                    <a:pt x="13764" y="9764"/>
                  </a:lnTo>
                  <a:lnTo>
                    <a:pt x="11288" y="10407"/>
                  </a:lnTo>
                  <a:lnTo>
                    <a:pt x="8525" y="7728"/>
                  </a:lnTo>
                  <a:close/>
                  <a:moveTo>
                    <a:pt x="6513" y="7716"/>
                  </a:moveTo>
                  <a:lnTo>
                    <a:pt x="3668" y="10466"/>
                  </a:lnTo>
                  <a:lnTo>
                    <a:pt x="1334" y="9859"/>
                  </a:lnTo>
                  <a:lnTo>
                    <a:pt x="2596" y="7716"/>
                  </a:lnTo>
                  <a:close/>
                  <a:moveTo>
                    <a:pt x="7942" y="8299"/>
                  </a:moveTo>
                  <a:lnTo>
                    <a:pt x="10788" y="11050"/>
                  </a:lnTo>
                  <a:lnTo>
                    <a:pt x="10157" y="13324"/>
                  </a:lnTo>
                  <a:lnTo>
                    <a:pt x="7942" y="12085"/>
                  </a:lnTo>
                  <a:lnTo>
                    <a:pt x="7942" y="8299"/>
                  </a:lnTo>
                  <a:close/>
                  <a:moveTo>
                    <a:pt x="7109" y="8287"/>
                  </a:moveTo>
                  <a:lnTo>
                    <a:pt x="7109" y="12193"/>
                  </a:lnTo>
                  <a:lnTo>
                    <a:pt x="7097" y="12193"/>
                  </a:lnTo>
                  <a:lnTo>
                    <a:pt x="5001" y="13371"/>
                  </a:lnTo>
                  <a:lnTo>
                    <a:pt x="4346" y="10966"/>
                  </a:lnTo>
                  <a:lnTo>
                    <a:pt x="7109" y="8287"/>
                  </a:lnTo>
                  <a:close/>
                  <a:moveTo>
                    <a:pt x="10573" y="1"/>
                  </a:moveTo>
                  <a:lnTo>
                    <a:pt x="9823" y="417"/>
                  </a:lnTo>
                  <a:lnTo>
                    <a:pt x="7418" y="1763"/>
                  </a:lnTo>
                  <a:lnTo>
                    <a:pt x="5120" y="465"/>
                  </a:lnTo>
                  <a:lnTo>
                    <a:pt x="4358" y="48"/>
                  </a:lnTo>
                  <a:lnTo>
                    <a:pt x="4132" y="870"/>
                  </a:lnTo>
                  <a:lnTo>
                    <a:pt x="3418" y="3453"/>
                  </a:lnTo>
                  <a:lnTo>
                    <a:pt x="846" y="4132"/>
                  </a:lnTo>
                  <a:lnTo>
                    <a:pt x="1" y="4346"/>
                  </a:lnTo>
                  <a:lnTo>
                    <a:pt x="429" y="5085"/>
                  </a:lnTo>
                  <a:lnTo>
                    <a:pt x="1810" y="7406"/>
                  </a:lnTo>
                  <a:lnTo>
                    <a:pt x="477" y="9645"/>
                  </a:lnTo>
                  <a:lnTo>
                    <a:pt x="36" y="10383"/>
                  </a:lnTo>
                  <a:lnTo>
                    <a:pt x="894" y="10597"/>
                  </a:lnTo>
                  <a:lnTo>
                    <a:pt x="3549" y="11300"/>
                  </a:lnTo>
                  <a:lnTo>
                    <a:pt x="4239" y="13800"/>
                  </a:lnTo>
                  <a:lnTo>
                    <a:pt x="4465" y="14621"/>
                  </a:lnTo>
                  <a:lnTo>
                    <a:pt x="5216" y="14205"/>
                  </a:lnTo>
                  <a:lnTo>
                    <a:pt x="7621" y="12859"/>
                  </a:lnTo>
                  <a:lnTo>
                    <a:pt x="9918" y="14157"/>
                  </a:lnTo>
                  <a:lnTo>
                    <a:pt x="10680" y="14574"/>
                  </a:lnTo>
                  <a:lnTo>
                    <a:pt x="10907" y="13752"/>
                  </a:lnTo>
                  <a:lnTo>
                    <a:pt x="11621" y="11169"/>
                  </a:lnTo>
                  <a:lnTo>
                    <a:pt x="14193" y="10502"/>
                  </a:lnTo>
                  <a:lnTo>
                    <a:pt x="15038" y="10276"/>
                  </a:lnTo>
                  <a:lnTo>
                    <a:pt x="14610" y="9549"/>
                  </a:lnTo>
                  <a:lnTo>
                    <a:pt x="13228" y="7228"/>
                  </a:lnTo>
                  <a:lnTo>
                    <a:pt x="14562" y="4977"/>
                  </a:lnTo>
                  <a:lnTo>
                    <a:pt x="15002" y="4251"/>
                  </a:lnTo>
                  <a:lnTo>
                    <a:pt x="14145" y="4025"/>
                  </a:lnTo>
                  <a:lnTo>
                    <a:pt x="11490" y="3322"/>
                  </a:lnTo>
                  <a:lnTo>
                    <a:pt x="10800" y="822"/>
                  </a:lnTo>
                  <a:lnTo>
                    <a:pt x="10573"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9"/>
            <p:cNvSpPr/>
            <p:nvPr/>
          </p:nvSpPr>
          <p:spPr>
            <a:xfrm>
              <a:off x="1924768" y="3734204"/>
              <a:ext cx="478740" cy="464744"/>
            </a:xfrm>
            <a:custGeom>
              <a:avLst/>
              <a:gdLst/>
              <a:ahLst/>
              <a:cxnLst/>
              <a:rect l="l" t="t" r="r" b="b"/>
              <a:pathLst>
                <a:path w="15050" h="14610" extrusionOk="0">
                  <a:moveTo>
                    <a:pt x="4882" y="1274"/>
                  </a:moveTo>
                  <a:lnTo>
                    <a:pt x="7108" y="2512"/>
                  </a:lnTo>
                  <a:lnTo>
                    <a:pt x="7108" y="6311"/>
                  </a:lnTo>
                  <a:lnTo>
                    <a:pt x="4263" y="3560"/>
                  </a:lnTo>
                  <a:lnTo>
                    <a:pt x="4882" y="1274"/>
                  </a:lnTo>
                  <a:close/>
                  <a:moveTo>
                    <a:pt x="10037" y="1238"/>
                  </a:moveTo>
                  <a:lnTo>
                    <a:pt x="10692" y="3632"/>
                  </a:lnTo>
                  <a:lnTo>
                    <a:pt x="7918" y="6311"/>
                  </a:lnTo>
                  <a:lnTo>
                    <a:pt x="7918" y="2405"/>
                  </a:lnTo>
                  <a:lnTo>
                    <a:pt x="7942" y="2405"/>
                  </a:lnTo>
                  <a:lnTo>
                    <a:pt x="10037" y="1238"/>
                  </a:lnTo>
                  <a:close/>
                  <a:moveTo>
                    <a:pt x="3739" y="4215"/>
                  </a:moveTo>
                  <a:lnTo>
                    <a:pt x="6513" y="6894"/>
                  </a:lnTo>
                  <a:lnTo>
                    <a:pt x="2489" y="6894"/>
                  </a:lnTo>
                  <a:lnTo>
                    <a:pt x="1286" y="4846"/>
                  </a:lnTo>
                  <a:lnTo>
                    <a:pt x="3739" y="4215"/>
                  </a:lnTo>
                  <a:close/>
                  <a:moveTo>
                    <a:pt x="11371" y="4132"/>
                  </a:moveTo>
                  <a:lnTo>
                    <a:pt x="13716" y="4751"/>
                  </a:lnTo>
                  <a:lnTo>
                    <a:pt x="12430" y="6894"/>
                  </a:lnTo>
                  <a:lnTo>
                    <a:pt x="8513" y="6894"/>
                  </a:lnTo>
                  <a:lnTo>
                    <a:pt x="11371" y="4132"/>
                  </a:lnTo>
                  <a:close/>
                  <a:moveTo>
                    <a:pt x="12549" y="7704"/>
                  </a:moveTo>
                  <a:lnTo>
                    <a:pt x="13776" y="9751"/>
                  </a:lnTo>
                  <a:lnTo>
                    <a:pt x="11299" y="10382"/>
                  </a:lnTo>
                  <a:lnTo>
                    <a:pt x="8525" y="7704"/>
                  </a:lnTo>
                  <a:close/>
                  <a:moveTo>
                    <a:pt x="6525" y="7704"/>
                  </a:moveTo>
                  <a:lnTo>
                    <a:pt x="3667" y="10466"/>
                  </a:lnTo>
                  <a:lnTo>
                    <a:pt x="1334" y="9847"/>
                  </a:lnTo>
                  <a:lnTo>
                    <a:pt x="2608" y="7704"/>
                  </a:lnTo>
                  <a:close/>
                  <a:moveTo>
                    <a:pt x="7942" y="8287"/>
                  </a:moveTo>
                  <a:lnTo>
                    <a:pt x="10775" y="11037"/>
                  </a:lnTo>
                  <a:lnTo>
                    <a:pt x="10156" y="13323"/>
                  </a:lnTo>
                  <a:lnTo>
                    <a:pt x="7942" y="12085"/>
                  </a:lnTo>
                  <a:lnTo>
                    <a:pt x="7942" y="8287"/>
                  </a:lnTo>
                  <a:close/>
                  <a:moveTo>
                    <a:pt x="7120" y="8287"/>
                  </a:moveTo>
                  <a:lnTo>
                    <a:pt x="7120" y="12192"/>
                  </a:lnTo>
                  <a:lnTo>
                    <a:pt x="7108" y="12192"/>
                  </a:lnTo>
                  <a:lnTo>
                    <a:pt x="5001" y="13359"/>
                  </a:lnTo>
                  <a:lnTo>
                    <a:pt x="4346" y="10966"/>
                  </a:lnTo>
                  <a:lnTo>
                    <a:pt x="7120" y="8287"/>
                  </a:lnTo>
                  <a:close/>
                  <a:moveTo>
                    <a:pt x="10585" y="0"/>
                  </a:moveTo>
                  <a:lnTo>
                    <a:pt x="9823" y="417"/>
                  </a:lnTo>
                  <a:lnTo>
                    <a:pt x="7430" y="1750"/>
                  </a:lnTo>
                  <a:lnTo>
                    <a:pt x="5120" y="465"/>
                  </a:lnTo>
                  <a:lnTo>
                    <a:pt x="4370" y="48"/>
                  </a:lnTo>
                  <a:lnTo>
                    <a:pt x="4144" y="857"/>
                  </a:lnTo>
                  <a:lnTo>
                    <a:pt x="3429" y="3453"/>
                  </a:lnTo>
                  <a:lnTo>
                    <a:pt x="857" y="4120"/>
                  </a:lnTo>
                  <a:lnTo>
                    <a:pt x="0" y="4346"/>
                  </a:lnTo>
                  <a:lnTo>
                    <a:pt x="441" y="5072"/>
                  </a:lnTo>
                  <a:lnTo>
                    <a:pt x="1822" y="7394"/>
                  </a:lnTo>
                  <a:lnTo>
                    <a:pt x="476" y="9644"/>
                  </a:lnTo>
                  <a:lnTo>
                    <a:pt x="48" y="10371"/>
                  </a:lnTo>
                  <a:lnTo>
                    <a:pt x="893" y="10597"/>
                  </a:lnTo>
                  <a:lnTo>
                    <a:pt x="3560" y="11299"/>
                  </a:lnTo>
                  <a:lnTo>
                    <a:pt x="4251" y="13800"/>
                  </a:lnTo>
                  <a:lnTo>
                    <a:pt x="4465" y="14609"/>
                  </a:lnTo>
                  <a:lnTo>
                    <a:pt x="5227" y="14192"/>
                  </a:lnTo>
                  <a:lnTo>
                    <a:pt x="7620" y="12859"/>
                  </a:lnTo>
                  <a:lnTo>
                    <a:pt x="9930" y="14157"/>
                  </a:lnTo>
                  <a:lnTo>
                    <a:pt x="10692" y="14573"/>
                  </a:lnTo>
                  <a:lnTo>
                    <a:pt x="10918" y="13752"/>
                  </a:lnTo>
                  <a:lnTo>
                    <a:pt x="11633" y="11156"/>
                  </a:lnTo>
                  <a:lnTo>
                    <a:pt x="14204" y="10490"/>
                  </a:lnTo>
                  <a:lnTo>
                    <a:pt x="15050" y="10263"/>
                  </a:lnTo>
                  <a:lnTo>
                    <a:pt x="14621" y="9537"/>
                  </a:lnTo>
                  <a:lnTo>
                    <a:pt x="13240" y="7215"/>
                  </a:lnTo>
                  <a:lnTo>
                    <a:pt x="14573" y="4965"/>
                  </a:lnTo>
                  <a:lnTo>
                    <a:pt x="15002" y="4239"/>
                  </a:lnTo>
                  <a:lnTo>
                    <a:pt x="14157" y="4013"/>
                  </a:lnTo>
                  <a:lnTo>
                    <a:pt x="11490" y="3322"/>
                  </a:lnTo>
                  <a:lnTo>
                    <a:pt x="10811"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9"/>
            <p:cNvSpPr/>
            <p:nvPr/>
          </p:nvSpPr>
          <p:spPr>
            <a:xfrm>
              <a:off x="1924768" y="4198916"/>
              <a:ext cx="478740" cy="465094"/>
            </a:xfrm>
            <a:custGeom>
              <a:avLst/>
              <a:gdLst/>
              <a:ahLst/>
              <a:cxnLst/>
              <a:rect l="l" t="t" r="r" b="b"/>
              <a:pathLst>
                <a:path w="15050" h="14621" extrusionOk="0">
                  <a:moveTo>
                    <a:pt x="4882" y="1286"/>
                  </a:moveTo>
                  <a:lnTo>
                    <a:pt x="7108" y="2512"/>
                  </a:lnTo>
                  <a:lnTo>
                    <a:pt x="7108" y="6310"/>
                  </a:lnTo>
                  <a:lnTo>
                    <a:pt x="4263" y="3560"/>
                  </a:lnTo>
                  <a:lnTo>
                    <a:pt x="4882" y="1286"/>
                  </a:lnTo>
                  <a:close/>
                  <a:moveTo>
                    <a:pt x="10037" y="1238"/>
                  </a:moveTo>
                  <a:lnTo>
                    <a:pt x="10692" y="3632"/>
                  </a:lnTo>
                  <a:lnTo>
                    <a:pt x="7918" y="6310"/>
                  </a:lnTo>
                  <a:lnTo>
                    <a:pt x="7918" y="2417"/>
                  </a:lnTo>
                  <a:lnTo>
                    <a:pt x="7942" y="2417"/>
                  </a:lnTo>
                  <a:lnTo>
                    <a:pt x="10037" y="1238"/>
                  </a:lnTo>
                  <a:close/>
                  <a:moveTo>
                    <a:pt x="11371" y="4132"/>
                  </a:moveTo>
                  <a:lnTo>
                    <a:pt x="13716" y="4739"/>
                  </a:lnTo>
                  <a:lnTo>
                    <a:pt x="12430" y="6882"/>
                  </a:lnTo>
                  <a:lnTo>
                    <a:pt x="8513" y="6882"/>
                  </a:lnTo>
                  <a:lnTo>
                    <a:pt x="11371" y="4132"/>
                  </a:lnTo>
                  <a:close/>
                  <a:moveTo>
                    <a:pt x="3739" y="4215"/>
                  </a:moveTo>
                  <a:lnTo>
                    <a:pt x="6513" y="6894"/>
                  </a:lnTo>
                  <a:lnTo>
                    <a:pt x="2489" y="6894"/>
                  </a:lnTo>
                  <a:lnTo>
                    <a:pt x="1274" y="4858"/>
                  </a:lnTo>
                  <a:lnTo>
                    <a:pt x="3739" y="4215"/>
                  </a:lnTo>
                  <a:close/>
                  <a:moveTo>
                    <a:pt x="12549" y="7715"/>
                  </a:moveTo>
                  <a:lnTo>
                    <a:pt x="13776" y="9751"/>
                  </a:lnTo>
                  <a:lnTo>
                    <a:pt x="11299" y="10394"/>
                  </a:lnTo>
                  <a:lnTo>
                    <a:pt x="8525" y="7715"/>
                  </a:lnTo>
                  <a:close/>
                  <a:moveTo>
                    <a:pt x="6525" y="7715"/>
                  </a:moveTo>
                  <a:lnTo>
                    <a:pt x="3667" y="10466"/>
                  </a:lnTo>
                  <a:lnTo>
                    <a:pt x="1334" y="9859"/>
                  </a:lnTo>
                  <a:lnTo>
                    <a:pt x="2608" y="7715"/>
                  </a:lnTo>
                  <a:close/>
                  <a:moveTo>
                    <a:pt x="7942" y="8299"/>
                  </a:moveTo>
                  <a:lnTo>
                    <a:pt x="10775" y="11049"/>
                  </a:lnTo>
                  <a:lnTo>
                    <a:pt x="10156" y="13323"/>
                  </a:lnTo>
                  <a:lnTo>
                    <a:pt x="7942" y="12085"/>
                  </a:lnTo>
                  <a:lnTo>
                    <a:pt x="7942" y="8299"/>
                  </a:lnTo>
                  <a:close/>
                  <a:moveTo>
                    <a:pt x="7120" y="8299"/>
                  </a:moveTo>
                  <a:lnTo>
                    <a:pt x="7120" y="12192"/>
                  </a:lnTo>
                  <a:lnTo>
                    <a:pt x="7108" y="12192"/>
                  </a:lnTo>
                  <a:lnTo>
                    <a:pt x="5001" y="13371"/>
                  </a:lnTo>
                  <a:lnTo>
                    <a:pt x="4346" y="10978"/>
                  </a:lnTo>
                  <a:lnTo>
                    <a:pt x="7120" y="8299"/>
                  </a:lnTo>
                  <a:close/>
                  <a:moveTo>
                    <a:pt x="10585" y="0"/>
                  </a:moveTo>
                  <a:lnTo>
                    <a:pt x="9823" y="417"/>
                  </a:lnTo>
                  <a:lnTo>
                    <a:pt x="7430" y="1762"/>
                  </a:lnTo>
                  <a:lnTo>
                    <a:pt x="5120" y="465"/>
                  </a:lnTo>
                  <a:lnTo>
                    <a:pt x="4370" y="48"/>
                  </a:lnTo>
                  <a:lnTo>
                    <a:pt x="4144" y="869"/>
                  </a:lnTo>
                  <a:lnTo>
                    <a:pt x="3429" y="3453"/>
                  </a:lnTo>
                  <a:lnTo>
                    <a:pt x="857" y="4132"/>
                  </a:lnTo>
                  <a:lnTo>
                    <a:pt x="0" y="4346"/>
                  </a:lnTo>
                  <a:lnTo>
                    <a:pt x="441" y="5084"/>
                  </a:lnTo>
                  <a:lnTo>
                    <a:pt x="1822" y="7406"/>
                  </a:lnTo>
                  <a:lnTo>
                    <a:pt x="476" y="9644"/>
                  </a:lnTo>
                  <a:lnTo>
                    <a:pt x="48" y="10382"/>
                  </a:lnTo>
                  <a:lnTo>
                    <a:pt x="893" y="10597"/>
                  </a:lnTo>
                  <a:lnTo>
                    <a:pt x="3560" y="11299"/>
                  </a:lnTo>
                  <a:lnTo>
                    <a:pt x="4251" y="13799"/>
                  </a:lnTo>
                  <a:lnTo>
                    <a:pt x="4465" y="14621"/>
                  </a:lnTo>
                  <a:lnTo>
                    <a:pt x="5227" y="14204"/>
                  </a:lnTo>
                  <a:lnTo>
                    <a:pt x="7620" y="12859"/>
                  </a:lnTo>
                  <a:lnTo>
                    <a:pt x="9930" y="14157"/>
                  </a:lnTo>
                  <a:lnTo>
                    <a:pt x="10692" y="14573"/>
                  </a:lnTo>
                  <a:lnTo>
                    <a:pt x="10918" y="13752"/>
                  </a:lnTo>
                  <a:lnTo>
                    <a:pt x="11633" y="11168"/>
                  </a:lnTo>
                  <a:lnTo>
                    <a:pt x="14204" y="10501"/>
                  </a:lnTo>
                  <a:lnTo>
                    <a:pt x="15050" y="10275"/>
                  </a:lnTo>
                  <a:lnTo>
                    <a:pt x="14621" y="9549"/>
                  </a:lnTo>
                  <a:lnTo>
                    <a:pt x="13240" y="7227"/>
                  </a:lnTo>
                  <a:lnTo>
                    <a:pt x="14573" y="4977"/>
                  </a:lnTo>
                  <a:lnTo>
                    <a:pt x="15002" y="4251"/>
                  </a:lnTo>
                  <a:lnTo>
                    <a:pt x="14157" y="4024"/>
                  </a:lnTo>
                  <a:lnTo>
                    <a:pt x="11490" y="3322"/>
                  </a:lnTo>
                  <a:lnTo>
                    <a:pt x="10811"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p:nvPr/>
          </p:nvSpPr>
          <p:spPr>
            <a:xfrm>
              <a:off x="1924768" y="4663629"/>
              <a:ext cx="478740" cy="464744"/>
            </a:xfrm>
            <a:custGeom>
              <a:avLst/>
              <a:gdLst/>
              <a:ahLst/>
              <a:cxnLst/>
              <a:rect l="l" t="t" r="r" b="b"/>
              <a:pathLst>
                <a:path w="15050" h="14610" extrusionOk="0">
                  <a:moveTo>
                    <a:pt x="4882" y="1286"/>
                  </a:moveTo>
                  <a:lnTo>
                    <a:pt x="7108" y="2524"/>
                  </a:lnTo>
                  <a:lnTo>
                    <a:pt x="7108" y="6322"/>
                  </a:lnTo>
                  <a:lnTo>
                    <a:pt x="4263" y="3572"/>
                  </a:lnTo>
                  <a:lnTo>
                    <a:pt x="4882" y="1286"/>
                  </a:lnTo>
                  <a:close/>
                  <a:moveTo>
                    <a:pt x="10049" y="1250"/>
                  </a:moveTo>
                  <a:lnTo>
                    <a:pt x="10704" y="3643"/>
                  </a:lnTo>
                  <a:lnTo>
                    <a:pt x="7942" y="6322"/>
                  </a:lnTo>
                  <a:lnTo>
                    <a:pt x="7942" y="2417"/>
                  </a:lnTo>
                  <a:lnTo>
                    <a:pt x="7954" y="2417"/>
                  </a:lnTo>
                  <a:lnTo>
                    <a:pt x="10049" y="1250"/>
                  </a:lnTo>
                  <a:close/>
                  <a:moveTo>
                    <a:pt x="3739" y="4203"/>
                  </a:moveTo>
                  <a:lnTo>
                    <a:pt x="6513" y="6882"/>
                  </a:lnTo>
                  <a:lnTo>
                    <a:pt x="2489" y="6882"/>
                  </a:lnTo>
                  <a:lnTo>
                    <a:pt x="1274" y="4846"/>
                  </a:lnTo>
                  <a:lnTo>
                    <a:pt x="3739" y="4203"/>
                  </a:lnTo>
                  <a:close/>
                  <a:moveTo>
                    <a:pt x="11395" y="4132"/>
                  </a:moveTo>
                  <a:lnTo>
                    <a:pt x="13728" y="4739"/>
                  </a:lnTo>
                  <a:lnTo>
                    <a:pt x="12442" y="6882"/>
                  </a:lnTo>
                  <a:lnTo>
                    <a:pt x="8525" y="6882"/>
                  </a:lnTo>
                  <a:lnTo>
                    <a:pt x="11395" y="4132"/>
                  </a:lnTo>
                  <a:close/>
                  <a:moveTo>
                    <a:pt x="12549" y="7715"/>
                  </a:moveTo>
                  <a:lnTo>
                    <a:pt x="13776" y="9763"/>
                  </a:lnTo>
                  <a:lnTo>
                    <a:pt x="11299" y="10394"/>
                  </a:lnTo>
                  <a:lnTo>
                    <a:pt x="8525" y="7715"/>
                  </a:lnTo>
                  <a:close/>
                  <a:moveTo>
                    <a:pt x="6525" y="7715"/>
                  </a:moveTo>
                  <a:lnTo>
                    <a:pt x="3667" y="10478"/>
                  </a:lnTo>
                  <a:lnTo>
                    <a:pt x="1334" y="9858"/>
                  </a:lnTo>
                  <a:lnTo>
                    <a:pt x="2608" y="7715"/>
                  </a:lnTo>
                  <a:close/>
                  <a:moveTo>
                    <a:pt x="7954" y="8287"/>
                  </a:moveTo>
                  <a:lnTo>
                    <a:pt x="10799" y="11037"/>
                  </a:lnTo>
                  <a:lnTo>
                    <a:pt x="10168" y="13311"/>
                  </a:lnTo>
                  <a:lnTo>
                    <a:pt x="7954" y="12085"/>
                  </a:lnTo>
                  <a:lnTo>
                    <a:pt x="7954" y="8287"/>
                  </a:lnTo>
                  <a:close/>
                  <a:moveTo>
                    <a:pt x="7120" y="8299"/>
                  </a:moveTo>
                  <a:lnTo>
                    <a:pt x="7120" y="12204"/>
                  </a:lnTo>
                  <a:lnTo>
                    <a:pt x="7108" y="12204"/>
                  </a:lnTo>
                  <a:lnTo>
                    <a:pt x="5001" y="13371"/>
                  </a:lnTo>
                  <a:lnTo>
                    <a:pt x="4346" y="10978"/>
                  </a:lnTo>
                  <a:lnTo>
                    <a:pt x="7120" y="8299"/>
                  </a:lnTo>
                  <a:close/>
                  <a:moveTo>
                    <a:pt x="10585" y="0"/>
                  </a:moveTo>
                  <a:lnTo>
                    <a:pt x="9823" y="405"/>
                  </a:lnTo>
                  <a:lnTo>
                    <a:pt x="7430" y="1750"/>
                  </a:lnTo>
                  <a:lnTo>
                    <a:pt x="5120" y="453"/>
                  </a:lnTo>
                  <a:lnTo>
                    <a:pt x="4370" y="36"/>
                  </a:lnTo>
                  <a:lnTo>
                    <a:pt x="4144" y="857"/>
                  </a:lnTo>
                  <a:lnTo>
                    <a:pt x="3429" y="3441"/>
                  </a:lnTo>
                  <a:lnTo>
                    <a:pt x="857" y="4120"/>
                  </a:lnTo>
                  <a:lnTo>
                    <a:pt x="0" y="4334"/>
                  </a:lnTo>
                  <a:lnTo>
                    <a:pt x="441" y="5072"/>
                  </a:lnTo>
                  <a:lnTo>
                    <a:pt x="1822" y="7394"/>
                  </a:lnTo>
                  <a:lnTo>
                    <a:pt x="476" y="9632"/>
                  </a:lnTo>
                  <a:lnTo>
                    <a:pt x="48" y="10370"/>
                  </a:lnTo>
                  <a:lnTo>
                    <a:pt x="893" y="10597"/>
                  </a:lnTo>
                  <a:lnTo>
                    <a:pt x="3560" y="11287"/>
                  </a:lnTo>
                  <a:lnTo>
                    <a:pt x="4251" y="13788"/>
                  </a:lnTo>
                  <a:lnTo>
                    <a:pt x="4465" y="14609"/>
                  </a:lnTo>
                  <a:lnTo>
                    <a:pt x="5227" y="14192"/>
                  </a:lnTo>
                  <a:lnTo>
                    <a:pt x="7620" y="12859"/>
                  </a:lnTo>
                  <a:lnTo>
                    <a:pt x="9930" y="14145"/>
                  </a:lnTo>
                  <a:lnTo>
                    <a:pt x="10692" y="14561"/>
                  </a:lnTo>
                  <a:lnTo>
                    <a:pt x="10918" y="13752"/>
                  </a:lnTo>
                  <a:lnTo>
                    <a:pt x="11633" y="11156"/>
                  </a:lnTo>
                  <a:lnTo>
                    <a:pt x="14204" y="10489"/>
                  </a:lnTo>
                  <a:lnTo>
                    <a:pt x="15050" y="10263"/>
                  </a:lnTo>
                  <a:lnTo>
                    <a:pt x="14621" y="9537"/>
                  </a:lnTo>
                  <a:lnTo>
                    <a:pt x="13240" y="7215"/>
                  </a:lnTo>
                  <a:lnTo>
                    <a:pt x="14573" y="4965"/>
                  </a:lnTo>
                  <a:lnTo>
                    <a:pt x="15002" y="4239"/>
                  </a:lnTo>
                  <a:lnTo>
                    <a:pt x="14157" y="4012"/>
                  </a:lnTo>
                  <a:lnTo>
                    <a:pt x="11490" y="3310"/>
                  </a:lnTo>
                  <a:lnTo>
                    <a:pt x="10811" y="810"/>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9"/>
            <p:cNvSpPr/>
            <p:nvPr/>
          </p:nvSpPr>
          <p:spPr>
            <a:xfrm>
              <a:off x="1442624" y="4663629"/>
              <a:ext cx="478391" cy="464744"/>
            </a:xfrm>
            <a:custGeom>
              <a:avLst/>
              <a:gdLst/>
              <a:ahLst/>
              <a:cxnLst/>
              <a:rect l="l" t="t" r="r" b="b"/>
              <a:pathLst>
                <a:path w="15039" h="14610" extrusionOk="0">
                  <a:moveTo>
                    <a:pt x="4882" y="1286"/>
                  </a:moveTo>
                  <a:lnTo>
                    <a:pt x="7097" y="2524"/>
                  </a:lnTo>
                  <a:lnTo>
                    <a:pt x="7097" y="6322"/>
                  </a:lnTo>
                  <a:lnTo>
                    <a:pt x="4251" y="3572"/>
                  </a:lnTo>
                  <a:lnTo>
                    <a:pt x="4882" y="1286"/>
                  </a:lnTo>
                  <a:close/>
                  <a:moveTo>
                    <a:pt x="10038" y="1250"/>
                  </a:moveTo>
                  <a:lnTo>
                    <a:pt x="10692" y="3643"/>
                  </a:lnTo>
                  <a:lnTo>
                    <a:pt x="7930" y="6322"/>
                  </a:lnTo>
                  <a:lnTo>
                    <a:pt x="7930" y="2417"/>
                  </a:lnTo>
                  <a:lnTo>
                    <a:pt x="7942" y="2417"/>
                  </a:lnTo>
                  <a:lnTo>
                    <a:pt x="10038" y="1250"/>
                  </a:lnTo>
                  <a:close/>
                  <a:moveTo>
                    <a:pt x="3727" y="4203"/>
                  </a:moveTo>
                  <a:lnTo>
                    <a:pt x="6501" y="6882"/>
                  </a:lnTo>
                  <a:lnTo>
                    <a:pt x="2477" y="6882"/>
                  </a:lnTo>
                  <a:lnTo>
                    <a:pt x="1263" y="4846"/>
                  </a:lnTo>
                  <a:lnTo>
                    <a:pt x="3727" y="4203"/>
                  </a:lnTo>
                  <a:close/>
                  <a:moveTo>
                    <a:pt x="11383" y="4132"/>
                  </a:moveTo>
                  <a:lnTo>
                    <a:pt x="13717" y="4739"/>
                  </a:lnTo>
                  <a:lnTo>
                    <a:pt x="12443" y="6882"/>
                  </a:lnTo>
                  <a:lnTo>
                    <a:pt x="8525" y="6882"/>
                  </a:lnTo>
                  <a:lnTo>
                    <a:pt x="11383" y="4132"/>
                  </a:lnTo>
                  <a:close/>
                  <a:moveTo>
                    <a:pt x="12538" y="7715"/>
                  </a:moveTo>
                  <a:lnTo>
                    <a:pt x="13764" y="9763"/>
                  </a:lnTo>
                  <a:lnTo>
                    <a:pt x="11288" y="10394"/>
                  </a:lnTo>
                  <a:lnTo>
                    <a:pt x="8525" y="7715"/>
                  </a:lnTo>
                  <a:close/>
                  <a:moveTo>
                    <a:pt x="6501" y="7715"/>
                  </a:moveTo>
                  <a:lnTo>
                    <a:pt x="3656" y="10478"/>
                  </a:lnTo>
                  <a:lnTo>
                    <a:pt x="1310" y="9858"/>
                  </a:lnTo>
                  <a:lnTo>
                    <a:pt x="2584" y="7715"/>
                  </a:lnTo>
                  <a:close/>
                  <a:moveTo>
                    <a:pt x="7942" y="8287"/>
                  </a:moveTo>
                  <a:lnTo>
                    <a:pt x="10788" y="11037"/>
                  </a:lnTo>
                  <a:lnTo>
                    <a:pt x="10157" y="13311"/>
                  </a:lnTo>
                  <a:lnTo>
                    <a:pt x="7942" y="12085"/>
                  </a:lnTo>
                  <a:lnTo>
                    <a:pt x="7942" y="8287"/>
                  </a:lnTo>
                  <a:close/>
                  <a:moveTo>
                    <a:pt x="7109" y="8299"/>
                  </a:moveTo>
                  <a:lnTo>
                    <a:pt x="7109" y="12204"/>
                  </a:lnTo>
                  <a:lnTo>
                    <a:pt x="7097" y="12204"/>
                  </a:lnTo>
                  <a:lnTo>
                    <a:pt x="5001" y="13371"/>
                  </a:lnTo>
                  <a:lnTo>
                    <a:pt x="4346" y="10978"/>
                  </a:lnTo>
                  <a:lnTo>
                    <a:pt x="7109" y="8299"/>
                  </a:lnTo>
                  <a:close/>
                  <a:moveTo>
                    <a:pt x="10573" y="0"/>
                  </a:moveTo>
                  <a:lnTo>
                    <a:pt x="9823" y="405"/>
                  </a:lnTo>
                  <a:lnTo>
                    <a:pt x="7418" y="1750"/>
                  </a:lnTo>
                  <a:lnTo>
                    <a:pt x="5120" y="453"/>
                  </a:lnTo>
                  <a:lnTo>
                    <a:pt x="4358" y="36"/>
                  </a:lnTo>
                  <a:lnTo>
                    <a:pt x="4132" y="857"/>
                  </a:lnTo>
                  <a:lnTo>
                    <a:pt x="3418" y="3441"/>
                  </a:lnTo>
                  <a:lnTo>
                    <a:pt x="846" y="4120"/>
                  </a:lnTo>
                  <a:lnTo>
                    <a:pt x="1" y="4334"/>
                  </a:lnTo>
                  <a:lnTo>
                    <a:pt x="429" y="5072"/>
                  </a:lnTo>
                  <a:lnTo>
                    <a:pt x="1810" y="7394"/>
                  </a:lnTo>
                  <a:lnTo>
                    <a:pt x="477" y="9632"/>
                  </a:lnTo>
                  <a:lnTo>
                    <a:pt x="36" y="10370"/>
                  </a:lnTo>
                  <a:lnTo>
                    <a:pt x="894" y="10597"/>
                  </a:lnTo>
                  <a:lnTo>
                    <a:pt x="3549" y="11287"/>
                  </a:lnTo>
                  <a:lnTo>
                    <a:pt x="4239" y="13788"/>
                  </a:lnTo>
                  <a:lnTo>
                    <a:pt x="4465" y="14609"/>
                  </a:lnTo>
                  <a:lnTo>
                    <a:pt x="5216" y="14192"/>
                  </a:lnTo>
                  <a:lnTo>
                    <a:pt x="7621" y="12859"/>
                  </a:lnTo>
                  <a:lnTo>
                    <a:pt x="9918" y="14145"/>
                  </a:lnTo>
                  <a:lnTo>
                    <a:pt x="10680" y="14561"/>
                  </a:lnTo>
                  <a:lnTo>
                    <a:pt x="10907" y="13752"/>
                  </a:lnTo>
                  <a:lnTo>
                    <a:pt x="11621" y="11156"/>
                  </a:lnTo>
                  <a:lnTo>
                    <a:pt x="14193" y="10489"/>
                  </a:lnTo>
                  <a:lnTo>
                    <a:pt x="15038" y="10263"/>
                  </a:lnTo>
                  <a:lnTo>
                    <a:pt x="14610" y="9537"/>
                  </a:lnTo>
                  <a:lnTo>
                    <a:pt x="13228" y="7215"/>
                  </a:lnTo>
                  <a:lnTo>
                    <a:pt x="14562" y="4965"/>
                  </a:lnTo>
                  <a:lnTo>
                    <a:pt x="15002" y="4239"/>
                  </a:lnTo>
                  <a:lnTo>
                    <a:pt x="14145" y="4012"/>
                  </a:lnTo>
                  <a:lnTo>
                    <a:pt x="11490" y="3310"/>
                  </a:lnTo>
                  <a:lnTo>
                    <a:pt x="10800" y="810"/>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9"/>
            <p:cNvSpPr/>
            <p:nvPr/>
          </p:nvSpPr>
          <p:spPr>
            <a:xfrm>
              <a:off x="4333167" y="4663629"/>
              <a:ext cx="478740" cy="464744"/>
            </a:xfrm>
            <a:custGeom>
              <a:avLst/>
              <a:gdLst/>
              <a:ahLst/>
              <a:cxnLst/>
              <a:rect l="l" t="t" r="r" b="b"/>
              <a:pathLst>
                <a:path w="15050" h="14610" extrusionOk="0">
                  <a:moveTo>
                    <a:pt x="4894" y="1286"/>
                  </a:moveTo>
                  <a:lnTo>
                    <a:pt x="7120" y="2524"/>
                  </a:lnTo>
                  <a:lnTo>
                    <a:pt x="7120" y="6322"/>
                  </a:lnTo>
                  <a:lnTo>
                    <a:pt x="4274" y="3572"/>
                  </a:lnTo>
                  <a:lnTo>
                    <a:pt x="4894" y="1286"/>
                  </a:lnTo>
                  <a:close/>
                  <a:moveTo>
                    <a:pt x="10049" y="1250"/>
                  </a:moveTo>
                  <a:lnTo>
                    <a:pt x="10704" y="3643"/>
                  </a:lnTo>
                  <a:lnTo>
                    <a:pt x="7930" y="6322"/>
                  </a:lnTo>
                  <a:lnTo>
                    <a:pt x="7930" y="2417"/>
                  </a:lnTo>
                  <a:lnTo>
                    <a:pt x="7953" y="2417"/>
                  </a:lnTo>
                  <a:lnTo>
                    <a:pt x="10049" y="1250"/>
                  </a:lnTo>
                  <a:close/>
                  <a:moveTo>
                    <a:pt x="3751" y="4203"/>
                  </a:moveTo>
                  <a:lnTo>
                    <a:pt x="6525" y="6882"/>
                  </a:lnTo>
                  <a:lnTo>
                    <a:pt x="2500" y="6882"/>
                  </a:lnTo>
                  <a:lnTo>
                    <a:pt x="1298" y="4846"/>
                  </a:lnTo>
                  <a:lnTo>
                    <a:pt x="3751" y="4203"/>
                  </a:lnTo>
                  <a:close/>
                  <a:moveTo>
                    <a:pt x="11382" y="4132"/>
                  </a:moveTo>
                  <a:lnTo>
                    <a:pt x="13728" y="4739"/>
                  </a:lnTo>
                  <a:lnTo>
                    <a:pt x="12442" y="6882"/>
                  </a:lnTo>
                  <a:lnTo>
                    <a:pt x="8549" y="6882"/>
                  </a:lnTo>
                  <a:lnTo>
                    <a:pt x="11382" y="4132"/>
                  </a:lnTo>
                  <a:close/>
                  <a:moveTo>
                    <a:pt x="12561" y="7715"/>
                  </a:moveTo>
                  <a:lnTo>
                    <a:pt x="13788" y="9763"/>
                  </a:lnTo>
                  <a:lnTo>
                    <a:pt x="11311" y="10394"/>
                  </a:lnTo>
                  <a:lnTo>
                    <a:pt x="8549" y="7715"/>
                  </a:lnTo>
                  <a:close/>
                  <a:moveTo>
                    <a:pt x="6525" y="7715"/>
                  </a:moveTo>
                  <a:lnTo>
                    <a:pt x="3667" y="10478"/>
                  </a:lnTo>
                  <a:lnTo>
                    <a:pt x="1322" y="9858"/>
                  </a:lnTo>
                  <a:lnTo>
                    <a:pt x="2608" y="7715"/>
                  </a:lnTo>
                  <a:close/>
                  <a:moveTo>
                    <a:pt x="7953" y="8287"/>
                  </a:moveTo>
                  <a:lnTo>
                    <a:pt x="10787" y="11037"/>
                  </a:lnTo>
                  <a:lnTo>
                    <a:pt x="10168" y="13311"/>
                  </a:lnTo>
                  <a:lnTo>
                    <a:pt x="7953" y="12085"/>
                  </a:lnTo>
                  <a:lnTo>
                    <a:pt x="7953" y="8287"/>
                  </a:lnTo>
                  <a:close/>
                  <a:moveTo>
                    <a:pt x="7120" y="8299"/>
                  </a:moveTo>
                  <a:lnTo>
                    <a:pt x="7120" y="12204"/>
                  </a:lnTo>
                  <a:lnTo>
                    <a:pt x="7096" y="12204"/>
                  </a:lnTo>
                  <a:lnTo>
                    <a:pt x="5001" y="13371"/>
                  </a:lnTo>
                  <a:lnTo>
                    <a:pt x="4346" y="10978"/>
                  </a:lnTo>
                  <a:lnTo>
                    <a:pt x="7120" y="8299"/>
                  </a:lnTo>
                  <a:close/>
                  <a:moveTo>
                    <a:pt x="10585" y="0"/>
                  </a:moveTo>
                  <a:lnTo>
                    <a:pt x="9823" y="405"/>
                  </a:lnTo>
                  <a:lnTo>
                    <a:pt x="7430" y="1750"/>
                  </a:lnTo>
                  <a:lnTo>
                    <a:pt x="5120" y="476"/>
                  </a:lnTo>
                  <a:lnTo>
                    <a:pt x="4358" y="60"/>
                  </a:lnTo>
                  <a:lnTo>
                    <a:pt x="4143" y="869"/>
                  </a:lnTo>
                  <a:lnTo>
                    <a:pt x="3429" y="3465"/>
                  </a:lnTo>
                  <a:lnTo>
                    <a:pt x="845" y="4132"/>
                  </a:lnTo>
                  <a:lnTo>
                    <a:pt x="0" y="4358"/>
                  </a:lnTo>
                  <a:lnTo>
                    <a:pt x="429" y="5084"/>
                  </a:lnTo>
                  <a:lnTo>
                    <a:pt x="1822" y="7394"/>
                  </a:lnTo>
                  <a:lnTo>
                    <a:pt x="476" y="9632"/>
                  </a:lnTo>
                  <a:lnTo>
                    <a:pt x="48" y="10370"/>
                  </a:lnTo>
                  <a:lnTo>
                    <a:pt x="893" y="10597"/>
                  </a:lnTo>
                  <a:lnTo>
                    <a:pt x="3560" y="11287"/>
                  </a:lnTo>
                  <a:lnTo>
                    <a:pt x="4239" y="13788"/>
                  </a:lnTo>
                  <a:lnTo>
                    <a:pt x="4465" y="14609"/>
                  </a:lnTo>
                  <a:lnTo>
                    <a:pt x="5227" y="14192"/>
                  </a:lnTo>
                  <a:lnTo>
                    <a:pt x="7620" y="12859"/>
                  </a:lnTo>
                  <a:lnTo>
                    <a:pt x="9930" y="14145"/>
                  </a:lnTo>
                  <a:lnTo>
                    <a:pt x="10692" y="14561"/>
                  </a:lnTo>
                  <a:lnTo>
                    <a:pt x="10906" y="13752"/>
                  </a:lnTo>
                  <a:lnTo>
                    <a:pt x="11621" y="11156"/>
                  </a:lnTo>
                  <a:lnTo>
                    <a:pt x="14204" y="10489"/>
                  </a:lnTo>
                  <a:lnTo>
                    <a:pt x="15050" y="10263"/>
                  </a:lnTo>
                  <a:lnTo>
                    <a:pt x="14621" y="9537"/>
                  </a:lnTo>
                  <a:lnTo>
                    <a:pt x="13228" y="7215"/>
                  </a:lnTo>
                  <a:lnTo>
                    <a:pt x="14573" y="4965"/>
                  </a:lnTo>
                  <a:lnTo>
                    <a:pt x="15002" y="4239"/>
                  </a:lnTo>
                  <a:lnTo>
                    <a:pt x="14157" y="4012"/>
                  </a:lnTo>
                  <a:lnTo>
                    <a:pt x="11490" y="3310"/>
                  </a:lnTo>
                  <a:lnTo>
                    <a:pt x="10811" y="810"/>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p:nvPr/>
          </p:nvSpPr>
          <p:spPr>
            <a:xfrm>
              <a:off x="964647" y="2339304"/>
              <a:ext cx="478772" cy="465126"/>
            </a:xfrm>
            <a:custGeom>
              <a:avLst/>
              <a:gdLst/>
              <a:ahLst/>
              <a:cxnLst/>
              <a:rect l="l" t="t" r="r" b="b"/>
              <a:pathLst>
                <a:path w="15051" h="14622" extrusionOk="0">
                  <a:moveTo>
                    <a:pt x="4906" y="1286"/>
                  </a:moveTo>
                  <a:lnTo>
                    <a:pt x="7121" y="2525"/>
                  </a:lnTo>
                  <a:lnTo>
                    <a:pt x="7121" y="6311"/>
                  </a:lnTo>
                  <a:lnTo>
                    <a:pt x="4275" y="3561"/>
                  </a:lnTo>
                  <a:lnTo>
                    <a:pt x="4906" y="1286"/>
                  </a:lnTo>
                  <a:close/>
                  <a:moveTo>
                    <a:pt x="10050" y="1251"/>
                  </a:moveTo>
                  <a:lnTo>
                    <a:pt x="10705" y="3656"/>
                  </a:lnTo>
                  <a:lnTo>
                    <a:pt x="7942" y="6335"/>
                  </a:lnTo>
                  <a:lnTo>
                    <a:pt x="7942" y="2429"/>
                  </a:lnTo>
                  <a:lnTo>
                    <a:pt x="7954" y="2429"/>
                  </a:lnTo>
                  <a:lnTo>
                    <a:pt x="10050" y="1251"/>
                  </a:lnTo>
                  <a:close/>
                  <a:moveTo>
                    <a:pt x="11395" y="4144"/>
                  </a:moveTo>
                  <a:lnTo>
                    <a:pt x="13729" y="4751"/>
                  </a:lnTo>
                  <a:lnTo>
                    <a:pt x="12443" y="6894"/>
                  </a:lnTo>
                  <a:lnTo>
                    <a:pt x="8526" y="6894"/>
                  </a:lnTo>
                  <a:lnTo>
                    <a:pt x="11395" y="4144"/>
                  </a:lnTo>
                  <a:close/>
                  <a:moveTo>
                    <a:pt x="3751" y="4227"/>
                  </a:moveTo>
                  <a:lnTo>
                    <a:pt x="6526" y="6906"/>
                  </a:lnTo>
                  <a:lnTo>
                    <a:pt x="2501" y="6906"/>
                  </a:lnTo>
                  <a:lnTo>
                    <a:pt x="1287" y="4870"/>
                  </a:lnTo>
                  <a:lnTo>
                    <a:pt x="3751" y="4227"/>
                  </a:lnTo>
                  <a:close/>
                  <a:moveTo>
                    <a:pt x="12562" y="7728"/>
                  </a:moveTo>
                  <a:lnTo>
                    <a:pt x="13788" y="9764"/>
                  </a:lnTo>
                  <a:lnTo>
                    <a:pt x="11312" y="10407"/>
                  </a:lnTo>
                  <a:lnTo>
                    <a:pt x="8550" y="7728"/>
                  </a:lnTo>
                  <a:close/>
                  <a:moveTo>
                    <a:pt x="6526" y="7716"/>
                  </a:moveTo>
                  <a:lnTo>
                    <a:pt x="3680" y="10466"/>
                  </a:lnTo>
                  <a:lnTo>
                    <a:pt x="1346" y="9859"/>
                  </a:lnTo>
                  <a:lnTo>
                    <a:pt x="2608" y="7716"/>
                  </a:lnTo>
                  <a:close/>
                  <a:moveTo>
                    <a:pt x="7954" y="8299"/>
                  </a:moveTo>
                  <a:lnTo>
                    <a:pt x="10800" y="11050"/>
                  </a:lnTo>
                  <a:lnTo>
                    <a:pt x="10169" y="13324"/>
                  </a:lnTo>
                  <a:lnTo>
                    <a:pt x="7954" y="12085"/>
                  </a:lnTo>
                  <a:lnTo>
                    <a:pt x="7954" y="8299"/>
                  </a:lnTo>
                  <a:close/>
                  <a:moveTo>
                    <a:pt x="7133" y="8287"/>
                  </a:moveTo>
                  <a:lnTo>
                    <a:pt x="7133" y="12193"/>
                  </a:lnTo>
                  <a:lnTo>
                    <a:pt x="7121" y="12193"/>
                  </a:lnTo>
                  <a:lnTo>
                    <a:pt x="5025" y="13371"/>
                  </a:lnTo>
                  <a:lnTo>
                    <a:pt x="4370" y="10966"/>
                  </a:lnTo>
                  <a:lnTo>
                    <a:pt x="7133" y="8287"/>
                  </a:lnTo>
                  <a:close/>
                  <a:moveTo>
                    <a:pt x="10586" y="1"/>
                  </a:moveTo>
                  <a:lnTo>
                    <a:pt x="9824" y="417"/>
                  </a:lnTo>
                  <a:lnTo>
                    <a:pt x="7430" y="1763"/>
                  </a:lnTo>
                  <a:lnTo>
                    <a:pt x="5121" y="465"/>
                  </a:lnTo>
                  <a:lnTo>
                    <a:pt x="4359" y="48"/>
                  </a:lnTo>
                  <a:lnTo>
                    <a:pt x="4144" y="870"/>
                  </a:lnTo>
                  <a:lnTo>
                    <a:pt x="3430" y="3453"/>
                  </a:lnTo>
                  <a:lnTo>
                    <a:pt x="846" y="4132"/>
                  </a:lnTo>
                  <a:lnTo>
                    <a:pt x="1" y="4346"/>
                  </a:lnTo>
                  <a:lnTo>
                    <a:pt x="430" y="5085"/>
                  </a:lnTo>
                  <a:lnTo>
                    <a:pt x="1823" y="7406"/>
                  </a:lnTo>
                  <a:lnTo>
                    <a:pt x="477" y="9645"/>
                  </a:lnTo>
                  <a:lnTo>
                    <a:pt x="49" y="10383"/>
                  </a:lnTo>
                  <a:lnTo>
                    <a:pt x="894" y="10597"/>
                  </a:lnTo>
                  <a:lnTo>
                    <a:pt x="3561" y="11300"/>
                  </a:lnTo>
                  <a:lnTo>
                    <a:pt x="4251" y="13800"/>
                  </a:lnTo>
                  <a:lnTo>
                    <a:pt x="4466" y="14621"/>
                  </a:lnTo>
                  <a:lnTo>
                    <a:pt x="5228" y="14205"/>
                  </a:lnTo>
                  <a:lnTo>
                    <a:pt x="7621" y="12859"/>
                  </a:lnTo>
                  <a:lnTo>
                    <a:pt x="9931" y="14157"/>
                  </a:lnTo>
                  <a:lnTo>
                    <a:pt x="10693" y="14574"/>
                  </a:lnTo>
                  <a:lnTo>
                    <a:pt x="10907" y="13752"/>
                  </a:lnTo>
                  <a:lnTo>
                    <a:pt x="11633" y="11169"/>
                  </a:lnTo>
                  <a:lnTo>
                    <a:pt x="14205" y="10502"/>
                  </a:lnTo>
                  <a:lnTo>
                    <a:pt x="15050" y="10276"/>
                  </a:lnTo>
                  <a:lnTo>
                    <a:pt x="14622" y="9549"/>
                  </a:lnTo>
                  <a:lnTo>
                    <a:pt x="13241" y="7228"/>
                  </a:lnTo>
                  <a:lnTo>
                    <a:pt x="14574" y="4977"/>
                  </a:lnTo>
                  <a:lnTo>
                    <a:pt x="15003" y="4251"/>
                  </a:lnTo>
                  <a:lnTo>
                    <a:pt x="14157" y="4025"/>
                  </a:lnTo>
                  <a:lnTo>
                    <a:pt x="11490" y="3322"/>
                  </a:lnTo>
                  <a:lnTo>
                    <a:pt x="10812" y="822"/>
                  </a:lnTo>
                  <a:lnTo>
                    <a:pt x="10586"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9"/>
            <p:cNvSpPr/>
            <p:nvPr/>
          </p:nvSpPr>
          <p:spPr>
            <a:xfrm>
              <a:off x="965411" y="1874591"/>
              <a:ext cx="478391" cy="464744"/>
            </a:xfrm>
            <a:custGeom>
              <a:avLst/>
              <a:gdLst/>
              <a:ahLst/>
              <a:cxnLst/>
              <a:rect l="l" t="t" r="r" b="b"/>
              <a:pathLst>
                <a:path w="15039" h="14610" extrusionOk="0">
                  <a:moveTo>
                    <a:pt x="4882" y="1298"/>
                  </a:moveTo>
                  <a:lnTo>
                    <a:pt x="7097" y="2525"/>
                  </a:lnTo>
                  <a:lnTo>
                    <a:pt x="7097" y="6323"/>
                  </a:lnTo>
                  <a:lnTo>
                    <a:pt x="4251" y="3573"/>
                  </a:lnTo>
                  <a:lnTo>
                    <a:pt x="4882" y="1298"/>
                  </a:lnTo>
                  <a:close/>
                  <a:moveTo>
                    <a:pt x="10026" y="1251"/>
                  </a:moveTo>
                  <a:lnTo>
                    <a:pt x="10681" y="3644"/>
                  </a:lnTo>
                  <a:lnTo>
                    <a:pt x="7918" y="6323"/>
                  </a:lnTo>
                  <a:lnTo>
                    <a:pt x="7918" y="2430"/>
                  </a:lnTo>
                  <a:lnTo>
                    <a:pt x="7930" y="2430"/>
                  </a:lnTo>
                  <a:lnTo>
                    <a:pt x="10026" y="1251"/>
                  </a:lnTo>
                  <a:close/>
                  <a:moveTo>
                    <a:pt x="11371" y="4132"/>
                  </a:moveTo>
                  <a:lnTo>
                    <a:pt x="13705" y="4751"/>
                  </a:lnTo>
                  <a:lnTo>
                    <a:pt x="12419" y="6894"/>
                  </a:lnTo>
                  <a:lnTo>
                    <a:pt x="8502" y="6894"/>
                  </a:lnTo>
                  <a:lnTo>
                    <a:pt x="11371" y="4132"/>
                  </a:lnTo>
                  <a:close/>
                  <a:moveTo>
                    <a:pt x="3727" y="4227"/>
                  </a:moveTo>
                  <a:lnTo>
                    <a:pt x="6502" y="6906"/>
                  </a:lnTo>
                  <a:lnTo>
                    <a:pt x="2477" y="6906"/>
                  </a:lnTo>
                  <a:lnTo>
                    <a:pt x="1263" y="4870"/>
                  </a:lnTo>
                  <a:lnTo>
                    <a:pt x="3727" y="4227"/>
                  </a:lnTo>
                  <a:close/>
                  <a:moveTo>
                    <a:pt x="12538" y="7728"/>
                  </a:moveTo>
                  <a:lnTo>
                    <a:pt x="13752" y="9764"/>
                  </a:lnTo>
                  <a:lnTo>
                    <a:pt x="11288" y="10407"/>
                  </a:lnTo>
                  <a:lnTo>
                    <a:pt x="8526" y="7728"/>
                  </a:lnTo>
                  <a:close/>
                  <a:moveTo>
                    <a:pt x="6502" y="7728"/>
                  </a:moveTo>
                  <a:lnTo>
                    <a:pt x="3656" y="10478"/>
                  </a:lnTo>
                  <a:lnTo>
                    <a:pt x="1310" y="9871"/>
                  </a:lnTo>
                  <a:lnTo>
                    <a:pt x="2584" y="7728"/>
                  </a:lnTo>
                  <a:close/>
                  <a:moveTo>
                    <a:pt x="7930" y="8299"/>
                  </a:moveTo>
                  <a:lnTo>
                    <a:pt x="10764" y="11062"/>
                  </a:lnTo>
                  <a:lnTo>
                    <a:pt x="10145" y="13336"/>
                  </a:lnTo>
                  <a:lnTo>
                    <a:pt x="7930" y="12097"/>
                  </a:lnTo>
                  <a:lnTo>
                    <a:pt x="7930" y="8299"/>
                  </a:lnTo>
                  <a:close/>
                  <a:moveTo>
                    <a:pt x="7109" y="8299"/>
                  </a:moveTo>
                  <a:lnTo>
                    <a:pt x="7109" y="12205"/>
                  </a:lnTo>
                  <a:lnTo>
                    <a:pt x="7097" y="12205"/>
                  </a:lnTo>
                  <a:lnTo>
                    <a:pt x="5001" y="13383"/>
                  </a:lnTo>
                  <a:lnTo>
                    <a:pt x="4346" y="10978"/>
                  </a:lnTo>
                  <a:lnTo>
                    <a:pt x="7109" y="8299"/>
                  </a:lnTo>
                  <a:close/>
                  <a:moveTo>
                    <a:pt x="10573" y="1"/>
                  </a:moveTo>
                  <a:lnTo>
                    <a:pt x="9823" y="417"/>
                  </a:lnTo>
                  <a:lnTo>
                    <a:pt x="7418" y="1751"/>
                  </a:lnTo>
                  <a:lnTo>
                    <a:pt x="5120" y="465"/>
                  </a:lnTo>
                  <a:lnTo>
                    <a:pt x="4358" y="48"/>
                  </a:lnTo>
                  <a:lnTo>
                    <a:pt x="4132" y="858"/>
                  </a:lnTo>
                  <a:lnTo>
                    <a:pt x="3418" y="3453"/>
                  </a:lnTo>
                  <a:lnTo>
                    <a:pt x="846" y="4120"/>
                  </a:lnTo>
                  <a:lnTo>
                    <a:pt x="1" y="4346"/>
                  </a:lnTo>
                  <a:lnTo>
                    <a:pt x="429" y="5073"/>
                  </a:lnTo>
                  <a:lnTo>
                    <a:pt x="1810" y="7394"/>
                  </a:lnTo>
                  <a:lnTo>
                    <a:pt x="477" y="9645"/>
                  </a:lnTo>
                  <a:lnTo>
                    <a:pt x="36" y="10371"/>
                  </a:lnTo>
                  <a:lnTo>
                    <a:pt x="894" y="10597"/>
                  </a:lnTo>
                  <a:lnTo>
                    <a:pt x="3549" y="11300"/>
                  </a:lnTo>
                  <a:lnTo>
                    <a:pt x="4239" y="13800"/>
                  </a:lnTo>
                  <a:lnTo>
                    <a:pt x="4466" y="14610"/>
                  </a:lnTo>
                  <a:lnTo>
                    <a:pt x="5216" y="14193"/>
                  </a:lnTo>
                  <a:lnTo>
                    <a:pt x="7609" y="12859"/>
                  </a:lnTo>
                  <a:lnTo>
                    <a:pt x="9919" y="14145"/>
                  </a:lnTo>
                  <a:lnTo>
                    <a:pt x="10681" y="14574"/>
                  </a:lnTo>
                  <a:lnTo>
                    <a:pt x="10907" y="13752"/>
                  </a:lnTo>
                  <a:lnTo>
                    <a:pt x="11621" y="11157"/>
                  </a:lnTo>
                  <a:lnTo>
                    <a:pt x="14193" y="10490"/>
                  </a:lnTo>
                  <a:lnTo>
                    <a:pt x="15038" y="10264"/>
                  </a:lnTo>
                  <a:lnTo>
                    <a:pt x="14610" y="9538"/>
                  </a:lnTo>
                  <a:lnTo>
                    <a:pt x="13229" y="7216"/>
                  </a:lnTo>
                  <a:lnTo>
                    <a:pt x="14562" y="4966"/>
                  </a:lnTo>
                  <a:lnTo>
                    <a:pt x="15003" y="4239"/>
                  </a:lnTo>
                  <a:lnTo>
                    <a:pt x="14145" y="4013"/>
                  </a:lnTo>
                  <a:lnTo>
                    <a:pt x="11490" y="3322"/>
                  </a:lnTo>
                  <a:lnTo>
                    <a:pt x="10800" y="822"/>
                  </a:lnTo>
                  <a:lnTo>
                    <a:pt x="10573"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9"/>
            <p:cNvSpPr/>
            <p:nvPr/>
          </p:nvSpPr>
          <p:spPr>
            <a:xfrm>
              <a:off x="964647" y="1409497"/>
              <a:ext cx="478772" cy="465126"/>
            </a:xfrm>
            <a:custGeom>
              <a:avLst/>
              <a:gdLst/>
              <a:ahLst/>
              <a:cxnLst/>
              <a:rect l="l" t="t" r="r" b="b"/>
              <a:pathLst>
                <a:path w="15051" h="14622" extrusionOk="0">
                  <a:moveTo>
                    <a:pt x="4906" y="1299"/>
                  </a:moveTo>
                  <a:lnTo>
                    <a:pt x="7121" y="2537"/>
                  </a:lnTo>
                  <a:lnTo>
                    <a:pt x="7121" y="6335"/>
                  </a:lnTo>
                  <a:lnTo>
                    <a:pt x="4275" y="3573"/>
                  </a:lnTo>
                  <a:lnTo>
                    <a:pt x="4906" y="1299"/>
                  </a:lnTo>
                  <a:close/>
                  <a:moveTo>
                    <a:pt x="10050" y="1251"/>
                  </a:moveTo>
                  <a:lnTo>
                    <a:pt x="10705" y="3656"/>
                  </a:lnTo>
                  <a:lnTo>
                    <a:pt x="7942" y="6335"/>
                  </a:lnTo>
                  <a:lnTo>
                    <a:pt x="7942" y="2430"/>
                  </a:lnTo>
                  <a:lnTo>
                    <a:pt x="7954" y="2430"/>
                  </a:lnTo>
                  <a:lnTo>
                    <a:pt x="10050" y="1251"/>
                  </a:lnTo>
                  <a:close/>
                  <a:moveTo>
                    <a:pt x="11395" y="4144"/>
                  </a:moveTo>
                  <a:lnTo>
                    <a:pt x="13729" y="4751"/>
                  </a:lnTo>
                  <a:lnTo>
                    <a:pt x="12443" y="6895"/>
                  </a:lnTo>
                  <a:lnTo>
                    <a:pt x="8526" y="6895"/>
                  </a:lnTo>
                  <a:lnTo>
                    <a:pt x="11395" y="4144"/>
                  </a:lnTo>
                  <a:close/>
                  <a:moveTo>
                    <a:pt x="3751" y="4228"/>
                  </a:moveTo>
                  <a:lnTo>
                    <a:pt x="6526" y="6906"/>
                  </a:lnTo>
                  <a:lnTo>
                    <a:pt x="2501" y="6906"/>
                  </a:lnTo>
                  <a:lnTo>
                    <a:pt x="1287" y="4870"/>
                  </a:lnTo>
                  <a:lnTo>
                    <a:pt x="3751" y="4228"/>
                  </a:lnTo>
                  <a:close/>
                  <a:moveTo>
                    <a:pt x="12562" y="7728"/>
                  </a:moveTo>
                  <a:lnTo>
                    <a:pt x="13788" y="9764"/>
                  </a:lnTo>
                  <a:lnTo>
                    <a:pt x="11312" y="10407"/>
                  </a:lnTo>
                  <a:lnTo>
                    <a:pt x="8550" y="7728"/>
                  </a:lnTo>
                  <a:close/>
                  <a:moveTo>
                    <a:pt x="6537" y="7728"/>
                  </a:moveTo>
                  <a:lnTo>
                    <a:pt x="3680" y="10478"/>
                  </a:lnTo>
                  <a:lnTo>
                    <a:pt x="1346" y="9871"/>
                  </a:lnTo>
                  <a:lnTo>
                    <a:pt x="2620" y="7728"/>
                  </a:lnTo>
                  <a:close/>
                  <a:moveTo>
                    <a:pt x="7954" y="8311"/>
                  </a:moveTo>
                  <a:lnTo>
                    <a:pt x="10788" y="11062"/>
                  </a:lnTo>
                  <a:lnTo>
                    <a:pt x="10169" y="13336"/>
                  </a:lnTo>
                  <a:lnTo>
                    <a:pt x="7954" y="12109"/>
                  </a:lnTo>
                  <a:lnTo>
                    <a:pt x="7954" y="8311"/>
                  </a:lnTo>
                  <a:close/>
                  <a:moveTo>
                    <a:pt x="7133" y="8311"/>
                  </a:moveTo>
                  <a:lnTo>
                    <a:pt x="7133" y="12205"/>
                  </a:lnTo>
                  <a:lnTo>
                    <a:pt x="7121" y="12205"/>
                  </a:lnTo>
                  <a:lnTo>
                    <a:pt x="5025" y="13383"/>
                  </a:lnTo>
                  <a:lnTo>
                    <a:pt x="4370" y="10990"/>
                  </a:lnTo>
                  <a:lnTo>
                    <a:pt x="7133" y="8311"/>
                  </a:lnTo>
                  <a:close/>
                  <a:moveTo>
                    <a:pt x="10586" y="1"/>
                  </a:moveTo>
                  <a:lnTo>
                    <a:pt x="9824" y="418"/>
                  </a:lnTo>
                  <a:lnTo>
                    <a:pt x="7430" y="1763"/>
                  </a:lnTo>
                  <a:lnTo>
                    <a:pt x="5121" y="465"/>
                  </a:lnTo>
                  <a:lnTo>
                    <a:pt x="4359" y="48"/>
                  </a:lnTo>
                  <a:lnTo>
                    <a:pt x="4144" y="870"/>
                  </a:lnTo>
                  <a:lnTo>
                    <a:pt x="3430" y="3454"/>
                  </a:lnTo>
                  <a:lnTo>
                    <a:pt x="846" y="4132"/>
                  </a:lnTo>
                  <a:lnTo>
                    <a:pt x="1" y="4347"/>
                  </a:lnTo>
                  <a:lnTo>
                    <a:pt x="430" y="5085"/>
                  </a:lnTo>
                  <a:lnTo>
                    <a:pt x="1823" y="7406"/>
                  </a:lnTo>
                  <a:lnTo>
                    <a:pt x="477" y="9645"/>
                  </a:lnTo>
                  <a:lnTo>
                    <a:pt x="49" y="10383"/>
                  </a:lnTo>
                  <a:lnTo>
                    <a:pt x="894" y="10597"/>
                  </a:lnTo>
                  <a:lnTo>
                    <a:pt x="3561" y="11300"/>
                  </a:lnTo>
                  <a:lnTo>
                    <a:pt x="4240" y="13800"/>
                  </a:lnTo>
                  <a:lnTo>
                    <a:pt x="4466" y="14622"/>
                  </a:lnTo>
                  <a:lnTo>
                    <a:pt x="5228" y="14205"/>
                  </a:lnTo>
                  <a:lnTo>
                    <a:pt x="7621" y="12860"/>
                  </a:lnTo>
                  <a:lnTo>
                    <a:pt x="9931" y="14157"/>
                  </a:lnTo>
                  <a:lnTo>
                    <a:pt x="10693" y="14574"/>
                  </a:lnTo>
                  <a:lnTo>
                    <a:pt x="10907" y="13753"/>
                  </a:lnTo>
                  <a:lnTo>
                    <a:pt x="11633" y="11169"/>
                  </a:lnTo>
                  <a:lnTo>
                    <a:pt x="14205" y="10502"/>
                  </a:lnTo>
                  <a:lnTo>
                    <a:pt x="15050" y="10276"/>
                  </a:lnTo>
                  <a:lnTo>
                    <a:pt x="14622" y="9550"/>
                  </a:lnTo>
                  <a:lnTo>
                    <a:pt x="13241" y="7228"/>
                  </a:lnTo>
                  <a:lnTo>
                    <a:pt x="14574" y="4978"/>
                  </a:lnTo>
                  <a:lnTo>
                    <a:pt x="15003" y="4251"/>
                  </a:lnTo>
                  <a:lnTo>
                    <a:pt x="14157" y="4025"/>
                  </a:lnTo>
                  <a:lnTo>
                    <a:pt x="11490" y="3323"/>
                  </a:lnTo>
                  <a:lnTo>
                    <a:pt x="10812" y="822"/>
                  </a:lnTo>
                  <a:lnTo>
                    <a:pt x="10586"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9"/>
            <p:cNvSpPr/>
            <p:nvPr/>
          </p:nvSpPr>
          <p:spPr>
            <a:xfrm>
              <a:off x="964647" y="3269110"/>
              <a:ext cx="478772" cy="465126"/>
            </a:xfrm>
            <a:custGeom>
              <a:avLst/>
              <a:gdLst/>
              <a:ahLst/>
              <a:cxnLst/>
              <a:rect l="l" t="t" r="r" b="b"/>
              <a:pathLst>
                <a:path w="15051" h="14622" extrusionOk="0">
                  <a:moveTo>
                    <a:pt x="4906" y="1286"/>
                  </a:moveTo>
                  <a:lnTo>
                    <a:pt x="7121" y="2525"/>
                  </a:lnTo>
                  <a:lnTo>
                    <a:pt x="7121" y="6311"/>
                  </a:lnTo>
                  <a:lnTo>
                    <a:pt x="4275" y="3560"/>
                  </a:lnTo>
                  <a:lnTo>
                    <a:pt x="4906" y="1286"/>
                  </a:lnTo>
                  <a:close/>
                  <a:moveTo>
                    <a:pt x="10050" y="1239"/>
                  </a:moveTo>
                  <a:lnTo>
                    <a:pt x="10705" y="3632"/>
                  </a:lnTo>
                  <a:lnTo>
                    <a:pt x="7942" y="6311"/>
                  </a:lnTo>
                  <a:lnTo>
                    <a:pt x="7942" y="2417"/>
                  </a:lnTo>
                  <a:lnTo>
                    <a:pt x="7954" y="2417"/>
                  </a:lnTo>
                  <a:lnTo>
                    <a:pt x="10050" y="1239"/>
                  </a:lnTo>
                  <a:close/>
                  <a:moveTo>
                    <a:pt x="3751" y="4215"/>
                  </a:moveTo>
                  <a:lnTo>
                    <a:pt x="6526" y="6894"/>
                  </a:lnTo>
                  <a:lnTo>
                    <a:pt x="2501" y="6894"/>
                  </a:lnTo>
                  <a:lnTo>
                    <a:pt x="1299" y="4858"/>
                  </a:lnTo>
                  <a:lnTo>
                    <a:pt x="3751" y="4215"/>
                  </a:lnTo>
                  <a:close/>
                  <a:moveTo>
                    <a:pt x="11395" y="4144"/>
                  </a:moveTo>
                  <a:lnTo>
                    <a:pt x="13729" y="4751"/>
                  </a:lnTo>
                  <a:lnTo>
                    <a:pt x="12443" y="6894"/>
                  </a:lnTo>
                  <a:lnTo>
                    <a:pt x="8526" y="6894"/>
                  </a:lnTo>
                  <a:lnTo>
                    <a:pt x="11395" y="4144"/>
                  </a:lnTo>
                  <a:close/>
                  <a:moveTo>
                    <a:pt x="12562" y="7716"/>
                  </a:moveTo>
                  <a:lnTo>
                    <a:pt x="13788" y="9752"/>
                  </a:lnTo>
                  <a:lnTo>
                    <a:pt x="11312" y="10395"/>
                  </a:lnTo>
                  <a:lnTo>
                    <a:pt x="8550" y="7716"/>
                  </a:lnTo>
                  <a:close/>
                  <a:moveTo>
                    <a:pt x="6526" y="7728"/>
                  </a:moveTo>
                  <a:lnTo>
                    <a:pt x="3668" y="10478"/>
                  </a:lnTo>
                  <a:lnTo>
                    <a:pt x="1334" y="9871"/>
                  </a:lnTo>
                  <a:lnTo>
                    <a:pt x="2608" y="7728"/>
                  </a:lnTo>
                  <a:close/>
                  <a:moveTo>
                    <a:pt x="7954" y="8299"/>
                  </a:moveTo>
                  <a:lnTo>
                    <a:pt x="10800" y="11049"/>
                  </a:lnTo>
                  <a:lnTo>
                    <a:pt x="10169" y="13323"/>
                  </a:lnTo>
                  <a:lnTo>
                    <a:pt x="7954" y="12085"/>
                  </a:lnTo>
                  <a:lnTo>
                    <a:pt x="7954" y="8299"/>
                  </a:lnTo>
                  <a:close/>
                  <a:moveTo>
                    <a:pt x="7121" y="8299"/>
                  </a:moveTo>
                  <a:lnTo>
                    <a:pt x="7121" y="12192"/>
                  </a:lnTo>
                  <a:lnTo>
                    <a:pt x="7109" y="12192"/>
                  </a:lnTo>
                  <a:lnTo>
                    <a:pt x="5002" y="13371"/>
                  </a:lnTo>
                  <a:lnTo>
                    <a:pt x="4347" y="10978"/>
                  </a:lnTo>
                  <a:lnTo>
                    <a:pt x="7121" y="8299"/>
                  </a:lnTo>
                  <a:close/>
                  <a:moveTo>
                    <a:pt x="10586" y="0"/>
                  </a:moveTo>
                  <a:lnTo>
                    <a:pt x="9824" y="417"/>
                  </a:lnTo>
                  <a:lnTo>
                    <a:pt x="7430" y="1763"/>
                  </a:lnTo>
                  <a:lnTo>
                    <a:pt x="5121" y="465"/>
                  </a:lnTo>
                  <a:lnTo>
                    <a:pt x="4359" y="48"/>
                  </a:lnTo>
                  <a:lnTo>
                    <a:pt x="4144" y="870"/>
                  </a:lnTo>
                  <a:lnTo>
                    <a:pt x="3430" y="3453"/>
                  </a:lnTo>
                  <a:lnTo>
                    <a:pt x="846" y="4132"/>
                  </a:lnTo>
                  <a:lnTo>
                    <a:pt x="1" y="4346"/>
                  </a:lnTo>
                  <a:lnTo>
                    <a:pt x="441" y="5084"/>
                  </a:lnTo>
                  <a:lnTo>
                    <a:pt x="1823" y="7406"/>
                  </a:lnTo>
                  <a:lnTo>
                    <a:pt x="477" y="9644"/>
                  </a:lnTo>
                  <a:lnTo>
                    <a:pt x="49" y="10383"/>
                  </a:lnTo>
                  <a:lnTo>
                    <a:pt x="894" y="10597"/>
                  </a:lnTo>
                  <a:lnTo>
                    <a:pt x="3561" y="11299"/>
                  </a:lnTo>
                  <a:lnTo>
                    <a:pt x="4251" y="13800"/>
                  </a:lnTo>
                  <a:lnTo>
                    <a:pt x="4466" y="14621"/>
                  </a:lnTo>
                  <a:lnTo>
                    <a:pt x="5228" y="14205"/>
                  </a:lnTo>
                  <a:lnTo>
                    <a:pt x="7621" y="12859"/>
                  </a:lnTo>
                  <a:lnTo>
                    <a:pt x="9931" y="14157"/>
                  </a:lnTo>
                  <a:lnTo>
                    <a:pt x="10693" y="14574"/>
                  </a:lnTo>
                  <a:lnTo>
                    <a:pt x="10907" y="13752"/>
                  </a:lnTo>
                  <a:lnTo>
                    <a:pt x="11633" y="11168"/>
                  </a:lnTo>
                  <a:lnTo>
                    <a:pt x="14205" y="10502"/>
                  </a:lnTo>
                  <a:lnTo>
                    <a:pt x="15050" y="10275"/>
                  </a:lnTo>
                  <a:lnTo>
                    <a:pt x="14622" y="9549"/>
                  </a:lnTo>
                  <a:lnTo>
                    <a:pt x="13241" y="7227"/>
                  </a:lnTo>
                  <a:lnTo>
                    <a:pt x="14574" y="4977"/>
                  </a:lnTo>
                  <a:lnTo>
                    <a:pt x="15003" y="4251"/>
                  </a:lnTo>
                  <a:lnTo>
                    <a:pt x="14157" y="4025"/>
                  </a:lnTo>
                  <a:lnTo>
                    <a:pt x="11490" y="3322"/>
                  </a:lnTo>
                  <a:lnTo>
                    <a:pt x="10812" y="822"/>
                  </a:lnTo>
                  <a:lnTo>
                    <a:pt x="10586"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9"/>
            <p:cNvSpPr/>
            <p:nvPr/>
          </p:nvSpPr>
          <p:spPr>
            <a:xfrm>
              <a:off x="482535" y="3269110"/>
              <a:ext cx="478359" cy="465126"/>
            </a:xfrm>
            <a:custGeom>
              <a:avLst/>
              <a:gdLst/>
              <a:ahLst/>
              <a:cxnLst/>
              <a:rect l="l" t="t" r="r" b="b"/>
              <a:pathLst>
                <a:path w="15038" h="14622" extrusionOk="0">
                  <a:moveTo>
                    <a:pt x="4894" y="1286"/>
                  </a:moveTo>
                  <a:lnTo>
                    <a:pt x="7108" y="2525"/>
                  </a:lnTo>
                  <a:lnTo>
                    <a:pt x="7108" y="6311"/>
                  </a:lnTo>
                  <a:lnTo>
                    <a:pt x="4263" y="3560"/>
                  </a:lnTo>
                  <a:lnTo>
                    <a:pt x="4894" y="1286"/>
                  </a:lnTo>
                  <a:close/>
                  <a:moveTo>
                    <a:pt x="10037" y="1239"/>
                  </a:moveTo>
                  <a:lnTo>
                    <a:pt x="10692" y="3632"/>
                  </a:lnTo>
                  <a:lnTo>
                    <a:pt x="7930" y="6311"/>
                  </a:lnTo>
                  <a:lnTo>
                    <a:pt x="7930" y="2417"/>
                  </a:lnTo>
                  <a:lnTo>
                    <a:pt x="7942" y="2417"/>
                  </a:lnTo>
                  <a:lnTo>
                    <a:pt x="10037" y="1239"/>
                  </a:lnTo>
                  <a:close/>
                  <a:moveTo>
                    <a:pt x="3751" y="4215"/>
                  </a:moveTo>
                  <a:lnTo>
                    <a:pt x="6513" y="6894"/>
                  </a:lnTo>
                  <a:lnTo>
                    <a:pt x="2501" y="6894"/>
                  </a:lnTo>
                  <a:lnTo>
                    <a:pt x="1274" y="4858"/>
                  </a:lnTo>
                  <a:lnTo>
                    <a:pt x="3751" y="4215"/>
                  </a:lnTo>
                  <a:close/>
                  <a:moveTo>
                    <a:pt x="11383" y="4144"/>
                  </a:moveTo>
                  <a:lnTo>
                    <a:pt x="13716" y="4751"/>
                  </a:lnTo>
                  <a:lnTo>
                    <a:pt x="12442" y="6894"/>
                  </a:lnTo>
                  <a:lnTo>
                    <a:pt x="8525" y="6894"/>
                  </a:lnTo>
                  <a:lnTo>
                    <a:pt x="11383" y="4144"/>
                  </a:lnTo>
                  <a:close/>
                  <a:moveTo>
                    <a:pt x="12561" y="7716"/>
                  </a:moveTo>
                  <a:lnTo>
                    <a:pt x="13776" y="9752"/>
                  </a:lnTo>
                  <a:lnTo>
                    <a:pt x="11311" y="10395"/>
                  </a:lnTo>
                  <a:lnTo>
                    <a:pt x="8537" y="7716"/>
                  </a:lnTo>
                  <a:close/>
                  <a:moveTo>
                    <a:pt x="6513" y="7728"/>
                  </a:moveTo>
                  <a:lnTo>
                    <a:pt x="3655" y="10478"/>
                  </a:lnTo>
                  <a:lnTo>
                    <a:pt x="1322" y="9871"/>
                  </a:lnTo>
                  <a:lnTo>
                    <a:pt x="2596" y="7728"/>
                  </a:lnTo>
                  <a:close/>
                  <a:moveTo>
                    <a:pt x="7942" y="8299"/>
                  </a:moveTo>
                  <a:lnTo>
                    <a:pt x="10787" y="11049"/>
                  </a:lnTo>
                  <a:lnTo>
                    <a:pt x="10156" y="13323"/>
                  </a:lnTo>
                  <a:lnTo>
                    <a:pt x="7942" y="12085"/>
                  </a:lnTo>
                  <a:lnTo>
                    <a:pt x="7942" y="8299"/>
                  </a:lnTo>
                  <a:close/>
                  <a:moveTo>
                    <a:pt x="7108" y="8299"/>
                  </a:moveTo>
                  <a:lnTo>
                    <a:pt x="7108" y="12192"/>
                  </a:lnTo>
                  <a:lnTo>
                    <a:pt x="7096" y="12192"/>
                  </a:lnTo>
                  <a:lnTo>
                    <a:pt x="5001" y="13371"/>
                  </a:lnTo>
                  <a:lnTo>
                    <a:pt x="4346" y="10978"/>
                  </a:lnTo>
                  <a:lnTo>
                    <a:pt x="7108" y="8299"/>
                  </a:lnTo>
                  <a:close/>
                  <a:moveTo>
                    <a:pt x="10573" y="0"/>
                  </a:moveTo>
                  <a:lnTo>
                    <a:pt x="9811" y="417"/>
                  </a:lnTo>
                  <a:lnTo>
                    <a:pt x="7418" y="1763"/>
                  </a:lnTo>
                  <a:lnTo>
                    <a:pt x="5120" y="465"/>
                  </a:lnTo>
                  <a:lnTo>
                    <a:pt x="4358" y="48"/>
                  </a:lnTo>
                  <a:lnTo>
                    <a:pt x="4132" y="870"/>
                  </a:lnTo>
                  <a:lnTo>
                    <a:pt x="3417" y="3453"/>
                  </a:lnTo>
                  <a:lnTo>
                    <a:pt x="846" y="4132"/>
                  </a:lnTo>
                  <a:lnTo>
                    <a:pt x="0" y="4346"/>
                  </a:lnTo>
                  <a:lnTo>
                    <a:pt x="429" y="5084"/>
                  </a:lnTo>
                  <a:lnTo>
                    <a:pt x="1810" y="7406"/>
                  </a:lnTo>
                  <a:lnTo>
                    <a:pt x="476" y="9644"/>
                  </a:lnTo>
                  <a:lnTo>
                    <a:pt x="36" y="10383"/>
                  </a:lnTo>
                  <a:lnTo>
                    <a:pt x="881" y="10597"/>
                  </a:lnTo>
                  <a:lnTo>
                    <a:pt x="3548" y="11299"/>
                  </a:lnTo>
                  <a:lnTo>
                    <a:pt x="4239" y="13800"/>
                  </a:lnTo>
                  <a:lnTo>
                    <a:pt x="4453" y="14621"/>
                  </a:lnTo>
                  <a:lnTo>
                    <a:pt x="5215" y="14205"/>
                  </a:lnTo>
                  <a:lnTo>
                    <a:pt x="7608" y="12859"/>
                  </a:lnTo>
                  <a:lnTo>
                    <a:pt x="9918" y="14157"/>
                  </a:lnTo>
                  <a:lnTo>
                    <a:pt x="10680" y="14574"/>
                  </a:lnTo>
                  <a:lnTo>
                    <a:pt x="10906" y="13752"/>
                  </a:lnTo>
                  <a:lnTo>
                    <a:pt x="11621" y="11168"/>
                  </a:lnTo>
                  <a:lnTo>
                    <a:pt x="14192" y="10502"/>
                  </a:lnTo>
                  <a:lnTo>
                    <a:pt x="15038" y="10275"/>
                  </a:lnTo>
                  <a:lnTo>
                    <a:pt x="14609" y="9549"/>
                  </a:lnTo>
                  <a:lnTo>
                    <a:pt x="13228" y="7227"/>
                  </a:lnTo>
                  <a:lnTo>
                    <a:pt x="14562" y="4977"/>
                  </a:lnTo>
                  <a:lnTo>
                    <a:pt x="14990" y="4251"/>
                  </a:lnTo>
                  <a:lnTo>
                    <a:pt x="14145" y="4025"/>
                  </a:lnTo>
                  <a:lnTo>
                    <a:pt x="11478" y="3322"/>
                  </a:lnTo>
                  <a:lnTo>
                    <a:pt x="10799" y="822"/>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9"/>
            <p:cNvSpPr/>
            <p:nvPr/>
          </p:nvSpPr>
          <p:spPr>
            <a:xfrm>
              <a:off x="9" y="2804398"/>
              <a:ext cx="478772" cy="464744"/>
            </a:xfrm>
            <a:custGeom>
              <a:avLst/>
              <a:gdLst/>
              <a:ahLst/>
              <a:cxnLst/>
              <a:rect l="l" t="t" r="r" b="b"/>
              <a:pathLst>
                <a:path w="15051" h="14610" extrusionOk="0">
                  <a:moveTo>
                    <a:pt x="10050" y="1239"/>
                  </a:moveTo>
                  <a:lnTo>
                    <a:pt x="10704" y="3632"/>
                  </a:lnTo>
                  <a:lnTo>
                    <a:pt x="7930" y="6311"/>
                  </a:lnTo>
                  <a:lnTo>
                    <a:pt x="7930" y="2405"/>
                  </a:lnTo>
                  <a:lnTo>
                    <a:pt x="7942" y="2405"/>
                  </a:lnTo>
                  <a:lnTo>
                    <a:pt x="10050" y="1239"/>
                  </a:lnTo>
                  <a:close/>
                  <a:moveTo>
                    <a:pt x="4894" y="1274"/>
                  </a:moveTo>
                  <a:lnTo>
                    <a:pt x="7109" y="2513"/>
                  </a:lnTo>
                  <a:lnTo>
                    <a:pt x="7109" y="6323"/>
                  </a:lnTo>
                  <a:lnTo>
                    <a:pt x="4275" y="3560"/>
                  </a:lnTo>
                  <a:lnTo>
                    <a:pt x="4894" y="1274"/>
                  </a:lnTo>
                  <a:close/>
                  <a:moveTo>
                    <a:pt x="3751" y="4215"/>
                  </a:moveTo>
                  <a:lnTo>
                    <a:pt x="6513" y="6894"/>
                  </a:lnTo>
                  <a:lnTo>
                    <a:pt x="2501" y="6894"/>
                  </a:lnTo>
                  <a:lnTo>
                    <a:pt x="1275" y="4846"/>
                  </a:lnTo>
                  <a:lnTo>
                    <a:pt x="3751" y="4215"/>
                  </a:lnTo>
                  <a:close/>
                  <a:moveTo>
                    <a:pt x="11383" y="4132"/>
                  </a:moveTo>
                  <a:lnTo>
                    <a:pt x="13717" y="4751"/>
                  </a:lnTo>
                  <a:lnTo>
                    <a:pt x="12455" y="6894"/>
                  </a:lnTo>
                  <a:lnTo>
                    <a:pt x="8537" y="6894"/>
                  </a:lnTo>
                  <a:lnTo>
                    <a:pt x="11383" y="4132"/>
                  </a:lnTo>
                  <a:close/>
                  <a:moveTo>
                    <a:pt x="12562" y="7704"/>
                  </a:moveTo>
                  <a:lnTo>
                    <a:pt x="13776" y="9752"/>
                  </a:lnTo>
                  <a:lnTo>
                    <a:pt x="11312" y="10383"/>
                  </a:lnTo>
                  <a:lnTo>
                    <a:pt x="8537" y="7704"/>
                  </a:lnTo>
                  <a:close/>
                  <a:moveTo>
                    <a:pt x="6537" y="7704"/>
                  </a:moveTo>
                  <a:lnTo>
                    <a:pt x="3680" y="10478"/>
                  </a:lnTo>
                  <a:lnTo>
                    <a:pt x="1334" y="9871"/>
                  </a:lnTo>
                  <a:lnTo>
                    <a:pt x="2620" y="7704"/>
                  </a:lnTo>
                  <a:close/>
                  <a:moveTo>
                    <a:pt x="7942" y="8287"/>
                  </a:moveTo>
                  <a:lnTo>
                    <a:pt x="10788" y="11038"/>
                  </a:lnTo>
                  <a:lnTo>
                    <a:pt x="10169" y="13324"/>
                  </a:lnTo>
                  <a:lnTo>
                    <a:pt x="7942" y="12085"/>
                  </a:lnTo>
                  <a:lnTo>
                    <a:pt x="7942" y="8287"/>
                  </a:lnTo>
                  <a:close/>
                  <a:moveTo>
                    <a:pt x="7133" y="8287"/>
                  </a:moveTo>
                  <a:lnTo>
                    <a:pt x="7133" y="12192"/>
                  </a:lnTo>
                  <a:lnTo>
                    <a:pt x="7109" y="12192"/>
                  </a:lnTo>
                  <a:lnTo>
                    <a:pt x="5013" y="13359"/>
                  </a:lnTo>
                  <a:lnTo>
                    <a:pt x="4358" y="10966"/>
                  </a:lnTo>
                  <a:lnTo>
                    <a:pt x="7133" y="8287"/>
                  </a:lnTo>
                  <a:close/>
                  <a:moveTo>
                    <a:pt x="10597" y="0"/>
                  </a:moveTo>
                  <a:lnTo>
                    <a:pt x="9835" y="417"/>
                  </a:lnTo>
                  <a:lnTo>
                    <a:pt x="7442" y="1751"/>
                  </a:lnTo>
                  <a:lnTo>
                    <a:pt x="5132" y="453"/>
                  </a:lnTo>
                  <a:lnTo>
                    <a:pt x="4370" y="48"/>
                  </a:lnTo>
                  <a:lnTo>
                    <a:pt x="4144" y="858"/>
                  </a:lnTo>
                  <a:lnTo>
                    <a:pt x="3430" y="3453"/>
                  </a:lnTo>
                  <a:lnTo>
                    <a:pt x="846" y="4120"/>
                  </a:lnTo>
                  <a:lnTo>
                    <a:pt x="1" y="4346"/>
                  </a:lnTo>
                  <a:lnTo>
                    <a:pt x="429" y="5072"/>
                  </a:lnTo>
                  <a:lnTo>
                    <a:pt x="1810" y="7394"/>
                  </a:lnTo>
                  <a:lnTo>
                    <a:pt x="477" y="9644"/>
                  </a:lnTo>
                  <a:lnTo>
                    <a:pt x="36" y="10371"/>
                  </a:lnTo>
                  <a:lnTo>
                    <a:pt x="894" y="10597"/>
                  </a:lnTo>
                  <a:lnTo>
                    <a:pt x="3561" y="11299"/>
                  </a:lnTo>
                  <a:lnTo>
                    <a:pt x="4239" y="13800"/>
                  </a:lnTo>
                  <a:lnTo>
                    <a:pt x="4466" y="14609"/>
                  </a:lnTo>
                  <a:lnTo>
                    <a:pt x="5228" y="14193"/>
                  </a:lnTo>
                  <a:lnTo>
                    <a:pt x="7621" y="12859"/>
                  </a:lnTo>
                  <a:lnTo>
                    <a:pt x="9930" y="14157"/>
                  </a:lnTo>
                  <a:lnTo>
                    <a:pt x="10681" y="14574"/>
                  </a:lnTo>
                  <a:lnTo>
                    <a:pt x="10907" y="13752"/>
                  </a:lnTo>
                  <a:lnTo>
                    <a:pt x="11621" y="11157"/>
                  </a:lnTo>
                  <a:lnTo>
                    <a:pt x="14193" y="10490"/>
                  </a:lnTo>
                  <a:lnTo>
                    <a:pt x="15050" y="10264"/>
                  </a:lnTo>
                  <a:lnTo>
                    <a:pt x="14633" y="9537"/>
                  </a:lnTo>
                  <a:lnTo>
                    <a:pt x="13240" y="7216"/>
                  </a:lnTo>
                  <a:lnTo>
                    <a:pt x="14586" y="4965"/>
                  </a:lnTo>
                  <a:lnTo>
                    <a:pt x="15014" y="4239"/>
                  </a:lnTo>
                  <a:lnTo>
                    <a:pt x="14169" y="4013"/>
                  </a:lnTo>
                  <a:lnTo>
                    <a:pt x="11502" y="3322"/>
                  </a:lnTo>
                  <a:lnTo>
                    <a:pt x="10823" y="822"/>
                  </a:lnTo>
                  <a:lnTo>
                    <a:pt x="10597"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9"/>
            <p:cNvSpPr/>
            <p:nvPr/>
          </p:nvSpPr>
          <p:spPr>
            <a:xfrm>
              <a:off x="9" y="944785"/>
              <a:ext cx="478772" cy="465126"/>
            </a:xfrm>
            <a:custGeom>
              <a:avLst/>
              <a:gdLst/>
              <a:ahLst/>
              <a:cxnLst/>
              <a:rect l="l" t="t" r="r" b="b"/>
              <a:pathLst>
                <a:path w="15051" h="14622" extrusionOk="0">
                  <a:moveTo>
                    <a:pt x="4894" y="1299"/>
                  </a:moveTo>
                  <a:lnTo>
                    <a:pt x="7109" y="2525"/>
                  </a:lnTo>
                  <a:lnTo>
                    <a:pt x="7109" y="6323"/>
                  </a:lnTo>
                  <a:lnTo>
                    <a:pt x="4275" y="3573"/>
                  </a:lnTo>
                  <a:lnTo>
                    <a:pt x="4894" y="1299"/>
                  </a:lnTo>
                  <a:close/>
                  <a:moveTo>
                    <a:pt x="10050" y="1251"/>
                  </a:moveTo>
                  <a:lnTo>
                    <a:pt x="10704" y="3644"/>
                  </a:lnTo>
                  <a:lnTo>
                    <a:pt x="7930" y="6323"/>
                  </a:lnTo>
                  <a:lnTo>
                    <a:pt x="7930" y="2430"/>
                  </a:lnTo>
                  <a:lnTo>
                    <a:pt x="7942" y="2430"/>
                  </a:lnTo>
                  <a:lnTo>
                    <a:pt x="10050" y="1251"/>
                  </a:lnTo>
                  <a:close/>
                  <a:moveTo>
                    <a:pt x="3751" y="4228"/>
                  </a:moveTo>
                  <a:lnTo>
                    <a:pt x="6513" y="6906"/>
                  </a:lnTo>
                  <a:lnTo>
                    <a:pt x="2501" y="6906"/>
                  </a:lnTo>
                  <a:lnTo>
                    <a:pt x="1275" y="4871"/>
                  </a:lnTo>
                  <a:lnTo>
                    <a:pt x="3751" y="4228"/>
                  </a:lnTo>
                  <a:close/>
                  <a:moveTo>
                    <a:pt x="11383" y="4156"/>
                  </a:moveTo>
                  <a:lnTo>
                    <a:pt x="13717" y="4763"/>
                  </a:lnTo>
                  <a:lnTo>
                    <a:pt x="12455" y="6906"/>
                  </a:lnTo>
                  <a:lnTo>
                    <a:pt x="8537" y="6906"/>
                  </a:lnTo>
                  <a:lnTo>
                    <a:pt x="11383" y="4156"/>
                  </a:lnTo>
                  <a:close/>
                  <a:moveTo>
                    <a:pt x="12562" y="7728"/>
                  </a:moveTo>
                  <a:lnTo>
                    <a:pt x="13776" y="9764"/>
                  </a:lnTo>
                  <a:lnTo>
                    <a:pt x="11312" y="10407"/>
                  </a:lnTo>
                  <a:lnTo>
                    <a:pt x="8537" y="7728"/>
                  </a:lnTo>
                  <a:close/>
                  <a:moveTo>
                    <a:pt x="6537" y="7704"/>
                  </a:moveTo>
                  <a:lnTo>
                    <a:pt x="3680" y="10478"/>
                  </a:lnTo>
                  <a:lnTo>
                    <a:pt x="1334" y="9859"/>
                  </a:lnTo>
                  <a:lnTo>
                    <a:pt x="2620" y="7704"/>
                  </a:lnTo>
                  <a:close/>
                  <a:moveTo>
                    <a:pt x="7942" y="8300"/>
                  </a:moveTo>
                  <a:lnTo>
                    <a:pt x="10788" y="11050"/>
                  </a:lnTo>
                  <a:lnTo>
                    <a:pt x="10169" y="13336"/>
                  </a:lnTo>
                  <a:lnTo>
                    <a:pt x="7942" y="12098"/>
                  </a:lnTo>
                  <a:lnTo>
                    <a:pt x="7942" y="8300"/>
                  </a:lnTo>
                  <a:close/>
                  <a:moveTo>
                    <a:pt x="7133" y="8300"/>
                  </a:moveTo>
                  <a:lnTo>
                    <a:pt x="7133" y="12205"/>
                  </a:lnTo>
                  <a:lnTo>
                    <a:pt x="7109" y="12205"/>
                  </a:lnTo>
                  <a:lnTo>
                    <a:pt x="5013" y="13383"/>
                  </a:lnTo>
                  <a:lnTo>
                    <a:pt x="4358" y="10978"/>
                  </a:lnTo>
                  <a:lnTo>
                    <a:pt x="7133" y="8300"/>
                  </a:lnTo>
                  <a:close/>
                  <a:moveTo>
                    <a:pt x="10585" y="1"/>
                  </a:moveTo>
                  <a:lnTo>
                    <a:pt x="9823" y="418"/>
                  </a:lnTo>
                  <a:lnTo>
                    <a:pt x="7430" y="1751"/>
                  </a:lnTo>
                  <a:lnTo>
                    <a:pt x="5120" y="465"/>
                  </a:lnTo>
                  <a:lnTo>
                    <a:pt x="4358" y="49"/>
                  </a:lnTo>
                  <a:lnTo>
                    <a:pt x="4132" y="858"/>
                  </a:lnTo>
                  <a:lnTo>
                    <a:pt x="3418" y="3454"/>
                  </a:lnTo>
                  <a:lnTo>
                    <a:pt x="846" y="4132"/>
                  </a:lnTo>
                  <a:lnTo>
                    <a:pt x="1" y="4359"/>
                  </a:lnTo>
                  <a:lnTo>
                    <a:pt x="429" y="5085"/>
                  </a:lnTo>
                  <a:lnTo>
                    <a:pt x="1810" y="7407"/>
                  </a:lnTo>
                  <a:lnTo>
                    <a:pt x="477" y="9657"/>
                  </a:lnTo>
                  <a:lnTo>
                    <a:pt x="36" y="10383"/>
                  </a:lnTo>
                  <a:lnTo>
                    <a:pt x="894" y="10609"/>
                  </a:lnTo>
                  <a:lnTo>
                    <a:pt x="3561" y="11312"/>
                  </a:lnTo>
                  <a:lnTo>
                    <a:pt x="4239" y="13812"/>
                  </a:lnTo>
                  <a:lnTo>
                    <a:pt x="4466" y="14622"/>
                  </a:lnTo>
                  <a:lnTo>
                    <a:pt x="5228" y="14205"/>
                  </a:lnTo>
                  <a:lnTo>
                    <a:pt x="7621" y="12872"/>
                  </a:lnTo>
                  <a:lnTo>
                    <a:pt x="9930" y="14169"/>
                  </a:lnTo>
                  <a:lnTo>
                    <a:pt x="10681" y="14586"/>
                  </a:lnTo>
                  <a:lnTo>
                    <a:pt x="10907" y="13764"/>
                  </a:lnTo>
                  <a:lnTo>
                    <a:pt x="11621" y="11169"/>
                  </a:lnTo>
                  <a:lnTo>
                    <a:pt x="14193" y="10502"/>
                  </a:lnTo>
                  <a:lnTo>
                    <a:pt x="15050" y="10276"/>
                  </a:lnTo>
                  <a:lnTo>
                    <a:pt x="14610" y="9550"/>
                  </a:lnTo>
                  <a:lnTo>
                    <a:pt x="13229" y="7216"/>
                  </a:lnTo>
                  <a:lnTo>
                    <a:pt x="14574" y="4966"/>
                  </a:lnTo>
                  <a:lnTo>
                    <a:pt x="15003" y="4239"/>
                  </a:lnTo>
                  <a:lnTo>
                    <a:pt x="14157" y="4013"/>
                  </a:lnTo>
                  <a:lnTo>
                    <a:pt x="11490" y="3323"/>
                  </a:lnTo>
                  <a:lnTo>
                    <a:pt x="10800" y="822"/>
                  </a:lnTo>
                  <a:lnTo>
                    <a:pt x="10585"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9"/>
            <p:cNvSpPr/>
            <p:nvPr/>
          </p:nvSpPr>
          <p:spPr>
            <a:xfrm>
              <a:off x="9" y="3269110"/>
              <a:ext cx="478772" cy="465126"/>
            </a:xfrm>
            <a:custGeom>
              <a:avLst/>
              <a:gdLst/>
              <a:ahLst/>
              <a:cxnLst/>
              <a:rect l="l" t="t" r="r" b="b"/>
              <a:pathLst>
                <a:path w="15051" h="14622" extrusionOk="0">
                  <a:moveTo>
                    <a:pt x="4894" y="1286"/>
                  </a:moveTo>
                  <a:lnTo>
                    <a:pt x="7109" y="2525"/>
                  </a:lnTo>
                  <a:lnTo>
                    <a:pt x="7109" y="6311"/>
                  </a:lnTo>
                  <a:lnTo>
                    <a:pt x="4275" y="3560"/>
                  </a:lnTo>
                  <a:lnTo>
                    <a:pt x="4894" y="1286"/>
                  </a:lnTo>
                  <a:close/>
                  <a:moveTo>
                    <a:pt x="10050" y="1239"/>
                  </a:moveTo>
                  <a:lnTo>
                    <a:pt x="10704" y="3632"/>
                  </a:lnTo>
                  <a:lnTo>
                    <a:pt x="7930" y="6311"/>
                  </a:lnTo>
                  <a:lnTo>
                    <a:pt x="7930" y="2417"/>
                  </a:lnTo>
                  <a:lnTo>
                    <a:pt x="7942" y="2417"/>
                  </a:lnTo>
                  <a:lnTo>
                    <a:pt x="10050" y="1239"/>
                  </a:lnTo>
                  <a:close/>
                  <a:moveTo>
                    <a:pt x="3751" y="4215"/>
                  </a:moveTo>
                  <a:lnTo>
                    <a:pt x="6513" y="6894"/>
                  </a:lnTo>
                  <a:lnTo>
                    <a:pt x="2489" y="6894"/>
                  </a:lnTo>
                  <a:lnTo>
                    <a:pt x="1275" y="4858"/>
                  </a:lnTo>
                  <a:lnTo>
                    <a:pt x="3751" y="4215"/>
                  </a:lnTo>
                  <a:close/>
                  <a:moveTo>
                    <a:pt x="11383" y="4144"/>
                  </a:moveTo>
                  <a:lnTo>
                    <a:pt x="13717" y="4751"/>
                  </a:lnTo>
                  <a:lnTo>
                    <a:pt x="12455" y="6894"/>
                  </a:lnTo>
                  <a:lnTo>
                    <a:pt x="8537" y="6894"/>
                  </a:lnTo>
                  <a:lnTo>
                    <a:pt x="11383" y="4144"/>
                  </a:lnTo>
                  <a:close/>
                  <a:moveTo>
                    <a:pt x="12562" y="7716"/>
                  </a:moveTo>
                  <a:lnTo>
                    <a:pt x="13776" y="9752"/>
                  </a:lnTo>
                  <a:lnTo>
                    <a:pt x="11312" y="10395"/>
                  </a:lnTo>
                  <a:lnTo>
                    <a:pt x="8537" y="7716"/>
                  </a:lnTo>
                  <a:close/>
                  <a:moveTo>
                    <a:pt x="6501" y="7728"/>
                  </a:moveTo>
                  <a:lnTo>
                    <a:pt x="3656" y="10478"/>
                  </a:lnTo>
                  <a:lnTo>
                    <a:pt x="1322" y="9871"/>
                  </a:lnTo>
                  <a:lnTo>
                    <a:pt x="2608" y="7728"/>
                  </a:lnTo>
                  <a:close/>
                  <a:moveTo>
                    <a:pt x="7942" y="8299"/>
                  </a:moveTo>
                  <a:lnTo>
                    <a:pt x="10788" y="11049"/>
                  </a:lnTo>
                  <a:lnTo>
                    <a:pt x="10169" y="13323"/>
                  </a:lnTo>
                  <a:lnTo>
                    <a:pt x="7942" y="12085"/>
                  </a:lnTo>
                  <a:lnTo>
                    <a:pt x="7942" y="8299"/>
                  </a:lnTo>
                  <a:close/>
                  <a:moveTo>
                    <a:pt x="7097" y="8299"/>
                  </a:moveTo>
                  <a:lnTo>
                    <a:pt x="7097" y="12192"/>
                  </a:lnTo>
                  <a:lnTo>
                    <a:pt x="5001" y="13371"/>
                  </a:lnTo>
                  <a:lnTo>
                    <a:pt x="4346" y="10978"/>
                  </a:lnTo>
                  <a:lnTo>
                    <a:pt x="7097" y="8299"/>
                  </a:lnTo>
                  <a:close/>
                  <a:moveTo>
                    <a:pt x="10585" y="0"/>
                  </a:moveTo>
                  <a:lnTo>
                    <a:pt x="9823" y="417"/>
                  </a:lnTo>
                  <a:lnTo>
                    <a:pt x="7430" y="1763"/>
                  </a:lnTo>
                  <a:lnTo>
                    <a:pt x="5120" y="465"/>
                  </a:lnTo>
                  <a:lnTo>
                    <a:pt x="4358" y="48"/>
                  </a:lnTo>
                  <a:lnTo>
                    <a:pt x="4132" y="870"/>
                  </a:lnTo>
                  <a:lnTo>
                    <a:pt x="3418" y="3453"/>
                  </a:lnTo>
                  <a:lnTo>
                    <a:pt x="846" y="4132"/>
                  </a:lnTo>
                  <a:lnTo>
                    <a:pt x="1" y="4346"/>
                  </a:lnTo>
                  <a:lnTo>
                    <a:pt x="429" y="5084"/>
                  </a:lnTo>
                  <a:lnTo>
                    <a:pt x="1810" y="7406"/>
                  </a:lnTo>
                  <a:lnTo>
                    <a:pt x="477" y="9644"/>
                  </a:lnTo>
                  <a:lnTo>
                    <a:pt x="36" y="10383"/>
                  </a:lnTo>
                  <a:lnTo>
                    <a:pt x="894" y="10597"/>
                  </a:lnTo>
                  <a:lnTo>
                    <a:pt x="3561" y="11299"/>
                  </a:lnTo>
                  <a:lnTo>
                    <a:pt x="4239" y="13800"/>
                  </a:lnTo>
                  <a:lnTo>
                    <a:pt x="4466" y="14621"/>
                  </a:lnTo>
                  <a:lnTo>
                    <a:pt x="5228" y="14205"/>
                  </a:lnTo>
                  <a:lnTo>
                    <a:pt x="7621" y="12859"/>
                  </a:lnTo>
                  <a:lnTo>
                    <a:pt x="9930" y="14157"/>
                  </a:lnTo>
                  <a:lnTo>
                    <a:pt x="10681" y="14574"/>
                  </a:lnTo>
                  <a:lnTo>
                    <a:pt x="10907" y="13752"/>
                  </a:lnTo>
                  <a:lnTo>
                    <a:pt x="11621" y="11168"/>
                  </a:lnTo>
                  <a:lnTo>
                    <a:pt x="14193" y="10502"/>
                  </a:lnTo>
                  <a:lnTo>
                    <a:pt x="15050" y="10275"/>
                  </a:lnTo>
                  <a:lnTo>
                    <a:pt x="14610" y="9549"/>
                  </a:lnTo>
                  <a:lnTo>
                    <a:pt x="13229" y="7227"/>
                  </a:lnTo>
                  <a:lnTo>
                    <a:pt x="14562" y="4977"/>
                  </a:lnTo>
                  <a:lnTo>
                    <a:pt x="15003" y="4251"/>
                  </a:lnTo>
                  <a:lnTo>
                    <a:pt x="14157" y="4025"/>
                  </a:lnTo>
                  <a:lnTo>
                    <a:pt x="11490" y="3322"/>
                  </a:lnTo>
                  <a:lnTo>
                    <a:pt x="10800"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9"/>
            <p:cNvSpPr/>
            <p:nvPr/>
          </p:nvSpPr>
          <p:spPr>
            <a:xfrm>
              <a:off x="9" y="479723"/>
              <a:ext cx="478772" cy="465476"/>
            </a:xfrm>
            <a:custGeom>
              <a:avLst/>
              <a:gdLst/>
              <a:ahLst/>
              <a:cxnLst/>
              <a:rect l="l" t="t" r="r" b="b"/>
              <a:pathLst>
                <a:path w="15051" h="14633" extrusionOk="0">
                  <a:moveTo>
                    <a:pt x="4894" y="1298"/>
                  </a:moveTo>
                  <a:lnTo>
                    <a:pt x="7109" y="2536"/>
                  </a:lnTo>
                  <a:lnTo>
                    <a:pt x="7109" y="6334"/>
                  </a:lnTo>
                  <a:lnTo>
                    <a:pt x="4275" y="3572"/>
                  </a:lnTo>
                  <a:lnTo>
                    <a:pt x="4894" y="1298"/>
                  </a:lnTo>
                  <a:close/>
                  <a:moveTo>
                    <a:pt x="10050" y="1250"/>
                  </a:moveTo>
                  <a:lnTo>
                    <a:pt x="10704" y="3655"/>
                  </a:lnTo>
                  <a:lnTo>
                    <a:pt x="7930" y="6334"/>
                  </a:lnTo>
                  <a:lnTo>
                    <a:pt x="7930" y="2429"/>
                  </a:lnTo>
                  <a:lnTo>
                    <a:pt x="7942" y="2429"/>
                  </a:lnTo>
                  <a:lnTo>
                    <a:pt x="10050" y="1250"/>
                  </a:lnTo>
                  <a:close/>
                  <a:moveTo>
                    <a:pt x="3751" y="4227"/>
                  </a:moveTo>
                  <a:lnTo>
                    <a:pt x="6513" y="6906"/>
                  </a:lnTo>
                  <a:lnTo>
                    <a:pt x="2489" y="6906"/>
                  </a:lnTo>
                  <a:lnTo>
                    <a:pt x="1275" y="4870"/>
                  </a:lnTo>
                  <a:lnTo>
                    <a:pt x="3751" y="4227"/>
                  </a:lnTo>
                  <a:close/>
                  <a:moveTo>
                    <a:pt x="11383" y="4155"/>
                  </a:moveTo>
                  <a:lnTo>
                    <a:pt x="13717" y="4763"/>
                  </a:lnTo>
                  <a:lnTo>
                    <a:pt x="12455" y="6906"/>
                  </a:lnTo>
                  <a:lnTo>
                    <a:pt x="8537" y="6906"/>
                  </a:lnTo>
                  <a:lnTo>
                    <a:pt x="11383" y="4155"/>
                  </a:lnTo>
                  <a:close/>
                  <a:moveTo>
                    <a:pt x="12562" y="7727"/>
                  </a:moveTo>
                  <a:lnTo>
                    <a:pt x="13764" y="9763"/>
                  </a:lnTo>
                  <a:lnTo>
                    <a:pt x="11312" y="10406"/>
                  </a:lnTo>
                  <a:lnTo>
                    <a:pt x="8537" y="7727"/>
                  </a:lnTo>
                  <a:close/>
                  <a:moveTo>
                    <a:pt x="6537" y="7739"/>
                  </a:moveTo>
                  <a:lnTo>
                    <a:pt x="3680" y="10501"/>
                  </a:lnTo>
                  <a:lnTo>
                    <a:pt x="1334" y="9882"/>
                  </a:lnTo>
                  <a:lnTo>
                    <a:pt x="2620" y="7739"/>
                  </a:lnTo>
                  <a:close/>
                  <a:moveTo>
                    <a:pt x="7942" y="8311"/>
                  </a:moveTo>
                  <a:lnTo>
                    <a:pt x="10788" y="11061"/>
                  </a:lnTo>
                  <a:lnTo>
                    <a:pt x="10169" y="13335"/>
                  </a:lnTo>
                  <a:lnTo>
                    <a:pt x="7942" y="12097"/>
                  </a:lnTo>
                  <a:lnTo>
                    <a:pt x="7942" y="8311"/>
                  </a:lnTo>
                  <a:close/>
                  <a:moveTo>
                    <a:pt x="7109" y="8311"/>
                  </a:moveTo>
                  <a:lnTo>
                    <a:pt x="7109" y="12204"/>
                  </a:lnTo>
                  <a:lnTo>
                    <a:pt x="5001" y="13383"/>
                  </a:lnTo>
                  <a:lnTo>
                    <a:pt x="4346" y="10989"/>
                  </a:lnTo>
                  <a:lnTo>
                    <a:pt x="7109" y="8311"/>
                  </a:lnTo>
                  <a:close/>
                  <a:moveTo>
                    <a:pt x="10585" y="0"/>
                  </a:moveTo>
                  <a:lnTo>
                    <a:pt x="9823" y="417"/>
                  </a:lnTo>
                  <a:lnTo>
                    <a:pt x="7430" y="1762"/>
                  </a:lnTo>
                  <a:lnTo>
                    <a:pt x="5120" y="464"/>
                  </a:lnTo>
                  <a:lnTo>
                    <a:pt x="4358" y="48"/>
                  </a:lnTo>
                  <a:lnTo>
                    <a:pt x="4132" y="869"/>
                  </a:lnTo>
                  <a:lnTo>
                    <a:pt x="3418" y="3453"/>
                  </a:lnTo>
                  <a:lnTo>
                    <a:pt x="846" y="4143"/>
                  </a:lnTo>
                  <a:lnTo>
                    <a:pt x="1" y="4370"/>
                  </a:lnTo>
                  <a:lnTo>
                    <a:pt x="429" y="5096"/>
                  </a:lnTo>
                  <a:lnTo>
                    <a:pt x="1810" y="7418"/>
                  </a:lnTo>
                  <a:lnTo>
                    <a:pt x="477" y="9668"/>
                  </a:lnTo>
                  <a:lnTo>
                    <a:pt x="36" y="10394"/>
                  </a:lnTo>
                  <a:lnTo>
                    <a:pt x="894" y="10620"/>
                  </a:lnTo>
                  <a:lnTo>
                    <a:pt x="3561" y="11311"/>
                  </a:lnTo>
                  <a:lnTo>
                    <a:pt x="4239" y="13811"/>
                  </a:lnTo>
                  <a:lnTo>
                    <a:pt x="4466" y="14633"/>
                  </a:lnTo>
                  <a:lnTo>
                    <a:pt x="5228" y="14216"/>
                  </a:lnTo>
                  <a:lnTo>
                    <a:pt x="7621" y="12883"/>
                  </a:lnTo>
                  <a:lnTo>
                    <a:pt x="9930" y="14168"/>
                  </a:lnTo>
                  <a:lnTo>
                    <a:pt x="10681" y="14585"/>
                  </a:lnTo>
                  <a:lnTo>
                    <a:pt x="10907" y="13776"/>
                  </a:lnTo>
                  <a:lnTo>
                    <a:pt x="11621" y="11180"/>
                  </a:lnTo>
                  <a:lnTo>
                    <a:pt x="14193" y="10513"/>
                  </a:lnTo>
                  <a:lnTo>
                    <a:pt x="15050" y="10287"/>
                  </a:lnTo>
                  <a:lnTo>
                    <a:pt x="14610" y="9561"/>
                  </a:lnTo>
                  <a:lnTo>
                    <a:pt x="13229" y="7227"/>
                  </a:lnTo>
                  <a:lnTo>
                    <a:pt x="14574" y="4977"/>
                  </a:lnTo>
                  <a:lnTo>
                    <a:pt x="15003" y="4251"/>
                  </a:lnTo>
                  <a:lnTo>
                    <a:pt x="14157" y="4024"/>
                  </a:lnTo>
                  <a:lnTo>
                    <a:pt x="11490" y="3322"/>
                  </a:lnTo>
                  <a:lnTo>
                    <a:pt x="10800"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9"/>
            <p:cNvSpPr/>
            <p:nvPr/>
          </p:nvSpPr>
          <p:spPr>
            <a:xfrm>
              <a:off x="9" y="4198916"/>
              <a:ext cx="478772" cy="465094"/>
            </a:xfrm>
            <a:custGeom>
              <a:avLst/>
              <a:gdLst/>
              <a:ahLst/>
              <a:cxnLst/>
              <a:rect l="l" t="t" r="r" b="b"/>
              <a:pathLst>
                <a:path w="15051" h="14621" extrusionOk="0">
                  <a:moveTo>
                    <a:pt x="4894" y="1286"/>
                  </a:moveTo>
                  <a:lnTo>
                    <a:pt x="7109" y="2512"/>
                  </a:lnTo>
                  <a:lnTo>
                    <a:pt x="7109" y="6310"/>
                  </a:lnTo>
                  <a:lnTo>
                    <a:pt x="4275" y="3560"/>
                  </a:lnTo>
                  <a:lnTo>
                    <a:pt x="4894" y="1286"/>
                  </a:lnTo>
                  <a:close/>
                  <a:moveTo>
                    <a:pt x="10050" y="1238"/>
                  </a:moveTo>
                  <a:lnTo>
                    <a:pt x="10704" y="3632"/>
                  </a:lnTo>
                  <a:lnTo>
                    <a:pt x="7930" y="6310"/>
                  </a:lnTo>
                  <a:lnTo>
                    <a:pt x="7930" y="2417"/>
                  </a:lnTo>
                  <a:lnTo>
                    <a:pt x="7942" y="2417"/>
                  </a:lnTo>
                  <a:lnTo>
                    <a:pt x="10050" y="1238"/>
                  </a:lnTo>
                  <a:close/>
                  <a:moveTo>
                    <a:pt x="3751" y="4215"/>
                  </a:moveTo>
                  <a:lnTo>
                    <a:pt x="6513" y="6894"/>
                  </a:lnTo>
                  <a:lnTo>
                    <a:pt x="2489" y="6894"/>
                  </a:lnTo>
                  <a:lnTo>
                    <a:pt x="1263" y="4858"/>
                  </a:lnTo>
                  <a:lnTo>
                    <a:pt x="3751" y="4215"/>
                  </a:lnTo>
                  <a:close/>
                  <a:moveTo>
                    <a:pt x="11383" y="4132"/>
                  </a:moveTo>
                  <a:lnTo>
                    <a:pt x="13717" y="4739"/>
                  </a:lnTo>
                  <a:lnTo>
                    <a:pt x="12455" y="6894"/>
                  </a:lnTo>
                  <a:lnTo>
                    <a:pt x="8537" y="6894"/>
                  </a:lnTo>
                  <a:lnTo>
                    <a:pt x="11383" y="4132"/>
                  </a:lnTo>
                  <a:close/>
                  <a:moveTo>
                    <a:pt x="12562" y="7715"/>
                  </a:moveTo>
                  <a:lnTo>
                    <a:pt x="13776" y="9751"/>
                  </a:lnTo>
                  <a:lnTo>
                    <a:pt x="11312" y="10394"/>
                  </a:lnTo>
                  <a:lnTo>
                    <a:pt x="8537" y="7715"/>
                  </a:lnTo>
                  <a:close/>
                  <a:moveTo>
                    <a:pt x="6537" y="7715"/>
                  </a:moveTo>
                  <a:lnTo>
                    <a:pt x="3680" y="10466"/>
                  </a:lnTo>
                  <a:lnTo>
                    <a:pt x="1334" y="9859"/>
                  </a:lnTo>
                  <a:lnTo>
                    <a:pt x="2620" y="7715"/>
                  </a:lnTo>
                  <a:close/>
                  <a:moveTo>
                    <a:pt x="7942" y="8299"/>
                  </a:moveTo>
                  <a:lnTo>
                    <a:pt x="10788" y="11049"/>
                  </a:lnTo>
                  <a:lnTo>
                    <a:pt x="10169" y="13323"/>
                  </a:lnTo>
                  <a:lnTo>
                    <a:pt x="7942" y="12085"/>
                  </a:lnTo>
                  <a:lnTo>
                    <a:pt x="7942" y="8299"/>
                  </a:lnTo>
                  <a:close/>
                  <a:moveTo>
                    <a:pt x="7133" y="8299"/>
                  </a:moveTo>
                  <a:lnTo>
                    <a:pt x="7133" y="12192"/>
                  </a:lnTo>
                  <a:lnTo>
                    <a:pt x="7109" y="12192"/>
                  </a:lnTo>
                  <a:lnTo>
                    <a:pt x="5013" y="13371"/>
                  </a:lnTo>
                  <a:lnTo>
                    <a:pt x="4358" y="10978"/>
                  </a:lnTo>
                  <a:lnTo>
                    <a:pt x="7133" y="8299"/>
                  </a:lnTo>
                  <a:close/>
                  <a:moveTo>
                    <a:pt x="10585" y="0"/>
                  </a:moveTo>
                  <a:lnTo>
                    <a:pt x="9823" y="417"/>
                  </a:lnTo>
                  <a:lnTo>
                    <a:pt x="7430" y="1762"/>
                  </a:lnTo>
                  <a:lnTo>
                    <a:pt x="5120" y="465"/>
                  </a:lnTo>
                  <a:lnTo>
                    <a:pt x="4358" y="48"/>
                  </a:lnTo>
                  <a:lnTo>
                    <a:pt x="4132" y="869"/>
                  </a:lnTo>
                  <a:lnTo>
                    <a:pt x="3418" y="3453"/>
                  </a:lnTo>
                  <a:lnTo>
                    <a:pt x="846" y="4132"/>
                  </a:lnTo>
                  <a:lnTo>
                    <a:pt x="1" y="4346"/>
                  </a:lnTo>
                  <a:lnTo>
                    <a:pt x="429" y="5084"/>
                  </a:lnTo>
                  <a:lnTo>
                    <a:pt x="1810" y="7406"/>
                  </a:lnTo>
                  <a:lnTo>
                    <a:pt x="477" y="9644"/>
                  </a:lnTo>
                  <a:lnTo>
                    <a:pt x="36" y="10382"/>
                  </a:lnTo>
                  <a:lnTo>
                    <a:pt x="894" y="10597"/>
                  </a:lnTo>
                  <a:lnTo>
                    <a:pt x="3561" y="11299"/>
                  </a:lnTo>
                  <a:lnTo>
                    <a:pt x="4239" y="13799"/>
                  </a:lnTo>
                  <a:lnTo>
                    <a:pt x="4466" y="14621"/>
                  </a:lnTo>
                  <a:lnTo>
                    <a:pt x="5228" y="14204"/>
                  </a:lnTo>
                  <a:lnTo>
                    <a:pt x="7621" y="12859"/>
                  </a:lnTo>
                  <a:lnTo>
                    <a:pt x="9930" y="14157"/>
                  </a:lnTo>
                  <a:lnTo>
                    <a:pt x="10681" y="14573"/>
                  </a:lnTo>
                  <a:lnTo>
                    <a:pt x="10907" y="13752"/>
                  </a:lnTo>
                  <a:lnTo>
                    <a:pt x="11621" y="11168"/>
                  </a:lnTo>
                  <a:lnTo>
                    <a:pt x="14193" y="10501"/>
                  </a:lnTo>
                  <a:lnTo>
                    <a:pt x="15050" y="10275"/>
                  </a:lnTo>
                  <a:lnTo>
                    <a:pt x="14610" y="9549"/>
                  </a:lnTo>
                  <a:lnTo>
                    <a:pt x="13229" y="7227"/>
                  </a:lnTo>
                  <a:lnTo>
                    <a:pt x="14562" y="4977"/>
                  </a:lnTo>
                  <a:lnTo>
                    <a:pt x="15003" y="4251"/>
                  </a:lnTo>
                  <a:lnTo>
                    <a:pt x="14157" y="4024"/>
                  </a:lnTo>
                  <a:lnTo>
                    <a:pt x="11490" y="3322"/>
                  </a:lnTo>
                  <a:lnTo>
                    <a:pt x="10800"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9"/>
            <p:cNvSpPr/>
            <p:nvPr/>
          </p:nvSpPr>
          <p:spPr>
            <a:xfrm>
              <a:off x="9" y="3734204"/>
              <a:ext cx="478772" cy="464744"/>
            </a:xfrm>
            <a:custGeom>
              <a:avLst/>
              <a:gdLst/>
              <a:ahLst/>
              <a:cxnLst/>
              <a:rect l="l" t="t" r="r" b="b"/>
              <a:pathLst>
                <a:path w="15051" h="14610" extrusionOk="0">
                  <a:moveTo>
                    <a:pt x="4894" y="1274"/>
                  </a:moveTo>
                  <a:lnTo>
                    <a:pt x="7109" y="2512"/>
                  </a:lnTo>
                  <a:lnTo>
                    <a:pt x="7109" y="6311"/>
                  </a:lnTo>
                  <a:lnTo>
                    <a:pt x="4275" y="3560"/>
                  </a:lnTo>
                  <a:lnTo>
                    <a:pt x="4894" y="1274"/>
                  </a:lnTo>
                  <a:close/>
                  <a:moveTo>
                    <a:pt x="10050" y="1238"/>
                  </a:moveTo>
                  <a:lnTo>
                    <a:pt x="10704" y="3632"/>
                  </a:lnTo>
                  <a:lnTo>
                    <a:pt x="7930" y="6311"/>
                  </a:lnTo>
                  <a:lnTo>
                    <a:pt x="7930" y="2405"/>
                  </a:lnTo>
                  <a:lnTo>
                    <a:pt x="7942" y="2405"/>
                  </a:lnTo>
                  <a:lnTo>
                    <a:pt x="10050" y="1238"/>
                  </a:lnTo>
                  <a:close/>
                  <a:moveTo>
                    <a:pt x="3751" y="4215"/>
                  </a:moveTo>
                  <a:lnTo>
                    <a:pt x="6513" y="6894"/>
                  </a:lnTo>
                  <a:lnTo>
                    <a:pt x="2489" y="6894"/>
                  </a:lnTo>
                  <a:lnTo>
                    <a:pt x="1275" y="4846"/>
                  </a:lnTo>
                  <a:lnTo>
                    <a:pt x="3751" y="4215"/>
                  </a:lnTo>
                  <a:close/>
                  <a:moveTo>
                    <a:pt x="11383" y="4132"/>
                  </a:moveTo>
                  <a:lnTo>
                    <a:pt x="13717" y="4751"/>
                  </a:lnTo>
                  <a:lnTo>
                    <a:pt x="12455" y="6894"/>
                  </a:lnTo>
                  <a:lnTo>
                    <a:pt x="8537" y="6894"/>
                  </a:lnTo>
                  <a:lnTo>
                    <a:pt x="11383" y="4132"/>
                  </a:lnTo>
                  <a:close/>
                  <a:moveTo>
                    <a:pt x="12562" y="7704"/>
                  </a:moveTo>
                  <a:lnTo>
                    <a:pt x="13776" y="9751"/>
                  </a:lnTo>
                  <a:lnTo>
                    <a:pt x="11312" y="10382"/>
                  </a:lnTo>
                  <a:lnTo>
                    <a:pt x="8537" y="7704"/>
                  </a:lnTo>
                  <a:close/>
                  <a:moveTo>
                    <a:pt x="6537" y="7704"/>
                  </a:moveTo>
                  <a:lnTo>
                    <a:pt x="3680" y="10466"/>
                  </a:lnTo>
                  <a:lnTo>
                    <a:pt x="1334" y="9847"/>
                  </a:lnTo>
                  <a:lnTo>
                    <a:pt x="2620" y="7704"/>
                  </a:lnTo>
                  <a:close/>
                  <a:moveTo>
                    <a:pt x="7942" y="8287"/>
                  </a:moveTo>
                  <a:lnTo>
                    <a:pt x="10788" y="11037"/>
                  </a:lnTo>
                  <a:lnTo>
                    <a:pt x="10169" y="13323"/>
                  </a:lnTo>
                  <a:lnTo>
                    <a:pt x="7942" y="12085"/>
                  </a:lnTo>
                  <a:lnTo>
                    <a:pt x="7942" y="8287"/>
                  </a:lnTo>
                  <a:close/>
                  <a:moveTo>
                    <a:pt x="7109" y="8287"/>
                  </a:moveTo>
                  <a:lnTo>
                    <a:pt x="7109" y="12192"/>
                  </a:lnTo>
                  <a:lnTo>
                    <a:pt x="7097" y="12192"/>
                  </a:lnTo>
                  <a:lnTo>
                    <a:pt x="5001" y="13359"/>
                  </a:lnTo>
                  <a:lnTo>
                    <a:pt x="4346" y="10966"/>
                  </a:lnTo>
                  <a:lnTo>
                    <a:pt x="7109" y="8287"/>
                  </a:lnTo>
                  <a:close/>
                  <a:moveTo>
                    <a:pt x="10585" y="0"/>
                  </a:moveTo>
                  <a:lnTo>
                    <a:pt x="9823" y="417"/>
                  </a:lnTo>
                  <a:lnTo>
                    <a:pt x="7430" y="1750"/>
                  </a:lnTo>
                  <a:lnTo>
                    <a:pt x="5120" y="465"/>
                  </a:lnTo>
                  <a:lnTo>
                    <a:pt x="4358" y="48"/>
                  </a:lnTo>
                  <a:lnTo>
                    <a:pt x="4132" y="857"/>
                  </a:lnTo>
                  <a:lnTo>
                    <a:pt x="3418" y="3453"/>
                  </a:lnTo>
                  <a:lnTo>
                    <a:pt x="846" y="4120"/>
                  </a:lnTo>
                  <a:lnTo>
                    <a:pt x="1" y="4346"/>
                  </a:lnTo>
                  <a:lnTo>
                    <a:pt x="429" y="5072"/>
                  </a:lnTo>
                  <a:lnTo>
                    <a:pt x="1810" y="7394"/>
                  </a:lnTo>
                  <a:lnTo>
                    <a:pt x="477" y="9644"/>
                  </a:lnTo>
                  <a:lnTo>
                    <a:pt x="36" y="10371"/>
                  </a:lnTo>
                  <a:lnTo>
                    <a:pt x="894" y="10597"/>
                  </a:lnTo>
                  <a:lnTo>
                    <a:pt x="3561" y="11299"/>
                  </a:lnTo>
                  <a:lnTo>
                    <a:pt x="4239" y="13800"/>
                  </a:lnTo>
                  <a:lnTo>
                    <a:pt x="4466" y="14609"/>
                  </a:lnTo>
                  <a:lnTo>
                    <a:pt x="5228" y="14192"/>
                  </a:lnTo>
                  <a:lnTo>
                    <a:pt x="7621" y="12859"/>
                  </a:lnTo>
                  <a:lnTo>
                    <a:pt x="9930" y="14157"/>
                  </a:lnTo>
                  <a:lnTo>
                    <a:pt x="10681" y="14573"/>
                  </a:lnTo>
                  <a:lnTo>
                    <a:pt x="10907" y="13752"/>
                  </a:lnTo>
                  <a:lnTo>
                    <a:pt x="11621" y="11156"/>
                  </a:lnTo>
                  <a:lnTo>
                    <a:pt x="14193" y="10490"/>
                  </a:lnTo>
                  <a:lnTo>
                    <a:pt x="15050" y="10263"/>
                  </a:lnTo>
                  <a:lnTo>
                    <a:pt x="14610" y="9537"/>
                  </a:lnTo>
                  <a:lnTo>
                    <a:pt x="13229" y="7215"/>
                  </a:lnTo>
                  <a:lnTo>
                    <a:pt x="14562" y="4965"/>
                  </a:lnTo>
                  <a:lnTo>
                    <a:pt x="15003" y="4239"/>
                  </a:lnTo>
                  <a:lnTo>
                    <a:pt x="14157" y="4013"/>
                  </a:lnTo>
                  <a:lnTo>
                    <a:pt x="11490" y="3322"/>
                  </a:lnTo>
                  <a:lnTo>
                    <a:pt x="10800" y="822"/>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9"/>
            <p:cNvSpPr/>
            <p:nvPr/>
          </p:nvSpPr>
          <p:spPr>
            <a:xfrm>
              <a:off x="482916" y="1874591"/>
              <a:ext cx="478741" cy="464744"/>
            </a:xfrm>
            <a:custGeom>
              <a:avLst/>
              <a:gdLst/>
              <a:ahLst/>
              <a:cxnLst/>
              <a:rect l="l" t="t" r="r" b="b"/>
              <a:pathLst>
                <a:path w="15050" h="14610" extrusionOk="0">
                  <a:moveTo>
                    <a:pt x="4882" y="1298"/>
                  </a:moveTo>
                  <a:lnTo>
                    <a:pt x="7096" y="2525"/>
                  </a:lnTo>
                  <a:lnTo>
                    <a:pt x="7096" y="6323"/>
                  </a:lnTo>
                  <a:lnTo>
                    <a:pt x="4251" y="3573"/>
                  </a:lnTo>
                  <a:lnTo>
                    <a:pt x="4882" y="1298"/>
                  </a:lnTo>
                  <a:close/>
                  <a:moveTo>
                    <a:pt x="10025" y="1251"/>
                  </a:moveTo>
                  <a:lnTo>
                    <a:pt x="10680" y="3644"/>
                  </a:lnTo>
                  <a:lnTo>
                    <a:pt x="7918" y="6323"/>
                  </a:lnTo>
                  <a:lnTo>
                    <a:pt x="7918" y="2430"/>
                  </a:lnTo>
                  <a:lnTo>
                    <a:pt x="7930" y="2430"/>
                  </a:lnTo>
                  <a:lnTo>
                    <a:pt x="10025" y="1251"/>
                  </a:lnTo>
                  <a:close/>
                  <a:moveTo>
                    <a:pt x="11371" y="4132"/>
                  </a:moveTo>
                  <a:lnTo>
                    <a:pt x="13704" y="4751"/>
                  </a:lnTo>
                  <a:lnTo>
                    <a:pt x="12430" y="6894"/>
                  </a:lnTo>
                  <a:lnTo>
                    <a:pt x="8513" y="6894"/>
                  </a:lnTo>
                  <a:lnTo>
                    <a:pt x="11371" y="4132"/>
                  </a:lnTo>
                  <a:close/>
                  <a:moveTo>
                    <a:pt x="3739" y="4227"/>
                  </a:moveTo>
                  <a:lnTo>
                    <a:pt x="6501" y="6906"/>
                  </a:lnTo>
                  <a:lnTo>
                    <a:pt x="2489" y="6906"/>
                  </a:lnTo>
                  <a:lnTo>
                    <a:pt x="1262" y="4870"/>
                  </a:lnTo>
                  <a:lnTo>
                    <a:pt x="3739" y="4227"/>
                  </a:lnTo>
                  <a:close/>
                  <a:moveTo>
                    <a:pt x="12549" y="7728"/>
                  </a:moveTo>
                  <a:lnTo>
                    <a:pt x="13764" y="9764"/>
                  </a:lnTo>
                  <a:lnTo>
                    <a:pt x="11299" y="10407"/>
                  </a:lnTo>
                  <a:lnTo>
                    <a:pt x="8525" y="7728"/>
                  </a:lnTo>
                  <a:close/>
                  <a:moveTo>
                    <a:pt x="6501" y="7728"/>
                  </a:moveTo>
                  <a:lnTo>
                    <a:pt x="3655" y="10478"/>
                  </a:lnTo>
                  <a:lnTo>
                    <a:pt x="1322" y="9871"/>
                  </a:lnTo>
                  <a:lnTo>
                    <a:pt x="2608" y="7728"/>
                  </a:lnTo>
                  <a:close/>
                  <a:moveTo>
                    <a:pt x="7930" y="8299"/>
                  </a:moveTo>
                  <a:lnTo>
                    <a:pt x="10775" y="11062"/>
                  </a:lnTo>
                  <a:lnTo>
                    <a:pt x="10144" y="13336"/>
                  </a:lnTo>
                  <a:lnTo>
                    <a:pt x="7930" y="12097"/>
                  </a:lnTo>
                  <a:lnTo>
                    <a:pt x="7930" y="8299"/>
                  </a:lnTo>
                  <a:close/>
                  <a:moveTo>
                    <a:pt x="7108" y="8299"/>
                  </a:moveTo>
                  <a:lnTo>
                    <a:pt x="7108" y="12205"/>
                  </a:lnTo>
                  <a:lnTo>
                    <a:pt x="7096" y="12205"/>
                  </a:lnTo>
                  <a:lnTo>
                    <a:pt x="5001" y="13383"/>
                  </a:lnTo>
                  <a:lnTo>
                    <a:pt x="4346" y="10978"/>
                  </a:lnTo>
                  <a:lnTo>
                    <a:pt x="7108" y="8299"/>
                  </a:lnTo>
                  <a:close/>
                  <a:moveTo>
                    <a:pt x="10585" y="1"/>
                  </a:moveTo>
                  <a:lnTo>
                    <a:pt x="9823" y="417"/>
                  </a:lnTo>
                  <a:lnTo>
                    <a:pt x="7430" y="1751"/>
                  </a:lnTo>
                  <a:lnTo>
                    <a:pt x="5120" y="465"/>
                  </a:lnTo>
                  <a:lnTo>
                    <a:pt x="4358" y="48"/>
                  </a:lnTo>
                  <a:lnTo>
                    <a:pt x="4132" y="858"/>
                  </a:lnTo>
                  <a:lnTo>
                    <a:pt x="3417" y="3453"/>
                  </a:lnTo>
                  <a:lnTo>
                    <a:pt x="845" y="4120"/>
                  </a:lnTo>
                  <a:lnTo>
                    <a:pt x="0" y="4346"/>
                  </a:lnTo>
                  <a:lnTo>
                    <a:pt x="429" y="5073"/>
                  </a:lnTo>
                  <a:lnTo>
                    <a:pt x="1810" y="7394"/>
                  </a:lnTo>
                  <a:lnTo>
                    <a:pt x="476" y="9645"/>
                  </a:lnTo>
                  <a:lnTo>
                    <a:pt x="48" y="10371"/>
                  </a:lnTo>
                  <a:lnTo>
                    <a:pt x="893" y="10597"/>
                  </a:lnTo>
                  <a:lnTo>
                    <a:pt x="3560" y="11300"/>
                  </a:lnTo>
                  <a:lnTo>
                    <a:pt x="4239" y="13800"/>
                  </a:lnTo>
                  <a:lnTo>
                    <a:pt x="4465" y="14610"/>
                  </a:lnTo>
                  <a:lnTo>
                    <a:pt x="5227" y="14193"/>
                  </a:lnTo>
                  <a:lnTo>
                    <a:pt x="7620" y="12859"/>
                  </a:lnTo>
                  <a:lnTo>
                    <a:pt x="9930" y="14145"/>
                  </a:lnTo>
                  <a:lnTo>
                    <a:pt x="10680" y="14574"/>
                  </a:lnTo>
                  <a:lnTo>
                    <a:pt x="10906" y="13752"/>
                  </a:lnTo>
                  <a:lnTo>
                    <a:pt x="11621" y="11157"/>
                  </a:lnTo>
                  <a:lnTo>
                    <a:pt x="14192" y="10490"/>
                  </a:lnTo>
                  <a:lnTo>
                    <a:pt x="15050" y="10264"/>
                  </a:lnTo>
                  <a:lnTo>
                    <a:pt x="14609" y="9538"/>
                  </a:lnTo>
                  <a:lnTo>
                    <a:pt x="13228" y="7216"/>
                  </a:lnTo>
                  <a:lnTo>
                    <a:pt x="14573" y="4966"/>
                  </a:lnTo>
                  <a:lnTo>
                    <a:pt x="15002" y="4239"/>
                  </a:lnTo>
                  <a:lnTo>
                    <a:pt x="14157" y="4013"/>
                  </a:lnTo>
                  <a:lnTo>
                    <a:pt x="11490" y="3322"/>
                  </a:lnTo>
                  <a:lnTo>
                    <a:pt x="10799" y="822"/>
                  </a:lnTo>
                  <a:lnTo>
                    <a:pt x="10585"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p:nvPr/>
          </p:nvSpPr>
          <p:spPr>
            <a:xfrm>
              <a:off x="482535" y="944785"/>
              <a:ext cx="478359" cy="464744"/>
            </a:xfrm>
            <a:custGeom>
              <a:avLst/>
              <a:gdLst/>
              <a:ahLst/>
              <a:cxnLst/>
              <a:rect l="l" t="t" r="r" b="b"/>
              <a:pathLst>
                <a:path w="15038" h="14610" extrusionOk="0">
                  <a:moveTo>
                    <a:pt x="4894" y="1299"/>
                  </a:moveTo>
                  <a:lnTo>
                    <a:pt x="7108" y="2525"/>
                  </a:lnTo>
                  <a:lnTo>
                    <a:pt x="7108" y="6323"/>
                  </a:lnTo>
                  <a:lnTo>
                    <a:pt x="4263" y="3573"/>
                  </a:lnTo>
                  <a:lnTo>
                    <a:pt x="4894" y="1299"/>
                  </a:lnTo>
                  <a:close/>
                  <a:moveTo>
                    <a:pt x="10037" y="1251"/>
                  </a:moveTo>
                  <a:lnTo>
                    <a:pt x="10692" y="3644"/>
                  </a:lnTo>
                  <a:lnTo>
                    <a:pt x="7930" y="6323"/>
                  </a:lnTo>
                  <a:lnTo>
                    <a:pt x="7930" y="2430"/>
                  </a:lnTo>
                  <a:lnTo>
                    <a:pt x="7942" y="2430"/>
                  </a:lnTo>
                  <a:lnTo>
                    <a:pt x="10037" y="1251"/>
                  </a:lnTo>
                  <a:close/>
                  <a:moveTo>
                    <a:pt x="3751" y="4228"/>
                  </a:moveTo>
                  <a:lnTo>
                    <a:pt x="6513" y="6906"/>
                  </a:lnTo>
                  <a:lnTo>
                    <a:pt x="2501" y="6906"/>
                  </a:lnTo>
                  <a:lnTo>
                    <a:pt x="1274" y="4871"/>
                  </a:lnTo>
                  <a:lnTo>
                    <a:pt x="3751" y="4228"/>
                  </a:lnTo>
                  <a:close/>
                  <a:moveTo>
                    <a:pt x="11383" y="4156"/>
                  </a:moveTo>
                  <a:lnTo>
                    <a:pt x="13716" y="4763"/>
                  </a:lnTo>
                  <a:lnTo>
                    <a:pt x="12442" y="6906"/>
                  </a:lnTo>
                  <a:lnTo>
                    <a:pt x="8525" y="6906"/>
                  </a:lnTo>
                  <a:lnTo>
                    <a:pt x="11383" y="4156"/>
                  </a:lnTo>
                  <a:close/>
                  <a:moveTo>
                    <a:pt x="12561" y="7728"/>
                  </a:moveTo>
                  <a:lnTo>
                    <a:pt x="13776" y="9764"/>
                  </a:lnTo>
                  <a:lnTo>
                    <a:pt x="11311" y="10407"/>
                  </a:lnTo>
                  <a:lnTo>
                    <a:pt x="8537" y="7728"/>
                  </a:lnTo>
                  <a:close/>
                  <a:moveTo>
                    <a:pt x="6513" y="7704"/>
                  </a:moveTo>
                  <a:lnTo>
                    <a:pt x="3667" y="10478"/>
                  </a:lnTo>
                  <a:lnTo>
                    <a:pt x="1334" y="9859"/>
                  </a:lnTo>
                  <a:lnTo>
                    <a:pt x="2620" y="7704"/>
                  </a:lnTo>
                  <a:close/>
                  <a:moveTo>
                    <a:pt x="7942" y="8300"/>
                  </a:moveTo>
                  <a:lnTo>
                    <a:pt x="10787" y="11050"/>
                  </a:lnTo>
                  <a:lnTo>
                    <a:pt x="10156" y="13336"/>
                  </a:lnTo>
                  <a:lnTo>
                    <a:pt x="7942" y="12098"/>
                  </a:lnTo>
                  <a:lnTo>
                    <a:pt x="7942" y="8300"/>
                  </a:lnTo>
                  <a:close/>
                  <a:moveTo>
                    <a:pt x="7120" y="8300"/>
                  </a:moveTo>
                  <a:lnTo>
                    <a:pt x="7120" y="12205"/>
                  </a:lnTo>
                  <a:lnTo>
                    <a:pt x="7108" y="12205"/>
                  </a:lnTo>
                  <a:lnTo>
                    <a:pt x="5013" y="13383"/>
                  </a:lnTo>
                  <a:lnTo>
                    <a:pt x="4358" y="10978"/>
                  </a:lnTo>
                  <a:lnTo>
                    <a:pt x="7120" y="8300"/>
                  </a:lnTo>
                  <a:close/>
                  <a:moveTo>
                    <a:pt x="10573" y="1"/>
                  </a:moveTo>
                  <a:lnTo>
                    <a:pt x="9823" y="418"/>
                  </a:lnTo>
                  <a:lnTo>
                    <a:pt x="7418" y="1751"/>
                  </a:lnTo>
                  <a:lnTo>
                    <a:pt x="5120" y="465"/>
                  </a:lnTo>
                  <a:lnTo>
                    <a:pt x="4358" y="49"/>
                  </a:lnTo>
                  <a:lnTo>
                    <a:pt x="4132" y="858"/>
                  </a:lnTo>
                  <a:lnTo>
                    <a:pt x="3417" y="3454"/>
                  </a:lnTo>
                  <a:lnTo>
                    <a:pt x="846" y="4120"/>
                  </a:lnTo>
                  <a:lnTo>
                    <a:pt x="0" y="4347"/>
                  </a:lnTo>
                  <a:lnTo>
                    <a:pt x="429" y="5073"/>
                  </a:lnTo>
                  <a:lnTo>
                    <a:pt x="1810" y="7395"/>
                  </a:lnTo>
                  <a:lnTo>
                    <a:pt x="476" y="9645"/>
                  </a:lnTo>
                  <a:lnTo>
                    <a:pt x="36" y="10371"/>
                  </a:lnTo>
                  <a:lnTo>
                    <a:pt x="893" y="10597"/>
                  </a:lnTo>
                  <a:lnTo>
                    <a:pt x="3548" y="11300"/>
                  </a:lnTo>
                  <a:lnTo>
                    <a:pt x="4239" y="13800"/>
                  </a:lnTo>
                  <a:lnTo>
                    <a:pt x="4465" y="14610"/>
                  </a:lnTo>
                  <a:lnTo>
                    <a:pt x="5215" y="14193"/>
                  </a:lnTo>
                  <a:lnTo>
                    <a:pt x="7620" y="12860"/>
                  </a:lnTo>
                  <a:lnTo>
                    <a:pt x="9918" y="14145"/>
                  </a:lnTo>
                  <a:lnTo>
                    <a:pt x="10680" y="14574"/>
                  </a:lnTo>
                  <a:lnTo>
                    <a:pt x="10906" y="13753"/>
                  </a:lnTo>
                  <a:lnTo>
                    <a:pt x="11621" y="11157"/>
                  </a:lnTo>
                  <a:lnTo>
                    <a:pt x="14192" y="10490"/>
                  </a:lnTo>
                  <a:lnTo>
                    <a:pt x="15038" y="10264"/>
                  </a:lnTo>
                  <a:lnTo>
                    <a:pt x="14609" y="9538"/>
                  </a:lnTo>
                  <a:lnTo>
                    <a:pt x="13228" y="7216"/>
                  </a:lnTo>
                  <a:lnTo>
                    <a:pt x="14562" y="4966"/>
                  </a:lnTo>
                  <a:lnTo>
                    <a:pt x="15002" y="4239"/>
                  </a:lnTo>
                  <a:lnTo>
                    <a:pt x="14145" y="4013"/>
                  </a:lnTo>
                  <a:lnTo>
                    <a:pt x="11490" y="3323"/>
                  </a:lnTo>
                  <a:lnTo>
                    <a:pt x="10799" y="822"/>
                  </a:lnTo>
                  <a:lnTo>
                    <a:pt x="10573"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9"/>
            <p:cNvSpPr/>
            <p:nvPr/>
          </p:nvSpPr>
          <p:spPr>
            <a:xfrm>
              <a:off x="482916" y="1409497"/>
              <a:ext cx="478741" cy="465126"/>
            </a:xfrm>
            <a:custGeom>
              <a:avLst/>
              <a:gdLst/>
              <a:ahLst/>
              <a:cxnLst/>
              <a:rect l="l" t="t" r="r" b="b"/>
              <a:pathLst>
                <a:path w="15050" h="14622" extrusionOk="0">
                  <a:moveTo>
                    <a:pt x="4882" y="1299"/>
                  </a:moveTo>
                  <a:lnTo>
                    <a:pt x="7096" y="2537"/>
                  </a:lnTo>
                  <a:lnTo>
                    <a:pt x="7096" y="6335"/>
                  </a:lnTo>
                  <a:lnTo>
                    <a:pt x="4251" y="3573"/>
                  </a:lnTo>
                  <a:lnTo>
                    <a:pt x="4882" y="1299"/>
                  </a:lnTo>
                  <a:close/>
                  <a:moveTo>
                    <a:pt x="10025" y="1251"/>
                  </a:moveTo>
                  <a:lnTo>
                    <a:pt x="10704" y="3656"/>
                  </a:lnTo>
                  <a:lnTo>
                    <a:pt x="7930" y="6335"/>
                  </a:lnTo>
                  <a:lnTo>
                    <a:pt x="7930" y="2430"/>
                  </a:lnTo>
                  <a:lnTo>
                    <a:pt x="10025" y="1251"/>
                  </a:lnTo>
                  <a:close/>
                  <a:moveTo>
                    <a:pt x="11371" y="4144"/>
                  </a:moveTo>
                  <a:lnTo>
                    <a:pt x="13704" y="4751"/>
                  </a:lnTo>
                  <a:lnTo>
                    <a:pt x="12430" y="6895"/>
                  </a:lnTo>
                  <a:lnTo>
                    <a:pt x="8513" y="6895"/>
                  </a:lnTo>
                  <a:lnTo>
                    <a:pt x="11371" y="4144"/>
                  </a:lnTo>
                  <a:close/>
                  <a:moveTo>
                    <a:pt x="3739" y="4228"/>
                  </a:moveTo>
                  <a:lnTo>
                    <a:pt x="6501" y="6906"/>
                  </a:lnTo>
                  <a:lnTo>
                    <a:pt x="2489" y="6906"/>
                  </a:lnTo>
                  <a:lnTo>
                    <a:pt x="1262" y="4870"/>
                  </a:lnTo>
                  <a:lnTo>
                    <a:pt x="3739" y="4228"/>
                  </a:lnTo>
                  <a:close/>
                  <a:moveTo>
                    <a:pt x="12549" y="7728"/>
                  </a:moveTo>
                  <a:lnTo>
                    <a:pt x="13764" y="9764"/>
                  </a:lnTo>
                  <a:lnTo>
                    <a:pt x="11299" y="10407"/>
                  </a:lnTo>
                  <a:lnTo>
                    <a:pt x="8525" y="7728"/>
                  </a:lnTo>
                  <a:close/>
                  <a:moveTo>
                    <a:pt x="6501" y="7728"/>
                  </a:moveTo>
                  <a:lnTo>
                    <a:pt x="3655" y="10478"/>
                  </a:lnTo>
                  <a:lnTo>
                    <a:pt x="1322" y="9871"/>
                  </a:lnTo>
                  <a:lnTo>
                    <a:pt x="2608" y="7728"/>
                  </a:lnTo>
                  <a:close/>
                  <a:moveTo>
                    <a:pt x="7930" y="8311"/>
                  </a:moveTo>
                  <a:lnTo>
                    <a:pt x="10775" y="11062"/>
                  </a:lnTo>
                  <a:lnTo>
                    <a:pt x="10144" y="13336"/>
                  </a:lnTo>
                  <a:lnTo>
                    <a:pt x="7930" y="12109"/>
                  </a:lnTo>
                  <a:lnTo>
                    <a:pt x="7930" y="8311"/>
                  </a:lnTo>
                  <a:close/>
                  <a:moveTo>
                    <a:pt x="7108" y="8311"/>
                  </a:moveTo>
                  <a:lnTo>
                    <a:pt x="7108" y="12205"/>
                  </a:lnTo>
                  <a:lnTo>
                    <a:pt x="7096" y="12205"/>
                  </a:lnTo>
                  <a:lnTo>
                    <a:pt x="5001" y="13383"/>
                  </a:lnTo>
                  <a:lnTo>
                    <a:pt x="4346" y="10990"/>
                  </a:lnTo>
                  <a:lnTo>
                    <a:pt x="7108" y="8311"/>
                  </a:lnTo>
                  <a:close/>
                  <a:moveTo>
                    <a:pt x="10585" y="1"/>
                  </a:moveTo>
                  <a:lnTo>
                    <a:pt x="9823" y="418"/>
                  </a:lnTo>
                  <a:lnTo>
                    <a:pt x="7430" y="1763"/>
                  </a:lnTo>
                  <a:lnTo>
                    <a:pt x="5120" y="465"/>
                  </a:lnTo>
                  <a:lnTo>
                    <a:pt x="4358" y="48"/>
                  </a:lnTo>
                  <a:lnTo>
                    <a:pt x="4132" y="870"/>
                  </a:lnTo>
                  <a:lnTo>
                    <a:pt x="3417" y="3454"/>
                  </a:lnTo>
                  <a:lnTo>
                    <a:pt x="845" y="4132"/>
                  </a:lnTo>
                  <a:lnTo>
                    <a:pt x="0" y="4347"/>
                  </a:lnTo>
                  <a:lnTo>
                    <a:pt x="429" y="5085"/>
                  </a:lnTo>
                  <a:lnTo>
                    <a:pt x="1810" y="7406"/>
                  </a:lnTo>
                  <a:lnTo>
                    <a:pt x="476" y="9645"/>
                  </a:lnTo>
                  <a:lnTo>
                    <a:pt x="48" y="10383"/>
                  </a:lnTo>
                  <a:lnTo>
                    <a:pt x="893" y="10597"/>
                  </a:lnTo>
                  <a:lnTo>
                    <a:pt x="3560" y="11300"/>
                  </a:lnTo>
                  <a:lnTo>
                    <a:pt x="4239" y="13800"/>
                  </a:lnTo>
                  <a:lnTo>
                    <a:pt x="4465" y="14622"/>
                  </a:lnTo>
                  <a:lnTo>
                    <a:pt x="5227" y="14205"/>
                  </a:lnTo>
                  <a:lnTo>
                    <a:pt x="7620" y="12860"/>
                  </a:lnTo>
                  <a:lnTo>
                    <a:pt x="9930" y="14157"/>
                  </a:lnTo>
                  <a:lnTo>
                    <a:pt x="10680" y="14574"/>
                  </a:lnTo>
                  <a:lnTo>
                    <a:pt x="10906" y="13753"/>
                  </a:lnTo>
                  <a:lnTo>
                    <a:pt x="11621" y="11169"/>
                  </a:lnTo>
                  <a:lnTo>
                    <a:pt x="14192" y="10502"/>
                  </a:lnTo>
                  <a:lnTo>
                    <a:pt x="15050" y="10276"/>
                  </a:lnTo>
                  <a:lnTo>
                    <a:pt x="14609" y="9550"/>
                  </a:lnTo>
                  <a:lnTo>
                    <a:pt x="13228" y="7228"/>
                  </a:lnTo>
                  <a:lnTo>
                    <a:pt x="14573" y="4978"/>
                  </a:lnTo>
                  <a:lnTo>
                    <a:pt x="15002" y="4251"/>
                  </a:lnTo>
                  <a:lnTo>
                    <a:pt x="14157" y="4025"/>
                  </a:lnTo>
                  <a:lnTo>
                    <a:pt x="11490" y="3323"/>
                  </a:lnTo>
                  <a:lnTo>
                    <a:pt x="10799" y="822"/>
                  </a:lnTo>
                  <a:lnTo>
                    <a:pt x="10585"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9"/>
            <p:cNvSpPr/>
            <p:nvPr/>
          </p:nvSpPr>
          <p:spPr>
            <a:xfrm>
              <a:off x="964647" y="3734204"/>
              <a:ext cx="478772" cy="464744"/>
            </a:xfrm>
            <a:custGeom>
              <a:avLst/>
              <a:gdLst/>
              <a:ahLst/>
              <a:cxnLst/>
              <a:rect l="l" t="t" r="r" b="b"/>
              <a:pathLst>
                <a:path w="15051" h="14610" extrusionOk="0">
                  <a:moveTo>
                    <a:pt x="4906" y="1274"/>
                  </a:moveTo>
                  <a:lnTo>
                    <a:pt x="7121" y="2512"/>
                  </a:lnTo>
                  <a:lnTo>
                    <a:pt x="7121" y="6311"/>
                  </a:lnTo>
                  <a:lnTo>
                    <a:pt x="4275" y="3560"/>
                  </a:lnTo>
                  <a:lnTo>
                    <a:pt x="4906" y="1274"/>
                  </a:lnTo>
                  <a:close/>
                  <a:moveTo>
                    <a:pt x="10050" y="1238"/>
                  </a:moveTo>
                  <a:lnTo>
                    <a:pt x="10705" y="3632"/>
                  </a:lnTo>
                  <a:lnTo>
                    <a:pt x="7942" y="6311"/>
                  </a:lnTo>
                  <a:lnTo>
                    <a:pt x="7942" y="2405"/>
                  </a:lnTo>
                  <a:lnTo>
                    <a:pt x="7954" y="2405"/>
                  </a:lnTo>
                  <a:lnTo>
                    <a:pt x="10050" y="1238"/>
                  </a:lnTo>
                  <a:close/>
                  <a:moveTo>
                    <a:pt x="3751" y="4215"/>
                  </a:moveTo>
                  <a:lnTo>
                    <a:pt x="6526" y="6894"/>
                  </a:lnTo>
                  <a:lnTo>
                    <a:pt x="2501" y="6894"/>
                  </a:lnTo>
                  <a:lnTo>
                    <a:pt x="1287" y="4846"/>
                  </a:lnTo>
                  <a:lnTo>
                    <a:pt x="3751" y="4215"/>
                  </a:lnTo>
                  <a:close/>
                  <a:moveTo>
                    <a:pt x="11395" y="4132"/>
                  </a:moveTo>
                  <a:lnTo>
                    <a:pt x="13729" y="4751"/>
                  </a:lnTo>
                  <a:lnTo>
                    <a:pt x="12443" y="6894"/>
                  </a:lnTo>
                  <a:lnTo>
                    <a:pt x="8526" y="6894"/>
                  </a:lnTo>
                  <a:lnTo>
                    <a:pt x="11395" y="4132"/>
                  </a:lnTo>
                  <a:close/>
                  <a:moveTo>
                    <a:pt x="12562" y="7704"/>
                  </a:moveTo>
                  <a:lnTo>
                    <a:pt x="13788" y="9751"/>
                  </a:lnTo>
                  <a:lnTo>
                    <a:pt x="11312" y="10382"/>
                  </a:lnTo>
                  <a:lnTo>
                    <a:pt x="8550" y="7704"/>
                  </a:lnTo>
                  <a:close/>
                  <a:moveTo>
                    <a:pt x="6526" y="7704"/>
                  </a:moveTo>
                  <a:lnTo>
                    <a:pt x="3668" y="10466"/>
                  </a:lnTo>
                  <a:lnTo>
                    <a:pt x="1334" y="9847"/>
                  </a:lnTo>
                  <a:lnTo>
                    <a:pt x="2608" y="7704"/>
                  </a:lnTo>
                  <a:close/>
                  <a:moveTo>
                    <a:pt x="7954" y="8287"/>
                  </a:moveTo>
                  <a:lnTo>
                    <a:pt x="10800" y="11037"/>
                  </a:lnTo>
                  <a:lnTo>
                    <a:pt x="10169" y="13323"/>
                  </a:lnTo>
                  <a:lnTo>
                    <a:pt x="7954" y="12085"/>
                  </a:lnTo>
                  <a:lnTo>
                    <a:pt x="7954" y="8287"/>
                  </a:lnTo>
                  <a:close/>
                  <a:moveTo>
                    <a:pt x="7121" y="8287"/>
                  </a:moveTo>
                  <a:lnTo>
                    <a:pt x="7121" y="12192"/>
                  </a:lnTo>
                  <a:lnTo>
                    <a:pt x="7109" y="12192"/>
                  </a:lnTo>
                  <a:lnTo>
                    <a:pt x="5002" y="13359"/>
                  </a:lnTo>
                  <a:lnTo>
                    <a:pt x="4347" y="10966"/>
                  </a:lnTo>
                  <a:lnTo>
                    <a:pt x="7121" y="8287"/>
                  </a:lnTo>
                  <a:close/>
                  <a:moveTo>
                    <a:pt x="10586" y="0"/>
                  </a:moveTo>
                  <a:lnTo>
                    <a:pt x="9824" y="417"/>
                  </a:lnTo>
                  <a:lnTo>
                    <a:pt x="7430" y="1750"/>
                  </a:lnTo>
                  <a:lnTo>
                    <a:pt x="5121" y="465"/>
                  </a:lnTo>
                  <a:lnTo>
                    <a:pt x="4359" y="48"/>
                  </a:lnTo>
                  <a:lnTo>
                    <a:pt x="4144" y="857"/>
                  </a:lnTo>
                  <a:lnTo>
                    <a:pt x="3430" y="3453"/>
                  </a:lnTo>
                  <a:lnTo>
                    <a:pt x="846" y="4120"/>
                  </a:lnTo>
                  <a:lnTo>
                    <a:pt x="1" y="4346"/>
                  </a:lnTo>
                  <a:lnTo>
                    <a:pt x="430" y="5072"/>
                  </a:lnTo>
                  <a:lnTo>
                    <a:pt x="1823" y="7394"/>
                  </a:lnTo>
                  <a:lnTo>
                    <a:pt x="477" y="9644"/>
                  </a:lnTo>
                  <a:lnTo>
                    <a:pt x="49" y="10371"/>
                  </a:lnTo>
                  <a:lnTo>
                    <a:pt x="894" y="10597"/>
                  </a:lnTo>
                  <a:lnTo>
                    <a:pt x="3561" y="11299"/>
                  </a:lnTo>
                  <a:lnTo>
                    <a:pt x="4251" y="13800"/>
                  </a:lnTo>
                  <a:lnTo>
                    <a:pt x="4466" y="14609"/>
                  </a:lnTo>
                  <a:lnTo>
                    <a:pt x="5228" y="14192"/>
                  </a:lnTo>
                  <a:lnTo>
                    <a:pt x="7621" y="12859"/>
                  </a:lnTo>
                  <a:lnTo>
                    <a:pt x="9931" y="14157"/>
                  </a:lnTo>
                  <a:lnTo>
                    <a:pt x="10693" y="14573"/>
                  </a:lnTo>
                  <a:lnTo>
                    <a:pt x="10907" y="13752"/>
                  </a:lnTo>
                  <a:lnTo>
                    <a:pt x="11633" y="11156"/>
                  </a:lnTo>
                  <a:lnTo>
                    <a:pt x="14205" y="10490"/>
                  </a:lnTo>
                  <a:lnTo>
                    <a:pt x="15050" y="10263"/>
                  </a:lnTo>
                  <a:lnTo>
                    <a:pt x="14622" y="9537"/>
                  </a:lnTo>
                  <a:lnTo>
                    <a:pt x="13241" y="7215"/>
                  </a:lnTo>
                  <a:lnTo>
                    <a:pt x="14574" y="4965"/>
                  </a:lnTo>
                  <a:lnTo>
                    <a:pt x="15003" y="4239"/>
                  </a:lnTo>
                  <a:lnTo>
                    <a:pt x="14157" y="4013"/>
                  </a:lnTo>
                  <a:lnTo>
                    <a:pt x="11490" y="3322"/>
                  </a:lnTo>
                  <a:lnTo>
                    <a:pt x="10812" y="822"/>
                  </a:lnTo>
                  <a:lnTo>
                    <a:pt x="10586"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9"/>
            <p:cNvSpPr/>
            <p:nvPr/>
          </p:nvSpPr>
          <p:spPr>
            <a:xfrm>
              <a:off x="482535" y="2339304"/>
              <a:ext cx="478359" cy="465126"/>
            </a:xfrm>
            <a:custGeom>
              <a:avLst/>
              <a:gdLst/>
              <a:ahLst/>
              <a:cxnLst/>
              <a:rect l="l" t="t" r="r" b="b"/>
              <a:pathLst>
                <a:path w="15038" h="14622" extrusionOk="0">
                  <a:moveTo>
                    <a:pt x="4894" y="1286"/>
                  </a:moveTo>
                  <a:lnTo>
                    <a:pt x="7108" y="2525"/>
                  </a:lnTo>
                  <a:lnTo>
                    <a:pt x="7108" y="6311"/>
                  </a:lnTo>
                  <a:lnTo>
                    <a:pt x="4263" y="3561"/>
                  </a:lnTo>
                  <a:lnTo>
                    <a:pt x="4894" y="1286"/>
                  </a:lnTo>
                  <a:close/>
                  <a:moveTo>
                    <a:pt x="10037" y="1251"/>
                  </a:moveTo>
                  <a:lnTo>
                    <a:pt x="10692" y="3656"/>
                  </a:lnTo>
                  <a:lnTo>
                    <a:pt x="7930" y="6335"/>
                  </a:lnTo>
                  <a:lnTo>
                    <a:pt x="7930" y="2429"/>
                  </a:lnTo>
                  <a:lnTo>
                    <a:pt x="7942" y="2429"/>
                  </a:lnTo>
                  <a:lnTo>
                    <a:pt x="10037" y="1251"/>
                  </a:lnTo>
                  <a:close/>
                  <a:moveTo>
                    <a:pt x="11383" y="4144"/>
                  </a:moveTo>
                  <a:lnTo>
                    <a:pt x="13716" y="4751"/>
                  </a:lnTo>
                  <a:lnTo>
                    <a:pt x="12442" y="6894"/>
                  </a:lnTo>
                  <a:lnTo>
                    <a:pt x="8525" y="6894"/>
                  </a:lnTo>
                  <a:lnTo>
                    <a:pt x="11383" y="4144"/>
                  </a:lnTo>
                  <a:close/>
                  <a:moveTo>
                    <a:pt x="3751" y="4227"/>
                  </a:moveTo>
                  <a:lnTo>
                    <a:pt x="6513" y="6906"/>
                  </a:lnTo>
                  <a:lnTo>
                    <a:pt x="2501" y="6906"/>
                  </a:lnTo>
                  <a:lnTo>
                    <a:pt x="1274" y="4870"/>
                  </a:lnTo>
                  <a:lnTo>
                    <a:pt x="3751" y="4227"/>
                  </a:lnTo>
                  <a:close/>
                  <a:moveTo>
                    <a:pt x="12561" y="7728"/>
                  </a:moveTo>
                  <a:lnTo>
                    <a:pt x="13776" y="9764"/>
                  </a:lnTo>
                  <a:lnTo>
                    <a:pt x="11311" y="10407"/>
                  </a:lnTo>
                  <a:lnTo>
                    <a:pt x="8537" y="7728"/>
                  </a:lnTo>
                  <a:close/>
                  <a:moveTo>
                    <a:pt x="6513" y="7716"/>
                  </a:moveTo>
                  <a:lnTo>
                    <a:pt x="3667" y="10466"/>
                  </a:lnTo>
                  <a:lnTo>
                    <a:pt x="1334" y="9859"/>
                  </a:lnTo>
                  <a:lnTo>
                    <a:pt x="2596" y="7716"/>
                  </a:lnTo>
                  <a:close/>
                  <a:moveTo>
                    <a:pt x="7942" y="8299"/>
                  </a:moveTo>
                  <a:lnTo>
                    <a:pt x="10787" y="11050"/>
                  </a:lnTo>
                  <a:lnTo>
                    <a:pt x="10156" y="13324"/>
                  </a:lnTo>
                  <a:lnTo>
                    <a:pt x="7942" y="12085"/>
                  </a:lnTo>
                  <a:lnTo>
                    <a:pt x="7942" y="8299"/>
                  </a:lnTo>
                  <a:close/>
                  <a:moveTo>
                    <a:pt x="7120" y="8287"/>
                  </a:moveTo>
                  <a:lnTo>
                    <a:pt x="7120" y="12193"/>
                  </a:lnTo>
                  <a:lnTo>
                    <a:pt x="7108" y="12193"/>
                  </a:lnTo>
                  <a:lnTo>
                    <a:pt x="5013" y="13371"/>
                  </a:lnTo>
                  <a:lnTo>
                    <a:pt x="4358" y="10966"/>
                  </a:lnTo>
                  <a:lnTo>
                    <a:pt x="7120" y="8287"/>
                  </a:lnTo>
                  <a:close/>
                  <a:moveTo>
                    <a:pt x="10573" y="1"/>
                  </a:moveTo>
                  <a:lnTo>
                    <a:pt x="9811" y="417"/>
                  </a:lnTo>
                  <a:lnTo>
                    <a:pt x="7418" y="1763"/>
                  </a:lnTo>
                  <a:lnTo>
                    <a:pt x="5120" y="465"/>
                  </a:lnTo>
                  <a:lnTo>
                    <a:pt x="4358" y="48"/>
                  </a:lnTo>
                  <a:lnTo>
                    <a:pt x="4132" y="870"/>
                  </a:lnTo>
                  <a:lnTo>
                    <a:pt x="3417" y="3453"/>
                  </a:lnTo>
                  <a:lnTo>
                    <a:pt x="846" y="4132"/>
                  </a:lnTo>
                  <a:lnTo>
                    <a:pt x="0" y="4346"/>
                  </a:lnTo>
                  <a:lnTo>
                    <a:pt x="429" y="5085"/>
                  </a:lnTo>
                  <a:lnTo>
                    <a:pt x="1810" y="7406"/>
                  </a:lnTo>
                  <a:lnTo>
                    <a:pt x="476" y="9645"/>
                  </a:lnTo>
                  <a:lnTo>
                    <a:pt x="36" y="10383"/>
                  </a:lnTo>
                  <a:lnTo>
                    <a:pt x="893" y="10597"/>
                  </a:lnTo>
                  <a:lnTo>
                    <a:pt x="3548" y="11300"/>
                  </a:lnTo>
                  <a:lnTo>
                    <a:pt x="4239" y="13800"/>
                  </a:lnTo>
                  <a:lnTo>
                    <a:pt x="4453" y="14621"/>
                  </a:lnTo>
                  <a:lnTo>
                    <a:pt x="5215" y="14205"/>
                  </a:lnTo>
                  <a:lnTo>
                    <a:pt x="7608" y="12859"/>
                  </a:lnTo>
                  <a:lnTo>
                    <a:pt x="9918" y="14157"/>
                  </a:lnTo>
                  <a:lnTo>
                    <a:pt x="10680" y="14574"/>
                  </a:lnTo>
                  <a:lnTo>
                    <a:pt x="10906" y="13752"/>
                  </a:lnTo>
                  <a:lnTo>
                    <a:pt x="11621" y="11169"/>
                  </a:lnTo>
                  <a:lnTo>
                    <a:pt x="14192" y="10502"/>
                  </a:lnTo>
                  <a:lnTo>
                    <a:pt x="15038" y="10276"/>
                  </a:lnTo>
                  <a:lnTo>
                    <a:pt x="14609" y="9549"/>
                  </a:lnTo>
                  <a:lnTo>
                    <a:pt x="13228" y="7228"/>
                  </a:lnTo>
                  <a:lnTo>
                    <a:pt x="14562" y="4977"/>
                  </a:lnTo>
                  <a:lnTo>
                    <a:pt x="14990" y="4251"/>
                  </a:lnTo>
                  <a:lnTo>
                    <a:pt x="14145" y="4025"/>
                  </a:lnTo>
                  <a:lnTo>
                    <a:pt x="11478" y="3322"/>
                  </a:lnTo>
                  <a:lnTo>
                    <a:pt x="10799" y="822"/>
                  </a:lnTo>
                  <a:lnTo>
                    <a:pt x="10573"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9"/>
            <p:cNvSpPr/>
            <p:nvPr/>
          </p:nvSpPr>
          <p:spPr>
            <a:xfrm>
              <a:off x="964647" y="4198916"/>
              <a:ext cx="478772" cy="465094"/>
            </a:xfrm>
            <a:custGeom>
              <a:avLst/>
              <a:gdLst/>
              <a:ahLst/>
              <a:cxnLst/>
              <a:rect l="l" t="t" r="r" b="b"/>
              <a:pathLst>
                <a:path w="15051" h="14621" extrusionOk="0">
                  <a:moveTo>
                    <a:pt x="4906" y="1286"/>
                  </a:moveTo>
                  <a:lnTo>
                    <a:pt x="7121" y="2512"/>
                  </a:lnTo>
                  <a:lnTo>
                    <a:pt x="7121" y="6310"/>
                  </a:lnTo>
                  <a:lnTo>
                    <a:pt x="4275" y="3560"/>
                  </a:lnTo>
                  <a:lnTo>
                    <a:pt x="4906" y="1286"/>
                  </a:lnTo>
                  <a:close/>
                  <a:moveTo>
                    <a:pt x="10050" y="1238"/>
                  </a:moveTo>
                  <a:lnTo>
                    <a:pt x="10705" y="3632"/>
                  </a:lnTo>
                  <a:lnTo>
                    <a:pt x="7942" y="6310"/>
                  </a:lnTo>
                  <a:lnTo>
                    <a:pt x="7942" y="2417"/>
                  </a:lnTo>
                  <a:lnTo>
                    <a:pt x="7954" y="2417"/>
                  </a:lnTo>
                  <a:lnTo>
                    <a:pt x="10050" y="1238"/>
                  </a:lnTo>
                  <a:close/>
                  <a:moveTo>
                    <a:pt x="11395" y="4132"/>
                  </a:moveTo>
                  <a:lnTo>
                    <a:pt x="13729" y="4739"/>
                  </a:lnTo>
                  <a:lnTo>
                    <a:pt x="12443" y="6882"/>
                  </a:lnTo>
                  <a:lnTo>
                    <a:pt x="8526" y="6882"/>
                  </a:lnTo>
                  <a:lnTo>
                    <a:pt x="11395" y="4132"/>
                  </a:lnTo>
                  <a:close/>
                  <a:moveTo>
                    <a:pt x="3751" y="4215"/>
                  </a:moveTo>
                  <a:lnTo>
                    <a:pt x="6526" y="6894"/>
                  </a:lnTo>
                  <a:lnTo>
                    <a:pt x="2501" y="6894"/>
                  </a:lnTo>
                  <a:lnTo>
                    <a:pt x="1299" y="4858"/>
                  </a:lnTo>
                  <a:lnTo>
                    <a:pt x="3751" y="4215"/>
                  </a:lnTo>
                  <a:close/>
                  <a:moveTo>
                    <a:pt x="12562" y="7715"/>
                  </a:moveTo>
                  <a:lnTo>
                    <a:pt x="13788" y="9751"/>
                  </a:lnTo>
                  <a:lnTo>
                    <a:pt x="11312" y="10394"/>
                  </a:lnTo>
                  <a:lnTo>
                    <a:pt x="8550" y="7715"/>
                  </a:lnTo>
                  <a:close/>
                  <a:moveTo>
                    <a:pt x="6537" y="7715"/>
                  </a:moveTo>
                  <a:lnTo>
                    <a:pt x="3680" y="10466"/>
                  </a:lnTo>
                  <a:lnTo>
                    <a:pt x="1346" y="9859"/>
                  </a:lnTo>
                  <a:lnTo>
                    <a:pt x="2620" y="7715"/>
                  </a:lnTo>
                  <a:close/>
                  <a:moveTo>
                    <a:pt x="7954" y="8299"/>
                  </a:moveTo>
                  <a:lnTo>
                    <a:pt x="10800" y="11049"/>
                  </a:lnTo>
                  <a:lnTo>
                    <a:pt x="10169" y="13323"/>
                  </a:lnTo>
                  <a:lnTo>
                    <a:pt x="7954" y="12085"/>
                  </a:lnTo>
                  <a:lnTo>
                    <a:pt x="7954" y="8299"/>
                  </a:lnTo>
                  <a:close/>
                  <a:moveTo>
                    <a:pt x="7121" y="8299"/>
                  </a:moveTo>
                  <a:lnTo>
                    <a:pt x="7121" y="12192"/>
                  </a:lnTo>
                  <a:lnTo>
                    <a:pt x="7109" y="12192"/>
                  </a:lnTo>
                  <a:lnTo>
                    <a:pt x="5002" y="13371"/>
                  </a:lnTo>
                  <a:lnTo>
                    <a:pt x="4347" y="10978"/>
                  </a:lnTo>
                  <a:lnTo>
                    <a:pt x="7121" y="8299"/>
                  </a:lnTo>
                  <a:close/>
                  <a:moveTo>
                    <a:pt x="10586" y="0"/>
                  </a:moveTo>
                  <a:lnTo>
                    <a:pt x="9824" y="417"/>
                  </a:lnTo>
                  <a:lnTo>
                    <a:pt x="7430" y="1762"/>
                  </a:lnTo>
                  <a:lnTo>
                    <a:pt x="5121" y="465"/>
                  </a:lnTo>
                  <a:lnTo>
                    <a:pt x="4359" y="48"/>
                  </a:lnTo>
                  <a:lnTo>
                    <a:pt x="4144" y="869"/>
                  </a:lnTo>
                  <a:lnTo>
                    <a:pt x="3430" y="3453"/>
                  </a:lnTo>
                  <a:lnTo>
                    <a:pt x="846" y="4132"/>
                  </a:lnTo>
                  <a:lnTo>
                    <a:pt x="1" y="4346"/>
                  </a:lnTo>
                  <a:lnTo>
                    <a:pt x="430" y="5084"/>
                  </a:lnTo>
                  <a:lnTo>
                    <a:pt x="1823" y="7406"/>
                  </a:lnTo>
                  <a:lnTo>
                    <a:pt x="477" y="9644"/>
                  </a:lnTo>
                  <a:lnTo>
                    <a:pt x="49" y="10382"/>
                  </a:lnTo>
                  <a:lnTo>
                    <a:pt x="894" y="10597"/>
                  </a:lnTo>
                  <a:lnTo>
                    <a:pt x="3561" y="11299"/>
                  </a:lnTo>
                  <a:lnTo>
                    <a:pt x="4251" y="13799"/>
                  </a:lnTo>
                  <a:lnTo>
                    <a:pt x="4466" y="14621"/>
                  </a:lnTo>
                  <a:lnTo>
                    <a:pt x="5228" y="14204"/>
                  </a:lnTo>
                  <a:lnTo>
                    <a:pt x="7621" y="12859"/>
                  </a:lnTo>
                  <a:lnTo>
                    <a:pt x="9931" y="14157"/>
                  </a:lnTo>
                  <a:lnTo>
                    <a:pt x="10693" y="14573"/>
                  </a:lnTo>
                  <a:lnTo>
                    <a:pt x="10907" y="13752"/>
                  </a:lnTo>
                  <a:lnTo>
                    <a:pt x="11633" y="11168"/>
                  </a:lnTo>
                  <a:lnTo>
                    <a:pt x="14205" y="10501"/>
                  </a:lnTo>
                  <a:lnTo>
                    <a:pt x="15050" y="10275"/>
                  </a:lnTo>
                  <a:lnTo>
                    <a:pt x="14622" y="9549"/>
                  </a:lnTo>
                  <a:lnTo>
                    <a:pt x="13241" y="7227"/>
                  </a:lnTo>
                  <a:lnTo>
                    <a:pt x="14574" y="4977"/>
                  </a:lnTo>
                  <a:lnTo>
                    <a:pt x="15003" y="4251"/>
                  </a:lnTo>
                  <a:lnTo>
                    <a:pt x="14157" y="4024"/>
                  </a:lnTo>
                  <a:lnTo>
                    <a:pt x="11490" y="3322"/>
                  </a:lnTo>
                  <a:lnTo>
                    <a:pt x="10812" y="822"/>
                  </a:lnTo>
                  <a:lnTo>
                    <a:pt x="10586"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9"/>
            <p:cNvSpPr/>
            <p:nvPr/>
          </p:nvSpPr>
          <p:spPr>
            <a:xfrm>
              <a:off x="964647" y="4663629"/>
              <a:ext cx="478772" cy="464744"/>
            </a:xfrm>
            <a:custGeom>
              <a:avLst/>
              <a:gdLst/>
              <a:ahLst/>
              <a:cxnLst/>
              <a:rect l="l" t="t" r="r" b="b"/>
              <a:pathLst>
                <a:path w="15051" h="14610" extrusionOk="0">
                  <a:moveTo>
                    <a:pt x="4906" y="1286"/>
                  </a:moveTo>
                  <a:lnTo>
                    <a:pt x="7121" y="2524"/>
                  </a:lnTo>
                  <a:lnTo>
                    <a:pt x="7121" y="6322"/>
                  </a:lnTo>
                  <a:lnTo>
                    <a:pt x="4275" y="3572"/>
                  </a:lnTo>
                  <a:lnTo>
                    <a:pt x="4906" y="1286"/>
                  </a:lnTo>
                  <a:close/>
                  <a:moveTo>
                    <a:pt x="10050" y="1250"/>
                  </a:moveTo>
                  <a:lnTo>
                    <a:pt x="10705" y="3643"/>
                  </a:lnTo>
                  <a:lnTo>
                    <a:pt x="7942" y="6322"/>
                  </a:lnTo>
                  <a:lnTo>
                    <a:pt x="7942" y="2417"/>
                  </a:lnTo>
                  <a:lnTo>
                    <a:pt x="7954" y="2417"/>
                  </a:lnTo>
                  <a:lnTo>
                    <a:pt x="10050" y="1250"/>
                  </a:lnTo>
                  <a:close/>
                  <a:moveTo>
                    <a:pt x="3751" y="4203"/>
                  </a:moveTo>
                  <a:lnTo>
                    <a:pt x="6526" y="6882"/>
                  </a:lnTo>
                  <a:lnTo>
                    <a:pt x="2501" y="6882"/>
                  </a:lnTo>
                  <a:lnTo>
                    <a:pt x="1287" y="4846"/>
                  </a:lnTo>
                  <a:lnTo>
                    <a:pt x="3751" y="4203"/>
                  </a:lnTo>
                  <a:close/>
                  <a:moveTo>
                    <a:pt x="11395" y="4132"/>
                  </a:moveTo>
                  <a:lnTo>
                    <a:pt x="13729" y="4739"/>
                  </a:lnTo>
                  <a:lnTo>
                    <a:pt x="12443" y="6882"/>
                  </a:lnTo>
                  <a:lnTo>
                    <a:pt x="8526" y="6882"/>
                  </a:lnTo>
                  <a:lnTo>
                    <a:pt x="11395" y="4132"/>
                  </a:lnTo>
                  <a:close/>
                  <a:moveTo>
                    <a:pt x="12562" y="7715"/>
                  </a:moveTo>
                  <a:lnTo>
                    <a:pt x="13788" y="9763"/>
                  </a:lnTo>
                  <a:lnTo>
                    <a:pt x="11312" y="10394"/>
                  </a:lnTo>
                  <a:lnTo>
                    <a:pt x="8550" y="7715"/>
                  </a:lnTo>
                  <a:close/>
                  <a:moveTo>
                    <a:pt x="6537" y="7715"/>
                  </a:moveTo>
                  <a:lnTo>
                    <a:pt x="3680" y="10478"/>
                  </a:lnTo>
                  <a:lnTo>
                    <a:pt x="1346" y="9858"/>
                  </a:lnTo>
                  <a:lnTo>
                    <a:pt x="2620" y="7715"/>
                  </a:lnTo>
                  <a:close/>
                  <a:moveTo>
                    <a:pt x="7954" y="8287"/>
                  </a:moveTo>
                  <a:lnTo>
                    <a:pt x="10800" y="11037"/>
                  </a:lnTo>
                  <a:lnTo>
                    <a:pt x="10169" y="13311"/>
                  </a:lnTo>
                  <a:lnTo>
                    <a:pt x="7954" y="12085"/>
                  </a:lnTo>
                  <a:lnTo>
                    <a:pt x="7954" y="8287"/>
                  </a:lnTo>
                  <a:close/>
                  <a:moveTo>
                    <a:pt x="7133" y="8299"/>
                  </a:moveTo>
                  <a:lnTo>
                    <a:pt x="7133" y="12204"/>
                  </a:lnTo>
                  <a:lnTo>
                    <a:pt x="7121" y="12204"/>
                  </a:lnTo>
                  <a:lnTo>
                    <a:pt x="5025" y="13371"/>
                  </a:lnTo>
                  <a:lnTo>
                    <a:pt x="4370" y="10978"/>
                  </a:lnTo>
                  <a:lnTo>
                    <a:pt x="7133" y="8299"/>
                  </a:lnTo>
                  <a:close/>
                  <a:moveTo>
                    <a:pt x="10586" y="0"/>
                  </a:moveTo>
                  <a:lnTo>
                    <a:pt x="9824" y="405"/>
                  </a:lnTo>
                  <a:lnTo>
                    <a:pt x="7430" y="1750"/>
                  </a:lnTo>
                  <a:lnTo>
                    <a:pt x="5121" y="453"/>
                  </a:lnTo>
                  <a:lnTo>
                    <a:pt x="4359" y="36"/>
                  </a:lnTo>
                  <a:lnTo>
                    <a:pt x="4144" y="857"/>
                  </a:lnTo>
                  <a:lnTo>
                    <a:pt x="3430" y="3441"/>
                  </a:lnTo>
                  <a:lnTo>
                    <a:pt x="846" y="4120"/>
                  </a:lnTo>
                  <a:lnTo>
                    <a:pt x="1" y="4334"/>
                  </a:lnTo>
                  <a:lnTo>
                    <a:pt x="430" y="5072"/>
                  </a:lnTo>
                  <a:lnTo>
                    <a:pt x="1823" y="7394"/>
                  </a:lnTo>
                  <a:lnTo>
                    <a:pt x="477" y="9632"/>
                  </a:lnTo>
                  <a:lnTo>
                    <a:pt x="49" y="10370"/>
                  </a:lnTo>
                  <a:lnTo>
                    <a:pt x="894" y="10597"/>
                  </a:lnTo>
                  <a:lnTo>
                    <a:pt x="3561" y="11287"/>
                  </a:lnTo>
                  <a:lnTo>
                    <a:pt x="4251" y="13788"/>
                  </a:lnTo>
                  <a:lnTo>
                    <a:pt x="4466" y="14609"/>
                  </a:lnTo>
                  <a:lnTo>
                    <a:pt x="5228" y="14192"/>
                  </a:lnTo>
                  <a:lnTo>
                    <a:pt x="7621" y="12859"/>
                  </a:lnTo>
                  <a:lnTo>
                    <a:pt x="9931" y="14145"/>
                  </a:lnTo>
                  <a:lnTo>
                    <a:pt x="10693" y="14561"/>
                  </a:lnTo>
                  <a:lnTo>
                    <a:pt x="10907" y="13752"/>
                  </a:lnTo>
                  <a:lnTo>
                    <a:pt x="11633" y="11156"/>
                  </a:lnTo>
                  <a:lnTo>
                    <a:pt x="14205" y="10489"/>
                  </a:lnTo>
                  <a:lnTo>
                    <a:pt x="15050" y="10263"/>
                  </a:lnTo>
                  <a:lnTo>
                    <a:pt x="14622" y="9537"/>
                  </a:lnTo>
                  <a:lnTo>
                    <a:pt x="13241" y="7215"/>
                  </a:lnTo>
                  <a:lnTo>
                    <a:pt x="14574" y="4965"/>
                  </a:lnTo>
                  <a:lnTo>
                    <a:pt x="15003" y="4239"/>
                  </a:lnTo>
                  <a:lnTo>
                    <a:pt x="14157" y="4012"/>
                  </a:lnTo>
                  <a:lnTo>
                    <a:pt x="11490" y="3310"/>
                  </a:lnTo>
                  <a:lnTo>
                    <a:pt x="10812" y="810"/>
                  </a:lnTo>
                  <a:lnTo>
                    <a:pt x="10586"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9"/>
            <p:cNvSpPr/>
            <p:nvPr/>
          </p:nvSpPr>
          <p:spPr>
            <a:xfrm>
              <a:off x="964647" y="2804398"/>
              <a:ext cx="478772" cy="464744"/>
            </a:xfrm>
            <a:custGeom>
              <a:avLst/>
              <a:gdLst/>
              <a:ahLst/>
              <a:cxnLst/>
              <a:rect l="l" t="t" r="r" b="b"/>
              <a:pathLst>
                <a:path w="15051" h="14610" extrusionOk="0">
                  <a:moveTo>
                    <a:pt x="10050" y="1239"/>
                  </a:moveTo>
                  <a:lnTo>
                    <a:pt x="10705" y="3632"/>
                  </a:lnTo>
                  <a:lnTo>
                    <a:pt x="7942" y="6311"/>
                  </a:lnTo>
                  <a:lnTo>
                    <a:pt x="7942" y="2405"/>
                  </a:lnTo>
                  <a:lnTo>
                    <a:pt x="7954" y="2405"/>
                  </a:lnTo>
                  <a:lnTo>
                    <a:pt x="10050" y="1239"/>
                  </a:lnTo>
                  <a:close/>
                  <a:moveTo>
                    <a:pt x="4906" y="1274"/>
                  </a:moveTo>
                  <a:lnTo>
                    <a:pt x="7121" y="2513"/>
                  </a:lnTo>
                  <a:lnTo>
                    <a:pt x="7121" y="6323"/>
                  </a:lnTo>
                  <a:lnTo>
                    <a:pt x="4275" y="3560"/>
                  </a:lnTo>
                  <a:lnTo>
                    <a:pt x="4906" y="1274"/>
                  </a:lnTo>
                  <a:close/>
                  <a:moveTo>
                    <a:pt x="3751" y="4215"/>
                  </a:moveTo>
                  <a:lnTo>
                    <a:pt x="6526" y="6894"/>
                  </a:lnTo>
                  <a:lnTo>
                    <a:pt x="2501" y="6894"/>
                  </a:lnTo>
                  <a:lnTo>
                    <a:pt x="1287" y="4846"/>
                  </a:lnTo>
                  <a:lnTo>
                    <a:pt x="3751" y="4215"/>
                  </a:lnTo>
                  <a:close/>
                  <a:moveTo>
                    <a:pt x="11395" y="4132"/>
                  </a:moveTo>
                  <a:lnTo>
                    <a:pt x="13729" y="4751"/>
                  </a:lnTo>
                  <a:lnTo>
                    <a:pt x="12443" y="6894"/>
                  </a:lnTo>
                  <a:lnTo>
                    <a:pt x="8526" y="6894"/>
                  </a:lnTo>
                  <a:lnTo>
                    <a:pt x="11395" y="4132"/>
                  </a:lnTo>
                  <a:close/>
                  <a:moveTo>
                    <a:pt x="12562" y="7704"/>
                  </a:moveTo>
                  <a:lnTo>
                    <a:pt x="13788" y="9752"/>
                  </a:lnTo>
                  <a:lnTo>
                    <a:pt x="11312" y="10383"/>
                  </a:lnTo>
                  <a:lnTo>
                    <a:pt x="8550" y="7704"/>
                  </a:lnTo>
                  <a:close/>
                  <a:moveTo>
                    <a:pt x="6537" y="7704"/>
                  </a:moveTo>
                  <a:lnTo>
                    <a:pt x="3680" y="10478"/>
                  </a:lnTo>
                  <a:lnTo>
                    <a:pt x="1346" y="9871"/>
                  </a:lnTo>
                  <a:lnTo>
                    <a:pt x="2620" y="7704"/>
                  </a:lnTo>
                  <a:close/>
                  <a:moveTo>
                    <a:pt x="7954" y="8287"/>
                  </a:moveTo>
                  <a:lnTo>
                    <a:pt x="10788" y="11038"/>
                  </a:lnTo>
                  <a:lnTo>
                    <a:pt x="10169" y="13324"/>
                  </a:lnTo>
                  <a:lnTo>
                    <a:pt x="7954" y="12085"/>
                  </a:lnTo>
                  <a:lnTo>
                    <a:pt x="7954" y="8287"/>
                  </a:lnTo>
                  <a:close/>
                  <a:moveTo>
                    <a:pt x="7133" y="8287"/>
                  </a:moveTo>
                  <a:lnTo>
                    <a:pt x="7133" y="12192"/>
                  </a:lnTo>
                  <a:lnTo>
                    <a:pt x="7121" y="12192"/>
                  </a:lnTo>
                  <a:lnTo>
                    <a:pt x="5025" y="13359"/>
                  </a:lnTo>
                  <a:lnTo>
                    <a:pt x="4370" y="10966"/>
                  </a:lnTo>
                  <a:lnTo>
                    <a:pt x="7133" y="8287"/>
                  </a:lnTo>
                  <a:close/>
                  <a:moveTo>
                    <a:pt x="10586" y="0"/>
                  </a:moveTo>
                  <a:lnTo>
                    <a:pt x="9824" y="417"/>
                  </a:lnTo>
                  <a:lnTo>
                    <a:pt x="7430" y="1751"/>
                  </a:lnTo>
                  <a:lnTo>
                    <a:pt x="5121" y="453"/>
                  </a:lnTo>
                  <a:lnTo>
                    <a:pt x="4359" y="48"/>
                  </a:lnTo>
                  <a:lnTo>
                    <a:pt x="4144" y="858"/>
                  </a:lnTo>
                  <a:lnTo>
                    <a:pt x="3430" y="3453"/>
                  </a:lnTo>
                  <a:lnTo>
                    <a:pt x="846" y="4120"/>
                  </a:lnTo>
                  <a:lnTo>
                    <a:pt x="1" y="4346"/>
                  </a:lnTo>
                  <a:lnTo>
                    <a:pt x="430" y="5072"/>
                  </a:lnTo>
                  <a:lnTo>
                    <a:pt x="1823" y="7394"/>
                  </a:lnTo>
                  <a:lnTo>
                    <a:pt x="477" y="9644"/>
                  </a:lnTo>
                  <a:lnTo>
                    <a:pt x="49" y="10371"/>
                  </a:lnTo>
                  <a:lnTo>
                    <a:pt x="894" y="10597"/>
                  </a:lnTo>
                  <a:lnTo>
                    <a:pt x="3561" y="11299"/>
                  </a:lnTo>
                  <a:lnTo>
                    <a:pt x="4251" y="13800"/>
                  </a:lnTo>
                  <a:lnTo>
                    <a:pt x="4466" y="14609"/>
                  </a:lnTo>
                  <a:lnTo>
                    <a:pt x="5228" y="14193"/>
                  </a:lnTo>
                  <a:lnTo>
                    <a:pt x="7621" y="12859"/>
                  </a:lnTo>
                  <a:lnTo>
                    <a:pt x="9931" y="14157"/>
                  </a:lnTo>
                  <a:lnTo>
                    <a:pt x="10693" y="14574"/>
                  </a:lnTo>
                  <a:lnTo>
                    <a:pt x="10907" y="13752"/>
                  </a:lnTo>
                  <a:lnTo>
                    <a:pt x="11633" y="11157"/>
                  </a:lnTo>
                  <a:lnTo>
                    <a:pt x="14205" y="10490"/>
                  </a:lnTo>
                  <a:lnTo>
                    <a:pt x="15050" y="10264"/>
                  </a:lnTo>
                  <a:lnTo>
                    <a:pt x="14622" y="9537"/>
                  </a:lnTo>
                  <a:lnTo>
                    <a:pt x="13241" y="7216"/>
                  </a:lnTo>
                  <a:lnTo>
                    <a:pt x="14574" y="4965"/>
                  </a:lnTo>
                  <a:lnTo>
                    <a:pt x="15003" y="4239"/>
                  </a:lnTo>
                  <a:lnTo>
                    <a:pt x="14157" y="4013"/>
                  </a:lnTo>
                  <a:lnTo>
                    <a:pt x="11490" y="3322"/>
                  </a:lnTo>
                  <a:lnTo>
                    <a:pt x="10812" y="822"/>
                  </a:lnTo>
                  <a:lnTo>
                    <a:pt x="10586"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9"/>
            <p:cNvSpPr/>
            <p:nvPr/>
          </p:nvSpPr>
          <p:spPr>
            <a:xfrm>
              <a:off x="482535" y="2804398"/>
              <a:ext cx="478359" cy="464744"/>
            </a:xfrm>
            <a:custGeom>
              <a:avLst/>
              <a:gdLst/>
              <a:ahLst/>
              <a:cxnLst/>
              <a:rect l="l" t="t" r="r" b="b"/>
              <a:pathLst>
                <a:path w="15038" h="14610" extrusionOk="0">
                  <a:moveTo>
                    <a:pt x="10037" y="1239"/>
                  </a:moveTo>
                  <a:lnTo>
                    <a:pt x="10692" y="3632"/>
                  </a:lnTo>
                  <a:lnTo>
                    <a:pt x="7930" y="6311"/>
                  </a:lnTo>
                  <a:lnTo>
                    <a:pt x="7930" y="2405"/>
                  </a:lnTo>
                  <a:lnTo>
                    <a:pt x="7942" y="2405"/>
                  </a:lnTo>
                  <a:lnTo>
                    <a:pt x="10037" y="1239"/>
                  </a:lnTo>
                  <a:close/>
                  <a:moveTo>
                    <a:pt x="4894" y="1274"/>
                  </a:moveTo>
                  <a:lnTo>
                    <a:pt x="7108" y="2513"/>
                  </a:lnTo>
                  <a:lnTo>
                    <a:pt x="7108" y="6323"/>
                  </a:lnTo>
                  <a:lnTo>
                    <a:pt x="4263" y="3560"/>
                  </a:lnTo>
                  <a:lnTo>
                    <a:pt x="4894" y="1274"/>
                  </a:lnTo>
                  <a:close/>
                  <a:moveTo>
                    <a:pt x="3751" y="4215"/>
                  </a:moveTo>
                  <a:lnTo>
                    <a:pt x="6513" y="6894"/>
                  </a:lnTo>
                  <a:lnTo>
                    <a:pt x="2501" y="6894"/>
                  </a:lnTo>
                  <a:lnTo>
                    <a:pt x="1274" y="4846"/>
                  </a:lnTo>
                  <a:lnTo>
                    <a:pt x="3751" y="4215"/>
                  </a:lnTo>
                  <a:close/>
                  <a:moveTo>
                    <a:pt x="11383" y="4132"/>
                  </a:moveTo>
                  <a:lnTo>
                    <a:pt x="13716" y="4751"/>
                  </a:lnTo>
                  <a:lnTo>
                    <a:pt x="12442" y="6894"/>
                  </a:lnTo>
                  <a:lnTo>
                    <a:pt x="8525" y="6894"/>
                  </a:lnTo>
                  <a:lnTo>
                    <a:pt x="11383" y="4132"/>
                  </a:lnTo>
                  <a:close/>
                  <a:moveTo>
                    <a:pt x="12561" y="7704"/>
                  </a:moveTo>
                  <a:lnTo>
                    <a:pt x="13764" y="9752"/>
                  </a:lnTo>
                  <a:lnTo>
                    <a:pt x="11311" y="10383"/>
                  </a:lnTo>
                  <a:lnTo>
                    <a:pt x="8537" y="7704"/>
                  </a:lnTo>
                  <a:close/>
                  <a:moveTo>
                    <a:pt x="6513" y="7704"/>
                  </a:moveTo>
                  <a:lnTo>
                    <a:pt x="3667" y="10478"/>
                  </a:lnTo>
                  <a:lnTo>
                    <a:pt x="1334" y="9871"/>
                  </a:lnTo>
                  <a:lnTo>
                    <a:pt x="2620" y="7704"/>
                  </a:lnTo>
                  <a:close/>
                  <a:moveTo>
                    <a:pt x="7942" y="8287"/>
                  </a:moveTo>
                  <a:lnTo>
                    <a:pt x="10787" y="11038"/>
                  </a:lnTo>
                  <a:lnTo>
                    <a:pt x="10156" y="13324"/>
                  </a:lnTo>
                  <a:lnTo>
                    <a:pt x="7942" y="12085"/>
                  </a:lnTo>
                  <a:lnTo>
                    <a:pt x="7942" y="8287"/>
                  </a:lnTo>
                  <a:close/>
                  <a:moveTo>
                    <a:pt x="7120" y="8287"/>
                  </a:moveTo>
                  <a:lnTo>
                    <a:pt x="7120" y="12192"/>
                  </a:lnTo>
                  <a:lnTo>
                    <a:pt x="7108" y="12192"/>
                  </a:lnTo>
                  <a:lnTo>
                    <a:pt x="5013" y="13359"/>
                  </a:lnTo>
                  <a:lnTo>
                    <a:pt x="4358" y="10966"/>
                  </a:lnTo>
                  <a:lnTo>
                    <a:pt x="7120" y="8287"/>
                  </a:lnTo>
                  <a:close/>
                  <a:moveTo>
                    <a:pt x="10573" y="0"/>
                  </a:moveTo>
                  <a:lnTo>
                    <a:pt x="9823" y="417"/>
                  </a:lnTo>
                  <a:lnTo>
                    <a:pt x="7418" y="1751"/>
                  </a:lnTo>
                  <a:lnTo>
                    <a:pt x="5120" y="453"/>
                  </a:lnTo>
                  <a:lnTo>
                    <a:pt x="4358" y="48"/>
                  </a:lnTo>
                  <a:lnTo>
                    <a:pt x="4132" y="858"/>
                  </a:lnTo>
                  <a:lnTo>
                    <a:pt x="3417" y="3453"/>
                  </a:lnTo>
                  <a:lnTo>
                    <a:pt x="846" y="4120"/>
                  </a:lnTo>
                  <a:lnTo>
                    <a:pt x="0" y="4346"/>
                  </a:lnTo>
                  <a:lnTo>
                    <a:pt x="429" y="5072"/>
                  </a:lnTo>
                  <a:lnTo>
                    <a:pt x="1810" y="7394"/>
                  </a:lnTo>
                  <a:lnTo>
                    <a:pt x="476" y="9644"/>
                  </a:lnTo>
                  <a:lnTo>
                    <a:pt x="36" y="10371"/>
                  </a:lnTo>
                  <a:lnTo>
                    <a:pt x="893" y="10597"/>
                  </a:lnTo>
                  <a:lnTo>
                    <a:pt x="3548" y="11299"/>
                  </a:lnTo>
                  <a:lnTo>
                    <a:pt x="4239" y="13800"/>
                  </a:lnTo>
                  <a:lnTo>
                    <a:pt x="4465" y="14609"/>
                  </a:lnTo>
                  <a:lnTo>
                    <a:pt x="5215" y="14193"/>
                  </a:lnTo>
                  <a:lnTo>
                    <a:pt x="7620" y="12859"/>
                  </a:lnTo>
                  <a:lnTo>
                    <a:pt x="9918" y="14157"/>
                  </a:lnTo>
                  <a:lnTo>
                    <a:pt x="10680" y="14574"/>
                  </a:lnTo>
                  <a:lnTo>
                    <a:pt x="10906" y="13752"/>
                  </a:lnTo>
                  <a:lnTo>
                    <a:pt x="11621" y="11157"/>
                  </a:lnTo>
                  <a:lnTo>
                    <a:pt x="14192" y="10490"/>
                  </a:lnTo>
                  <a:lnTo>
                    <a:pt x="15038" y="10264"/>
                  </a:lnTo>
                  <a:lnTo>
                    <a:pt x="14609" y="9537"/>
                  </a:lnTo>
                  <a:lnTo>
                    <a:pt x="13228" y="7216"/>
                  </a:lnTo>
                  <a:lnTo>
                    <a:pt x="14562" y="4965"/>
                  </a:lnTo>
                  <a:lnTo>
                    <a:pt x="15002" y="4239"/>
                  </a:lnTo>
                  <a:lnTo>
                    <a:pt x="14145" y="4013"/>
                  </a:lnTo>
                  <a:lnTo>
                    <a:pt x="11490" y="3322"/>
                  </a:lnTo>
                  <a:lnTo>
                    <a:pt x="10799" y="822"/>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9"/>
            <p:cNvSpPr/>
            <p:nvPr/>
          </p:nvSpPr>
          <p:spPr>
            <a:xfrm>
              <a:off x="9" y="1409497"/>
              <a:ext cx="478772" cy="465508"/>
            </a:xfrm>
            <a:custGeom>
              <a:avLst/>
              <a:gdLst/>
              <a:ahLst/>
              <a:cxnLst/>
              <a:rect l="l" t="t" r="r" b="b"/>
              <a:pathLst>
                <a:path w="15051" h="14634" extrusionOk="0">
                  <a:moveTo>
                    <a:pt x="4894" y="1299"/>
                  </a:moveTo>
                  <a:lnTo>
                    <a:pt x="7109" y="2537"/>
                  </a:lnTo>
                  <a:lnTo>
                    <a:pt x="7109" y="6335"/>
                  </a:lnTo>
                  <a:lnTo>
                    <a:pt x="4275" y="3573"/>
                  </a:lnTo>
                  <a:lnTo>
                    <a:pt x="4894" y="1299"/>
                  </a:lnTo>
                  <a:close/>
                  <a:moveTo>
                    <a:pt x="10050" y="1251"/>
                  </a:moveTo>
                  <a:lnTo>
                    <a:pt x="10704" y="3656"/>
                  </a:lnTo>
                  <a:lnTo>
                    <a:pt x="7930" y="6335"/>
                  </a:lnTo>
                  <a:lnTo>
                    <a:pt x="7930" y="2430"/>
                  </a:lnTo>
                  <a:lnTo>
                    <a:pt x="7942" y="2430"/>
                  </a:lnTo>
                  <a:lnTo>
                    <a:pt x="10050" y="1251"/>
                  </a:lnTo>
                  <a:close/>
                  <a:moveTo>
                    <a:pt x="3751" y="4228"/>
                  </a:moveTo>
                  <a:lnTo>
                    <a:pt x="6513" y="6906"/>
                  </a:lnTo>
                  <a:lnTo>
                    <a:pt x="2501" y="6906"/>
                  </a:lnTo>
                  <a:lnTo>
                    <a:pt x="1275" y="4870"/>
                  </a:lnTo>
                  <a:lnTo>
                    <a:pt x="3751" y="4228"/>
                  </a:lnTo>
                  <a:close/>
                  <a:moveTo>
                    <a:pt x="11383" y="4144"/>
                  </a:moveTo>
                  <a:lnTo>
                    <a:pt x="13717" y="4751"/>
                  </a:lnTo>
                  <a:lnTo>
                    <a:pt x="12455" y="6906"/>
                  </a:lnTo>
                  <a:lnTo>
                    <a:pt x="8537" y="6906"/>
                  </a:lnTo>
                  <a:lnTo>
                    <a:pt x="11383" y="4144"/>
                  </a:lnTo>
                  <a:close/>
                  <a:moveTo>
                    <a:pt x="12562" y="7728"/>
                  </a:moveTo>
                  <a:lnTo>
                    <a:pt x="13776" y="9764"/>
                  </a:lnTo>
                  <a:lnTo>
                    <a:pt x="11312" y="10407"/>
                  </a:lnTo>
                  <a:lnTo>
                    <a:pt x="8537" y="7728"/>
                  </a:lnTo>
                  <a:close/>
                  <a:moveTo>
                    <a:pt x="6537" y="7728"/>
                  </a:moveTo>
                  <a:lnTo>
                    <a:pt x="3680" y="10478"/>
                  </a:lnTo>
                  <a:lnTo>
                    <a:pt x="1334" y="9871"/>
                  </a:lnTo>
                  <a:lnTo>
                    <a:pt x="2620" y="7728"/>
                  </a:lnTo>
                  <a:close/>
                  <a:moveTo>
                    <a:pt x="7942" y="8311"/>
                  </a:moveTo>
                  <a:lnTo>
                    <a:pt x="10788" y="11062"/>
                  </a:lnTo>
                  <a:lnTo>
                    <a:pt x="10169" y="13336"/>
                  </a:lnTo>
                  <a:lnTo>
                    <a:pt x="7942" y="12109"/>
                  </a:lnTo>
                  <a:lnTo>
                    <a:pt x="7942" y="8311"/>
                  </a:lnTo>
                  <a:close/>
                  <a:moveTo>
                    <a:pt x="7133" y="8311"/>
                  </a:moveTo>
                  <a:lnTo>
                    <a:pt x="7133" y="12205"/>
                  </a:lnTo>
                  <a:lnTo>
                    <a:pt x="7109" y="12205"/>
                  </a:lnTo>
                  <a:lnTo>
                    <a:pt x="5013" y="13383"/>
                  </a:lnTo>
                  <a:lnTo>
                    <a:pt x="4358" y="10990"/>
                  </a:lnTo>
                  <a:lnTo>
                    <a:pt x="7133" y="8311"/>
                  </a:lnTo>
                  <a:close/>
                  <a:moveTo>
                    <a:pt x="10585" y="1"/>
                  </a:moveTo>
                  <a:lnTo>
                    <a:pt x="9823" y="418"/>
                  </a:lnTo>
                  <a:lnTo>
                    <a:pt x="7430" y="1763"/>
                  </a:lnTo>
                  <a:lnTo>
                    <a:pt x="5120" y="465"/>
                  </a:lnTo>
                  <a:lnTo>
                    <a:pt x="4358" y="48"/>
                  </a:lnTo>
                  <a:lnTo>
                    <a:pt x="4132" y="870"/>
                  </a:lnTo>
                  <a:lnTo>
                    <a:pt x="3418" y="3454"/>
                  </a:lnTo>
                  <a:lnTo>
                    <a:pt x="846" y="4144"/>
                  </a:lnTo>
                  <a:lnTo>
                    <a:pt x="1" y="4370"/>
                  </a:lnTo>
                  <a:lnTo>
                    <a:pt x="429" y="5097"/>
                  </a:lnTo>
                  <a:lnTo>
                    <a:pt x="1810" y="7418"/>
                  </a:lnTo>
                  <a:lnTo>
                    <a:pt x="477" y="9669"/>
                  </a:lnTo>
                  <a:lnTo>
                    <a:pt x="36" y="10395"/>
                  </a:lnTo>
                  <a:lnTo>
                    <a:pt x="894" y="10621"/>
                  </a:lnTo>
                  <a:lnTo>
                    <a:pt x="3561" y="11312"/>
                  </a:lnTo>
                  <a:lnTo>
                    <a:pt x="4239" y="13812"/>
                  </a:lnTo>
                  <a:lnTo>
                    <a:pt x="4466" y="14634"/>
                  </a:lnTo>
                  <a:lnTo>
                    <a:pt x="5228" y="14217"/>
                  </a:lnTo>
                  <a:lnTo>
                    <a:pt x="7621" y="12883"/>
                  </a:lnTo>
                  <a:lnTo>
                    <a:pt x="9930" y="14169"/>
                  </a:lnTo>
                  <a:lnTo>
                    <a:pt x="10681" y="14586"/>
                  </a:lnTo>
                  <a:lnTo>
                    <a:pt x="10907" y="13776"/>
                  </a:lnTo>
                  <a:lnTo>
                    <a:pt x="11621" y="11181"/>
                  </a:lnTo>
                  <a:lnTo>
                    <a:pt x="14193" y="10514"/>
                  </a:lnTo>
                  <a:lnTo>
                    <a:pt x="15050" y="10288"/>
                  </a:lnTo>
                  <a:lnTo>
                    <a:pt x="14610" y="9562"/>
                  </a:lnTo>
                  <a:lnTo>
                    <a:pt x="13240" y="7228"/>
                  </a:lnTo>
                  <a:lnTo>
                    <a:pt x="14586" y="4978"/>
                  </a:lnTo>
                  <a:lnTo>
                    <a:pt x="15014" y="4251"/>
                  </a:lnTo>
                  <a:lnTo>
                    <a:pt x="14169" y="4025"/>
                  </a:lnTo>
                  <a:lnTo>
                    <a:pt x="11502" y="3323"/>
                  </a:lnTo>
                  <a:lnTo>
                    <a:pt x="10800" y="822"/>
                  </a:lnTo>
                  <a:lnTo>
                    <a:pt x="10585"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9"/>
            <p:cNvSpPr/>
            <p:nvPr/>
          </p:nvSpPr>
          <p:spPr>
            <a:xfrm>
              <a:off x="9" y="1874591"/>
              <a:ext cx="478772" cy="464744"/>
            </a:xfrm>
            <a:custGeom>
              <a:avLst/>
              <a:gdLst/>
              <a:ahLst/>
              <a:cxnLst/>
              <a:rect l="l" t="t" r="r" b="b"/>
              <a:pathLst>
                <a:path w="15051" h="14610" extrusionOk="0">
                  <a:moveTo>
                    <a:pt x="4894" y="1275"/>
                  </a:moveTo>
                  <a:lnTo>
                    <a:pt x="7109" y="2513"/>
                  </a:lnTo>
                  <a:lnTo>
                    <a:pt x="7109" y="6323"/>
                  </a:lnTo>
                  <a:lnTo>
                    <a:pt x="4275" y="3561"/>
                  </a:lnTo>
                  <a:lnTo>
                    <a:pt x="4894" y="1275"/>
                  </a:lnTo>
                  <a:close/>
                  <a:moveTo>
                    <a:pt x="10050" y="1251"/>
                  </a:moveTo>
                  <a:lnTo>
                    <a:pt x="10704" y="3644"/>
                  </a:lnTo>
                  <a:lnTo>
                    <a:pt x="7930" y="6323"/>
                  </a:lnTo>
                  <a:lnTo>
                    <a:pt x="7930" y="2430"/>
                  </a:lnTo>
                  <a:lnTo>
                    <a:pt x="7942" y="2430"/>
                  </a:lnTo>
                  <a:lnTo>
                    <a:pt x="10050" y="1251"/>
                  </a:lnTo>
                  <a:close/>
                  <a:moveTo>
                    <a:pt x="3751" y="4227"/>
                  </a:moveTo>
                  <a:lnTo>
                    <a:pt x="6513" y="6906"/>
                  </a:lnTo>
                  <a:lnTo>
                    <a:pt x="2501" y="6906"/>
                  </a:lnTo>
                  <a:lnTo>
                    <a:pt x="1275" y="4870"/>
                  </a:lnTo>
                  <a:lnTo>
                    <a:pt x="3751" y="4227"/>
                  </a:lnTo>
                  <a:close/>
                  <a:moveTo>
                    <a:pt x="11383" y="4132"/>
                  </a:moveTo>
                  <a:lnTo>
                    <a:pt x="13717" y="4751"/>
                  </a:lnTo>
                  <a:lnTo>
                    <a:pt x="12455" y="6906"/>
                  </a:lnTo>
                  <a:lnTo>
                    <a:pt x="8537" y="6906"/>
                  </a:lnTo>
                  <a:lnTo>
                    <a:pt x="11383" y="4132"/>
                  </a:lnTo>
                  <a:close/>
                  <a:moveTo>
                    <a:pt x="12562" y="7728"/>
                  </a:moveTo>
                  <a:lnTo>
                    <a:pt x="13776" y="9764"/>
                  </a:lnTo>
                  <a:lnTo>
                    <a:pt x="11312" y="10407"/>
                  </a:lnTo>
                  <a:lnTo>
                    <a:pt x="8537" y="7728"/>
                  </a:lnTo>
                  <a:close/>
                  <a:moveTo>
                    <a:pt x="6513" y="7728"/>
                  </a:moveTo>
                  <a:lnTo>
                    <a:pt x="3680" y="10478"/>
                  </a:lnTo>
                  <a:lnTo>
                    <a:pt x="1322" y="9871"/>
                  </a:lnTo>
                  <a:lnTo>
                    <a:pt x="2608" y="7728"/>
                  </a:lnTo>
                  <a:close/>
                  <a:moveTo>
                    <a:pt x="7942" y="8299"/>
                  </a:moveTo>
                  <a:lnTo>
                    <a:pt x="10788" y="11062"/>
                  </a:lnTo>
                  <a:lnTo>
                    <a:pt x="10169" y="13336"/>
                  </a:lnTo>
                  <a:lnTo>
                    <a:pt x="7942" y="12097"/>
                  </a:lnTo>
                  <a:lnTo>
                    <a:pt x="7942" y="8299"/>
                  </a:lnTo>
                  <a:close/>
                  <a:moveTo>
                    <a:pt x="7133" y="8299"/>
                  </a:moveTo>
                  <a:lnTo>
                    <a:pt x="7133" y="12205"/>
                  </a:lnTo>
                  <a:lnTo>
                    <a:pt x="7109" y="12205"/>
                  </a:lnTo>
                  <a:lnTo>
                    <a:pt x="5013" y="13383"/>
                  </a:lnTo>
                  <a:lnTo>
                    <a:pt x="4358" y="10978"/>
                  </a:lnTo>
                  <a:lnTo>
                    <a:pt x="7133" y="8299"/>
                  </a:lnTo>
                  <a:close/>
                  <a:moveTo>
                    <a:pt x="10597" y="1"/>
                  </a:moveTo>
                  <a:lnTo>
                    <a:pt x="9835" y="417"/>
                  </a:lnTo>
                  <a:lnTo>
                    <a:pt x="7442" y="1751"/>
                  </a:lnTo>
                  <a:lnTo>
                    <a:pt x="5132" y="465"/>
                  </a:lnTo>
                  <a:lnTo>
                    <a:pt x="4370" y="48"/>
                  </a:lnTo>
                  <a:lnTo>
                    <a:pt x="4144" y="858"/>
                  </a:lnTo>
                  <a:lnTo>
                    <a:pt x="3430" y="3453"/>
                  </a:lnTo>
                  <a:lnTo>
                    <a:pt x="846" y="4120"/>
                  </a:lnTo>
                  <a:lnTo>
                    <a:pt x="1" y="4346"/>
                  </a:lnTo>
                  <a:lnTo>
                    <a:pt x="429" y="5073"/>
                  </a:lnTo>
                  <a:lnTo>
                    <a:pt x="1810" y="7394"/>
                  </a:lnTo>
                  <a:lnTo>
                    <a:pt x="477" y="9645"/>
                  </a:lnTo>
                  <a:lnTo>
                    <a:pt x="36" y="10371"/>
                  </a:lnTo>
                  <a:lnTo>
                    <a:pt x="894" y="10597"/>
                  </a:lnTo>
                  <a:lnTo>
                    <a:pt x="3561" y="11300"/>
                  </a:lnTo>
                  <a:lnTo>
                    <a:pt x="4239" y="13800"/>
                  </a:lnTo>
                  <a:lnTo>
                    <a:pt x="4466" y="14610"/>
                  </a:lnTo>
                  <a:lnTo>
                    <a:pt x="5228" y="14193"/>
                  </a:lnTo>
                  <a:lnTo>
                    <a:pt x="7621" y="12859"/>
                  </a:lnTo>
                  <a:lnTo>
                    <a:pt x="9930" y="14145"/>
                  </a:lnTo>
                  <a:lnTo>
                    <a:pt x="10681" y="14574"/>
                  </a:lnTo>
                  <a:lnTo>
                    <a:pt x="10907" y="13752"/>
                  </a:lnTo>
                  <a:lnTo>
                    <a:pt x="11621" y="11157"/>
                  </a:lnTo>
                  <a:lnTo>
                    <a:pt x="14193" y="10490"/>
                  </a:lnTo>
                  <a:lnTo>
                    <a:pt x="15050" y="10264"/>
                  </a:lnTo>
                  <a:lnTo>
                    <a:pt x="14610" y="9538"/>
                  </a:lnTo>
                  <a:lnTo>
                    <a:pt x="13240" y="7216"/>
                  </a:lnTo>
                  <a:lnTo>
                    <a:pt x="14586" y="4966"/>
                  </a:lnTo>
                  <a:lnTo>
                    <a:pt x="15014" y="4239"/>
                  </a:lnTo>
                  <a:lnTo>
                    <a:pt x="14169" y="4013"/>
                  </a:lnTo>
                  <a:lnTo>
                    <a:pt x="11502" y="3322"/>
                  </a:lnTo>
                  <a:lnTo>
                    <a:pt x="10823" y="822"/>
                  </a:lnTo>
                  <a:lnTo>
                    <a:pt x="10597"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9"/>
            <p:cNvSpPr/>
            <p:nvPr/>
          </p:nvSpPr>
          <p:spPr>
            <a:xfrm>
              <a:off x="9" y="2339304"/>
              <a:ext cx="478772" cy="465126"/>
            </a:xfrm>
            <a:custGeom>
              <a:avLst/>
              <a:gdLst/>
              <a:ahLst/>
              <a:cxnLst/>
              <a:rect l="l" t="t" r="r" b="b"/>
              <a:pathLst>
                <a:path w="15051" h="14622" extrusionOk="0">
                  <a:moveTo>
                    <a:pt x="4894" y="1286"/>
                  </a:moveTo>
                  <a:lnTo>
                    <a:pt x="7109" y="2525"/>
                  </a:lnTo>
                  <a:lnTo>
                    <a:pt x="7109" y="6311"/>
                  </a:lnTo>
                  <a:lnTo>
                    <a:pt x="4275" y="3561"/>
                  </a:lnTo>
                  <a:lnTo>
                    <a:pt x="4894" y="1286"/>
                  </a:lnTo>
                  <a:close/>
                  <a:moveTo>
                    <a:pt x="10050" y="1251"/>
                  </a:moveTo>
                  <a:lnTo>
                    <a:pt x="10704" y="3656"/>
                  </a:lnTo>
                  <a:lnTo>
                    <a:pt x="7930" y="6335"/>
                  </a:lnTo>
                  <a:lnTo>
                    <a:pt x="7930" y="2429"/>
                  </a:lnTo>
                  <a:lnTo>
                    <a:pt x="7942" y="2429"/>
                  </a:lnTo>
                  <a:lnTo>
                    <a:pt x="10050" y="1251"/>
                  </a:lnTo>
                  <a:close/>
                  <a:moveTo>
                    <a:pt x="3751" y="4227"/>
                  </a:moveTo>
                  <a:lnTo>
                    <a:pt x="6513" y="6906"/>
                  </a:lnTo>
                  <a:lnTo>
                    <a:pt x="2501" y="6906"/>
                  </a:lnTo>
                  <a:lnTo>
                    <a:pt x="1275" y="4870"/>
                  </a:lnTo>
                  <a:lnTo>
                    <a:pt x="3751" y="4227"/>
                  </a:lnTo>
                  <a:close/>
                  <a:moveTo>
                    <a:pt x="11383" y="4144"/>
                  </a:moveTo>
                  <a:lnTo>
                    <a:pt x="13717" y="4751"/>
                  </a:lnTo>
                  <a:lnTo>
                    <a:pt x="12455" y="6906"/>
                  </a:lnTo>
                  <a:lnTo>
                    <a:pt x="8537" y="6906"/>
                  </a:lnTo>
                  <a:lnTo>
                    <a:pt x="11383" y="4144"/>
                  </a:lnTo>
                  <a:close/>
                  <a:moveTo>
                    <a:pt x="12562" y="7728"/>
                  </a:moveTo>
                  <a:lnTo>
                    <a:pt x="13776" y="9764"/>
                  </a:lnTo>
                  <a:lnTo>
                    <a:pt x="11312" y="10407"/>
                  </a:lnTo>
                  <a:lnTo>
                    <a:pt x="8537" y="7728"/>
                  </a:lnTo>
                  <a:close/>
                  <a:moveTo>
                    <a:pt x="6513" y="7716"/>
                  </a:moveTo>
                  <a:lnTo>
                    <a:pt x="3680" y="10478"/>
                  </a:lnTo>
                  <a:lnTo>
                    <a:pt x="1334" y="9871"/>
                  </a:lnTo>
                  <a:lnTo>
                    <a:pt x="2608" y="7716"/>
                  </a:lnTo>
                  <a:close/>
                  <a:moveTo>
                    <a:pt x="7942" y="8299"/>
                  </a:moveTo>
                  <a:lnTo>
                    <a:pt x="10788" y="11050"/>
                  </a:lnTo>
                  <a:lnTo>
                    <a:pt x="10169" y="13324"/>
                  </a:lnTo>
                  <a:lnTo>
                    <a:pt x="7942" y="12085"/>
                  </a:lnTo>
                  <a:lnTo>
                    <a:pt x="7942" y="8299"/>
                  </a:lnTo>
                  <a:close/>
                  <a:moveTo>
                    <a:pt x="7133" y="8311"/>
                  </a:moveTo>
                  <a:lnTo>
                    <a:pt x="7133" y="12193"/>
                  </a:lnTo>
                  <a:lnTo>
                    <a:pt x="7109" y="12193"/>
                  </a:lnTo>
                  <a:lnTo>
                    <a:pt x="5013" y="13383"/>
                  </a:lnTo>
                  <a:lnTo>
                    <a:pt x="4358" y="10990"/>
                  </a:lnTo>
                  <a:lnTo>
                    <a:pt x="7133" y="8311"/>
                  </a:lnTo>
                  <a:close/>
                  <a:moveTo>
                    <a:pt x="10585" y="1"/>
                  </a:moveTo>
                  <a:lnTo>
                    <a:pt x="9823" y="417"/>
                  </a:lnTo>
                  <a:lnTo>
                    <a:pt x="7430" y="1763"/>
                  </a:lnTo>
                  <a:lnTo>
                    <a:pt x="5120" y="465"/>
                  </a:lnTo>
                  <a:lnTo>
                    <a:pt x="4358" y="48"/>
                  </a:lnTo>
                  <a:lnTo>
                    <a:pt x="4132" y="870"/>
                  </a:lnTo>
                  <a:lnTo>
                    <a:pt x="3418" y="3453"/>
                  </a:lnTo>
                  <a:lnTo>
                    <a:pt x="846" y="4132"/>
                  </a:lnTo>
                  <a:lnTo>
                    <a:pt x="1" y="4346"/>
                  </a:lnTo>
                  <a:lnTo>
                    <a:pt x="429" y="5085"/>
                  </a:lnTo>
                  <a:lnTo>
                    <a:pt x="1810" y="7406"/>
                  </a:lnTo>
                  <a:lnTo>
                    <a:pt x="477" y="9645"/>
                  </a:lnTo>
                  <a:lnTo>
                    <a:pt x="36" y="10383"/>
                  </a:lnTo>
                  <a:lnTo>
                    <a:pt x="894" y="10597"/>
                  </a:lnTo>
                  <a:lnTo>
                    <a:pt x="3561" y="11300"/>
                  </a:lnTo>
                  <a:lnTo>
                    <a:pt x="4239" y="13800"/>
                  </a:lnTo>
                  <a:lnTo>
                    <a:pt x="4466" y="14621"/>
                  </a:lnTo>
                  <a:lnTo>
                    <a:pt x="5228" y="14205"/>
                  </a:lnTo>
                  <a:lnTo>
                    <a:pt x="7621" y="12859"/>
                  </a:lnTo>
                  <a:lnTo>
                    <a:pt x="9930" y="14157"/>
                  </a:lnTo>
                  <a:lnTo>
                    <a:pt x="10681" y="14574"/>
                  </a:lnTo>
                  <a:lnTo>
                    <a:pt x="10907" y="13752"/>
                  </a:lnTo>
                  <a:lnTo>
                    <a:pt x="11621" y="11169"/>
                  </a:lnTo>
                  <a:lnTo>
                    <a:pt x="14193" y="10502"/>
                  </a:lnTo>
                  <a:lnTo>
                    <a:pt x="15050" y="10276"/>
                  </a:lnTo>
                  <a:lnTo>
                    <a:pt x="14610" y="9549"/>
                  </a:lnTo>
                  <a:lnTo>
                    <a:pt x="13229" y="7228"/>
                  </a:lnTo>
                  <a:lnTo>
                    <a:pt x="14562" y="4977"/>
                  </a:lnTo>
                  <a:lnTo>
                    <a:pt x="15003" y="4251"/>
                  </a:lnTo>
                  <a:lnTo>
                    <a:pt x="14157" y="4025"/>
                  </a:lnTo>
                  <a:lnTo>
                    <a:pt x="11490" y="3322"/>
                  </a:lnTo>
                  <a:lnTo>
                    <a:pt x="10800" y="822"/>
                  </a:lnTo>
                  <a:lnTo>
                    <a:pt x="10585" y="1"/>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9"/>
            <p:cNvSpPr/>
            <p:nvPr/>
          </p:nvSpPr>
          <p:spPr>
            <a:xfrm>
              <a:off x="482535" y="3734204"/>
              <a:ext cx="478359" cy="464744"/>
            </a:xfrm>
            <a:custGeom>
              <a:avLst/>
              <a:gdLst/>
              <a:ahLst/>
              <a:cxnLst/>
              <a:rect l="l" t="t" r="r" b="b"/>
              <a:pathLst>
                <a:path w="15038" h="14610" extrusionOk="0">
                  <a:moveTo>
                    <a:pt x="4894" y="1274"/>
                  </a:moveTo>
                  <a:lnTo>
                    <a:pt x="7108" y="2512"/>
                  </a:lnTo>
                  <a:lnTo>
                    <a:pt x="7108" y="6311"/>
                  </a:lnTo>
                  <a:lnTo>
                    <a:pt x="4263" y="3560"/>
                  </a:lnTo>
                  <a:lnTo>
                    <a:pt x="4894" y="1274"/>
                  </a:lnTo>
                  <a:close/>
                  <a:moveTo>
                    <a:pt x="10037" y="1238"/>
                  </a:moveTo>
                  <a:lnTo>
                    <a:pt x="10692" y="3632"/>
                  </a:lnTo>
                  <a:lnTo>
                    <a:pt x="7930" y="6311"/>
                  </a:lnTo>
                  <a:lnTo>
                    <a:pt x="7930" y="2405"/>
                  </a:lnTo>
                  <a:lnTo>
                    <a:pt x="7942" y="2405"/>
                  </a:lnTo>
                  <a:lnTo>
                    <a:pt x="10037" y="1238"/>
                  </a:lnTo>
                  <a:close/>
                  <a:moveTo>
                    <a:pt x="3751" y="4215"/>
                  </a:moveTo>
                  <a:lnTo>
                    <a:pt x="6513" y="6894"/>
                  </a:lnTo>
                  <a:lnTo>
                    <a:pt x="2501" y="6894"/>
                  </a:lnTo>
                  <a:lnTo>
                    <a:pt x="1286" y="4846"/>
                  </a:lnTo>
                  <a:lnTo>
                    <a:pt x="3751" y="4215"/>
                  </a:lnTo>
                  <a:close/>
                  <a:moveTo>
                    <a:pt x="11383" y="4132"/>
                  </a:moveTo>
                  <a:lnTo>
                    <a:pt x="13716" y="4751"/>
                  </a:lnTo>
                  <a:lnTo>
                    <a:pt x="12442" y="6894"/>
                  </a:lnTo>
                  <a:lnTo>
                    <a:pt x="8525" y="6894"/>
                  </a:lnTo>
                  <a:lnTo>
                    <a:pt x="11383" y="4132"/>
                  </a:lnTo>
                  <a:close/>
                  <a:moveTo>
                    <a:pt x="12561" y="7704"/>
                  </a:moveTo>
                  <a:lnTo>
                    <a:pt x="13776" y="9751"/>
                  </a:lnTo>
                  <a:lnTo>
                    <a:pt x="11311" y="10382"/>
                  </a:lnTo>
                  <a:lnTo>
                    <a:pt x="8537" y="7704"/>
                  </a:lnTo>
                  <a:close/>
                  <a:moveTo>
                    <a:pt x="6513" y="7704"/>
                  </a:moveTo>
                  <a:lnTo>
                    <a:pt x="3655" y="10466"/>
                  </a:lnTo>
                  <a:lnTo>
                    <a:pt x="1322" y="9847"/>
                  </a:lnTo>
                  <a:lnTo>
                    <a:pt x="2596" y="7704"/>
                  </a:lnTo>
                  <a:close/>
                  <a:moveTo>
                    <a:pt x="7942" y="8287"/>
                  </a:moveTo>
                  <a:lnTo>
                    <a:pt x="10787" y="11037"/>
                  </a:lnTo>
                  <a:lnTo>
                    <a:pt x="10156" y="13323"/>
                  </a:lnTo>
                  <a:lnTo>
                    <a:pt x="7942" y="12085"/>
                  </a:lnTo>
                  <a:lnTo>
                    <a:pt x="7942" y="8287"/>
                  </a:lnTo>
                  <a:close/>
                  <a:moveTo>
                    <a:pt x="7120" y="8287"/>
                  </a:moveTo>
                  <a:lnTo>
                    <a:pt x="7120" y="12192"/>
                  </a:lnTo>
                  <a:lnTo>
                    <a:pt x="7108" y="12192"/>
                  </a:lnTo>
                  <a:lnTo>
                    <a:pt x="5013" y="13359"/>
                  </a:lnTo>
                  <a:lnTo>
                    <a:pt x="4358" y="10966"/>
                  </a:lnTo>
                  <a:lnTo>
                    <a:pt x="7120" y="8287"/>
                  </a:lnTo>
                  <a:close/>
                  <a:moveTo>
                    <a:pt x="10573" y="0"/>
                  </a:moveTo>
                  <a:lnTo>
                    <a:pt x="9811" y="417"/>
                  </a:lnTo>
                  <a:lnTo>
                    <a:pt x="7418" y="1750"/>
                  </a:lnTo>
                  <a:lnTo>
                    <a:pt x="5120" y="465"/>
                  </a:lnTo>
                  <a:lnTo>
                    <a:pt x="4358" y="48"/>
                  </a:lnTo>
                  <a:lnTo>
                    <a:pt x="4132" y="857"/>
                  </a:lnTo>
                  <a:lnTo>
                    <a:pt x="3417" y="3453"/>
                  </a:lnTo>
                  <a:lnTo>
                    <a:pt x="846" y="4120"/>
                  </a:lnTo>
                  <a:lnTo>
                    <a:pt x="0" y="4346"/>
                  </a:lnTo>
                  <a:lnTo>
                    <a:pt x="429" y="5072"/>
                  </a:lnTo>
                  <a:lnTo>
                    <a:pt x="1810" y="7394"/>
                  </a:lnTo>
                  <a:lnTo>
                    <a:pt x="476" y="9644"/>
                  </a:lnTo>
                  <a:lnTo>
                    <a:pt x="36" y="10371"/>
                  </a:lnTo>
                  <a:lnTo>
                    <a:pt x="893" y="10597"/>
                  </a:lnTo>
                  <a:lnTo>
                    <a:pt x="3548" y="11299"/>
                  </a:lnTo>
                  <a:lnTo>
                    <a:pt x="4239" y="13800"/>
                  </a:lnTo>
                  <a:lnTo>
                    <a:pt x="4453" y="14609"/>
                  </a:lnTo>
                  <a:lnTo>
                    <a:pt x="5215" y="14192"/>
                  </a:lnTo>
                  <a:lnTo>
                    <a:pt x="7608" y="12859"/>
                  </a:lnTo>
                  <a:lnTo>
                    <a:pt x="9918" y="14157"/>
                  </a:lnTo>
                  <a:lnTo>
                    <a:pt x="10680" y="14573"/>
                  </a:lnTo>
                  <a:lnTo>
                    <a:pt x="10906" y="13752"/>
                  </a:lnTo>
                  <a:lnTo>
                    <a:pt x="11621" y="11156"/>
                  </a:lnTo>
                  <a:lnTo>
                    <a:pt x="14192" y="10490"/>
                  </a:lnTo>
                  <a:lnTo>
                    <a:pt x="15038" y="10263"/>
                  </a:lnTo>
                  <a:lnTo>
                    <a:pt x="14609" y="9537"/>
                  </a:lnTo>
                  <a:lnTo>
                    <a:pt x="13228" y="7215"/>
                  </a:lnTo>
                  <a:lnTo>
                    <a:pt x="14562" y="4965"/>
                  </a:lnTo>
                  <a:lnTo>
                    <a:pt x="14990" y="4239"/>
                  </a:lnTo>
                  <a:lnTo>
                    <a:pt x="14145" y="4013"/>
                  </a:lnTo>
                  <a:lnTo>
                    <a:pt x="11478" y="3322"/>
                  </a:lnTo>
                  <a:lnTo>
                    <a:pt x="10799" y="822"/>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9"/>
            <p:cNvSpPr/>
            <p:nvPr/>
          </p:nvSpPr>
          <p:spPr>
            <a:xfrm>
              <a:off x="482535" y="4198916"/>
              <a:ext cx="478359" cy="465094"/>
            </a:xfrm>
            <a:custGeom>
              <a:avLst/>
              <a:gdLst/>
              <a:ahLst/>
              <a:cxnLst/>
              <a:rect l="l" t="t" r="r" b="b"/>
              <a:pathLst>
                <a:path w="15038" h="14621" extrusionOk="0">
                  <a:moveTo>
                    <a:pt x="4894" y="1286"/>
                  </a:moveTo>
                  <a:lnTo>
                    <a:pt x="7108" y="2512"/>
                  </a:lnTo>
                  <a:lnTo>
                    <a:pt x="7108" y="6310"/>
                  </a:lnTo>
                  <a:lnTo>
                    <a:pt x="4263" y="3560"/>
                  </a:lnTo>
                  <a:lnTo>
                    <a:pt x="4894" y="1286"/>
                  </a:lnTo>
                  <a:close/>
                  <a:moveTo>
                    <a:pt x="10037" y="1238"/>
                  </a:moveTo>
                  <a:lnTo>
                    <a:pt x="10692" y="3632"/>
                  </a:lnTo>
                  <a:lnTo>
                    <a:pt x="7930" y="6310"/>
                  </a:lnTo>
                  <a:lnTo>
                    <a:pt x="7930" y="2417"/>
                  </a:lnTo>
                  <a:lnTo>
                    <a:pt x="7942" y="2417"/>
                  </a:lnTo>
                  <a:lnTo>
                    <a:pt x="10037" y="1238"/>
                  </a:lnTo>
                  <a:close/>
                  <a:moveTo>
                    <a:pt x="11383" y="4132"/>
                  </a:moveTo>
                  <a:lnTo>
                    <a:pt x="13716" y="4739"/>
                  </a:lnTo>
                  <a:lnTo>
                    <a:pt x="12442" y="6882"/>
                  </a:lnTo>
                  <a:lnTo>
                    <a:pt x="8525" y="6882"/>
                  </a:lnTo>
                  <a:lnTo>
                    <a:pt x="11383" y="4132"/>
                  </a:lnTo>
                  <a:close/>
                  <a:moveTo>
                    <a:pt x="3751" y="4215"/>
                  </a:moveTo>
                  <a:lnTo>
                    <a:pt x="6513" y="6894"/>
                  </a:lnTo>
                  <a:lnTo>
                    <a:pt x="2501" y="6894"/>
                  </a:lnTo>
                  <a:lnTo>
                    <a:pt x="1274" y="4858"/>
                  </a:lnTo>
                  <a:lnTo>
                    <a:pt x="3751" y="4215"/>
                  </a:lnTo>
                  <a:close/>
                  <a:moveTo>
                    <a:pt x="12561" y="7715"/>
                  </a:moveTo>
                  <a:lnTo>
                    <a:pt x="13776" y="9751"/>
                  </a:lnTo>
                  <a:lnTo>
                    <a:pt x="11311" y="10394"/>
                  </a:lnTo>
                  <a:lnTo>
                    <a:pt x="8537" y="7715"/>
                  </a:lnTo>
                  <a:close/>
                  <a:moveTo>
                    <a:pt x="6513" y="7715"/>
                  </a:moveTo>
                  <a:lnTo>
                    <a:pt x="3667" y="10466"/>
                  </a:lnTo>
                  <a:lnTo>
                    <a:pt x="1334" y="9859"/>
                  </a:lnTo>
                  <a:lnTo>
                    <a:pt x="2620" y="7715"/>
                  </a:lnTo>
                  <a:close/>
                  <a:moveTo>
                    <a:pt x="7942" y="8299"/>
                  </a:moveTo>
                  <a:lnTo>
                    <a:pt x="10787" y="11049"/>
                  </a:lnTo>
                  <a:lnTo>
                    <a:pt x="10156" y="13323"/>
                  </a:lnTo>
                  <a:lnTo>
                    <a:pt x="7942" y="12085"/>
                  </a:lnTo>
                  <a:lnTo>
                    <a:pt x="7942" y="8299"/>
                  </a:lnTo>
                  <a:close/>
                  <a:moveTo>
                    <a:pt x="7120" y="8299"/>
                  </a:moveTo>
                  <a:lnTo>
                    <a:pt x="7120" y="12192"/>
                  </a:lnTo>
                  <a:lnTo>
                    <a:pt x="7108" y="12192"/>
                  </a:lnTo>
                  <a:lnTo>
                    <a:pt x="5013" y="13371"/>
                  </a:lnTo>
                  <a:lnTo>
                    <a:pt x="4358" y="10978"/>
                  </a:lnTo>
                  <a:lnTo>
                    <a:pt x="7120" y="8299"/>
                  </a:lnTo>
                  <a:close/>
                  <a:moveTo>
                    <a:pt x="10573" y="0"/>
                  </a:moveTo>
                  <a:lnTo>
                    <a:pt x="9811" y="417"/>
                  </a:lnTo>
                  <a:lnTo>
                    <a:pt x="7418" y="1762"/>
                  </a:lnTo>
                  <a:lnTo>
                    <a:pt x="5120" y="465"/>
                  </a:lnTo>
                  <a:lnTo>
                    <a:pt x="4358" y="48"/>
                  </a:lnTo>
                  <a:lnTo>
                    <a:pt x="4132" y="869"/>
                  </a:lnTo>
                  <a:lnTo>
                    <a:pt x="3417" y="3453"/>
                  </a:lnTo>
                  <a:lnTo>
                    <a:pt x="846" y="4132"/>
                  </a:lnTo>
                  <a:lnTo>
                    <a:pt x="0" y="4346"/>
                  </a:lnTo>
                  <a:lnTo>
                    <a:pt x="429" y="5084"/>
                  </a:lnTo>
                  <a:lnTo>
                    <a:pt x="1810" y="7406"/>
                  </a:lnTo>
                  <a:lnTo>
                    <a:pt x="476" y="9644"/>
                  </a:lnTo>
                  <a:lnTo>
                    <a:pt x="36" y="10382"/>
                  </a:lnTo>
                  <a:lnTo>
                    <a:pt x="893" y="10597"/>
                  </a:lnTo>
                  <a:lnTo>
                    <a:pt x="3548" y="11299"/>
                  </a:lnTo>
                  <a:lnTo>
                    <a:pt x="4239" y="13799"/>
                  </a:lnTo>
                  <a:lnTo>
                    <a:pt x="4453" y="14621"/>
                  </a:lnTo>
                  <a:lnTo>
                    <a:pt x="5215" y="14204"/>
                  </a:lnTo>
                  <a:lnTo>
                    <a:pt x="7608" y="12859"/>
                  </a:lnTo>
                  <a:lnTo>
                    <a:pt x="9918" y="14157"/>
                  </a:lnTo>
                  <a:lnTo>
                    <a:pt x="10680" y="14573"/>
                  </a:lnTo>
                  <a:lnTo>
                    <a:pt x="10906" y="13752"/>
                  </a:lnTo>
                  <a:lnTo>
                    <a:pt x="11621" y="11168"/>
                  </a:lnTo>
                  <a:lnTo>
                    <a:pt x="14192" y="10501"/>
                  </a:lnTo>
                  <a:lnTo>
                    <a:pt x="15038" y="10275"/>
                  </a:lnTo>
                  <a:lnTo>
                    <a:pt x="14609" y="9549"/>
                  </a:lnTo>
                  <a:lnTo>
                    <a:pt x="13228" y="7227"/>
                  </a:lnTo>
                  <a:lnTo>
                    <a:pt x="14562" y="4977"/>
                  </a:lnTo>
                  <a:lnTo>
                    <a:pt x="14990" y="4251"/>
                  </a:lnTo>
                  <a:lnTo>
                    <a:pt x="14145" y="4024"/>
                  </a:lnTo>
                  <a:lnTo>
                    <a:pt x="11478" y="3322"/>
                  </a:lnTo>
                  <a:lnTo>
                    <a:pt x="10799" y="822"/>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9"/>
            <p:cNvSpPr/>
            <p:nvPr/>
          </p:nvSpPr>
          <p:spPr>
            <a:xfrm>
              <a:off x="482535" y="4663629"/>
              <a:ext cx="478359" cy="464744"/>
            </a:xfrm>
            <a:custGeom>
              <a:avLst/>
              <a:gdLst/>
              <a:ahLst/>
              <a:cxnLst/>
              <a:rect l="l" t="t" r="r" b="b"/>
              <a:pathLst>
                <a:path w="15038" h="14610" extrusionOk="0">
                  <a:moveTo>
                    <a:pt x="4894" y="1286"/>
                  </a:moveTo>
                  <a:lnTo>
                    <a:pt x="7108" y="2524"/>
                  </a:lnTo>
                  <a:lnTo>
                    <a:pt x="7108" y="6322"/>
                  </a:lnTo>
                  <a:lnTo>
                    <a:pt x="4263" y="3572"/>
                  </a:lnTo>
                  <a:lnTo>
                    <a:pt x="4894" y="1286"/>
                  </a:lnTo>
                  <a:close/>
                  <a:moveTo>
                    <a:pt x="10037" y="1250"/>
                  </a:moveTo>
                  <a:lnTo>
                    <a:pt x="10692" y="3643"/>
                  </a:lnTo>
                  <a:lnTo>
                    <a:pt x="7930" y="6322"/>
                  </a:lnTo>
                  <a:lnTo>
                    <a:pt x="7930" y="2417"/>
                  </a:lnTo>
                  <a:lnTo>
                    <a:pt x="7942" y="2417"/>
                  </a:lnTo>
                  <a:lnTo>
                    <a:pt x="10037" y="1250"/>
                  </a:lnTo>
                  <a:close/>
                  <a:moveTo>
                    <a:pt x="3751" y="4203"/>
                  </a:moveTo>
                  <a:lnTo>
                    <a:pt x="6513" y="6882"/>
                  </a:lnTo>
                  <a:lnTo>
                    <a:pt x="2501" y="6882"/>
                  </a:lnTo>
                  <a:lnTo>
                    <a:pt x="1274" y="4846"/>
                  </a:lnTo>
                  <a:lnTo>
                    <a:pt x="3751" y="4203"/>
                  </a:lnTo>
                  <a:close/>
                  <a:moveTo>
                    <a:pt x="11383" y="4132"/>
                  </a:moveTo>
                  <a:lnTo>
                    <a:pt x="13716" y="4739"/>
                  </a:lnTo>
                  <a:lnTo>
                    <a:pt x="12442" y="6882"/>
                  </a:lnTo>
                  <a:lnTo>
                    <a:pt x="8525" y="6882"/>
                  </a:lnTo>
                  <a:lnTo>
                    <a:pt x="11383" y="4132"/>
                  </a:lnTo>
                  <a:close/>
                  <a:moveTo>
                    <a:pt x="12561" y="7715"/>
                  </a:moveTo>
                  <a:lnTo>
                    <a:pt x="13776" y="9763"/>
                  </a:lnTo>
                  <a:lnTo>
                    <a:pt x="11311" y="10394"/>
                  </a:lnTo>
                  <a:lnTo>
                    <a:pt x="8537" y="7715"/>
                  </a:lnTo>
                  <a:close/>
                  <a:moveTo>
                    <a:pt x="6513" y="7715"/>
                  </a:moveTo>
                  <a:lnTo>
                    <a:pt x="3667" y="10478"/>
                  </a:lnTo>
                  <a:lnTo>
                    <a:pt x="1334" y="9858"/>
                  </a:lnTo>
                  <a:lnTo>
                    <a:pt x="2620" y="7715"/>
                  </a:lnTo>
                  <a:close/>
                  <a:moveTo>
                    <a:pt x="7942" y="8287"/>
                  </a:moveTo>
                  <a:lnTo>
                    <a:pt x="10787" y="11037"/>
                  </a:lnTo>
                  <a:lnTo>
                    <a:pt x="10156" y="13311"/>
                  </a:lnTo>
                  <a:lnTo>
                    <a:pt x="7942" y="12085"/>
                  </a:lnTo>
                  <a:lnTo>
                    <a:pt x="7942" y="8287"/>
                  </a:lnTo>
                  <a:close/>
                  <a:moveTo>
                    <a:pt x="7120" y="8299"/>
                  </a:moveTo>
                  <a:lnTo>
                    <a:pt x="7120" y="12204"/>
                  </a:lnTo>
                  <a:lnTo>
                    <a:pt x="7108" y="12204"/>
                  </a:lnTo>
                  <a:lnTo>
                    <a:pt x="5013" y="13371"/>
                  </a:lnTo>
                  <a:lnTo>
                    <a:pt x="4358" y="10978"/>
                  </a:lnTo>
                  <a:lnTo>
                    <a:pt x="7120" y="8299"/>
                  </a:lnTo>
                  <a:close/>
                  <a:moveTo>
                    <a:pt x="10573" y="0"/>
                  </a:moveTo>
                  <a:lnTo>
                    <a:pt x="9811" y="405"/>
                  </a:lnTo>
                  <a:lnTo>
                    <a:pt x="7418" y="1750"/>
                  </a:lnTo>
                  <a:lnTo>
                    <a:pt x="5120" y="453"/>
                  </a:lnTo>
                  <a:lnTo>
                    <a:pt x="4358" y="36"/>
                  </a:lnTo>
                  <a:lnTo>
                    <a:pt x="4132" y="857"/>
                  </a:lnTo>
                  <a:lnTo>
                    <a:pt x="3417" y="3441"/>
                  </a:lnTo>
                  <a:lnTo>
                    <a:pt x="846" y="4120"/>
                  </a:lnTo>
                  <a:lnTo>
                    <a:pt x="0" y="4334"/>
                  </a:lnTo>
                  <a:lnTo>
                    <a:pt x="429" y="5072"/>
                  </a:lnTo>
                  <a:lnTo>
                    <a:pt x="1810" y="7394"/>
                  </a:lnTo>
                  <a:lnTo>
                    <a:pt x="476" y="9632"/>
                  </a:lnTo>
                  <a:lnTo>
                    <a:pt x="36" y="10370"/>
                  </a:lnTo>
                  <a:lnTo>
                    <a:pt x="893" y="10597"/>
                  </a:lnTo>
                  <a:lnTo>
                    <a:pt x="3548" y="11287"/>
                  </a:lnTo>
                  <a:lnTo>
                    <a:pt x="4239" y="13788"/>
                  </a:lnTo>
                  <a:lnTo>
                    <a:pt x="4453" y="14609"/>
                  </a:lnTo>
                  <a:lnTo>
                    <a:pt x="5215" y="14192"/>
                  </a:lnTo>
                  <a:lnTo>
                    <a:pt x="7608" y="12859"/>
                  </a:lnTo>
                  <a:lnTo>
                    <a:pt x="9918" y="14145"/>
                  </a:lnTo>
                  <a:lnTo>
                    <a:pt x="10680" y="14561"/>
                  </a:lnTo>
                  <a:lnTo>
                    <a:pt x="10906" y="13752"/>
                  </a:lnTo>
                  <a:lnTo>
                    <a:pt x="11621" y="11156"/>
                  </a:lnTo>
                  <a:lnTo>
                    <a:pt x="14192" y="10489"/>
                  </a:lnTo>
                  <a:lnTo>
                    <a:pt x="15038" y="10263"/>
                  </a:lnTo>
                  <a:lnTo>
                    <a:pt x="14609" y="9537"/>
                  </a:lnTo>
                  <a:lnTo>
                    <a:pt x="13228" y="7215"/>
                  </a:lnTo>
                  <a:lnTo>
                    <a:pt x="14562" y="4965"/>
                  </a:lnTo>
                  <a:lnTo>
                    <a:pt x="14990" y="4239"/>
                  </a:lnTo>
                  <a:lnTo>
                    <a:pt x="14145" y="4012"/>
                  </a:lnTo>
                  <a:lnTo>
                    <a:pt x="11478" y="3310"/>
                  </a:lnTo>
                  <a:lnTo>
                    <a:pt x="10799" y="810"/>
                  </a:lnTo>
                  <a:lnTo>
                    <a:pt x="10573"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9"/>
            <p:cNvSpPr/>
            <p:nvPr/>
          </p:nvSpPr>
          <p:spPr>
            <a:xfrm>
              <a:off x="9" y="4663629"/>
              <a:ext cx="478772" cy="464744"/>
            </a:xfrm>
            <a:custGeom>
              <a:avLst/>
              <a:gdLst/>
              <a:ahLst/>
              <a:cxnLst/>
              <a:rect l="l" t="t" r="r" b="b"/>
              <a:pathLst>
                <a:path w="15051" h="14610" extrusionOk="0">
                  <a:moveTo>
                    <a:pt x="4894" y="1286"/>
                  </a:moveTo>
                  <a:lnTo>
                    <a:pt x="7109" y="2524"/>
                  </a:lnTo>
                  <a:lnTo>
                    <a:pt x="7109" y="6322"/>
                  </a:lnTo>
                  <a:lnTo>
                    <a:pt x="4275" y="3548"/>
                  </a:lnTo>
                  <a:lnTo>
                    <a:pt x="4894" y="1286"/>
                  </a:lnTo>
                  <a:close/>
                  <a:moveTo>
                    <a:pt x="10050" y="1250"/>
                  </a:moveTo>
                  <a:lnTo>
                    <a:pt x="10704" y="3643"/>
                  </a:lnTo>
                  <a:lnTo>
                    <a:pt x="7930" y="6322"/>
                  </a:lnTo>
                  <a:lnTo>
                    <a:pt x="7930" y="2417"/>
                  </a:lnTo>
                  <a:lnTo>
                    <a:pt x="7942" y="2417"/>
                  </a:lnTo>
                  <a:lnTo>
                    <a:pt x="10050" y="1250"/>
                  </a:lnTo>
                  <a:close/>
                  <a:moveTo>
                    <a:pt x="3751" y="4203"/>
                  </a:moveTo>
                  <a:lnTo>
                    <a:pt x="6513" y="6882"/>
                  </a:lnTo>
                  <a:lnTo>
                    <a:pt x="2489" y="6882"/>
                  </a:lnTo>
                  <a:lnTo>
                    <a:pt x="1263" y="4846"/>
                  </a:lnTo>
                  <a:lnTo>
                    <a:pt x="3751" y="4203"/>
                  </a:lnTo>
                  <a:close/>
                  <a:moveTo>
                    <a:pt x="11383" y="4132"/>
                  </a:moveTo>
                  <a:lnTo>
                    <a:pt x="13717" y="4739"/>
                  </a:lnTo>
                  <a:lnTo>
                    <a:pt x="12443" y="6882"/>
                  </a:lnTo>
                  <a:lnTo>
                    <a:pt x="8537" y="6882"/>
                  </a:lnTo>
                  <a:lnTo>
                    <a:pt x="11383" y="4132"/>
                  </a:lnTo>
                  <a:close/>
                  <a:moveTo>
                    <a:pt x="12562" y="7715"/>
                  </a:moveTo>
                  <a:lnTo>
                    <a:pt x="13776" y="9763"/>
                  </a:lnTo>
                  <a:lnTo>
                    <a:pt x="11312" y="10394"/>
                  </a:lnTo>
                  <a:lnTo>
                    <a:pt x="8537" y="7715"/>
                  </a:lnTo>
                  <a:close/>
                  <a:moveTo>
                    <a:pt x="6513" y="7715"/>
                  </a:moveTo>
                  <a:lnTo>
                    <a:pt x="3680" y="10478"/>
                  </a:lnTo>
                  <a:lnTo>
                    <a:pt x="1322" y="9858"/>
                  </a:lnTo>
                  <a:lnTo>
                    <a:pt x="2608" y="7715"/>
                  </a:lnTo>
                  <a:close/>
                  <a:moveTo>
                    <a:pt x="7942" y="8287"/>
                  </a:moveTo>
                  <a:lnTo>
                    <a:pt x="10788" y="11037"/>
                  </a:lnTo>
                  <a:lnTo>
                    <a:pt x="10169" y="13311"/>
                  </a:lnTo>
                  <a:lnTo>
                    <a:pt x="7942" y="12085"/>
                  </a:lnTo>
                  <a:lnTo>
                    <a:pt x="7942" y="8287"/>
                  </a:lnTo>
                  <a:close/>
                  <a:moveTo>
                    <a:pt x="7133" y="8299"/>
                  </a:moveTo>
                  <a:lnTo>
                    <a:pt x="7133" y="12204"/>
                  </a:lnTo>
                  <a:lnTo>
                    <a:pt x="7109" y="12204"/>
                  </a:lnTo>
                  <a:lnTo>
                    <a:pt x="5013" y="13371"/>
                  </a:lnTo>
                  <a:lnTo>
                    <a:pt x="4358" y="10978"/>
                  </a:lnTo>
                  <a:lnTo>
                    <a:pt x="7133" y="8299"/>
                  </a:lnTo>
                  <a:close/>
                  <a:moveTo>
                    <a:pt x="10585" y="0"/>
                  </a:moveTo>
                  <a:lnTo>
                    <a:pt x="9823" y="405"/>
                  </a:lnTo>
                  <a:lnTo>
                    <a:pt x="7430" y="1750"/>
                  </a:lnTo>
                  <a:lnTo>
                    <a:pt x="5120" y="476"/>
                  </a:lnTo>
                  <a:lnTo>
                    <a:pt x="4358" y="60"/>
                  </a:lnTo>
                  <a:lnTo>
                    <a:pt x="4132" y="869"/>
                  </a:lnTo>
                  <a:lnTo>
                    <a:pt x="3418" y="3465"/>
                  </a:lnTo>
                  <a:lnTo>
                    <a:pt x="846" y="4120"/>
                  </a:lnTo>
                  <a:lnTo>
                    <a:pt x="1" y="4346"/>
                  </a:lnTo>
                  <a:lnTo>
                    <a:pt x="429" y="5072"/>
                  </a:lnTo>
                  <a:lnTo>
                    <a:pt x="1810" y="7394"/>
                  </a:lnTo>
                  <a:lnTo>
                    <a:pt x="477" y="9632"/>
                  </a:lnTo>
                  <a:lnTo>
                    <a:pt x="36" y="10370"/>
                  </a:lnTo>
                  <a:lnTo>
                    <a:pt x="894" y="10597"/>
                  </a:lnTo>
                  <a:lnTo>
                    <a:pt x="3561" y="11287"/>
                  </a:lnTo>
                  <a:lnTo>
                    <a:pt x="4239" y="13788"/>
                  </a:lnTo>
                  <a:lnTo>
                    <a:pt x="4466" y="14609"/>
                  </a:lnTo>
                  <a:lnTo>
                    <a:pt x="5228" y="14192"/>
                  </a:lnTo>
                  <a:lnTo>
                    <a:pt x="7621" y="12859"/>
                  </a:lnTo>
                  <a:lnTo>
                    <a:pt x="9930" y="14145"/>
                  </a:lnTo>
                  <a:lnTo>
                    <a:pt x="10681" y="14561"/>
                  </a:lnTo>
                  <a:lnTo>
                    <a:pt x="10907" y="13752"/>
                  </a:lnTo>
                  <a:lnTo>
                    <a:pt x="11621" y="11156"/>
                  </a:lnTo>
                  <a:lnTo>
                    <a:pt x="14193" y="10489"/>
                  </a:lnTo>
                  <a:lnTo>
                    <a:pt x="15050" y="10263"/>
                  </a:lnTo>
                  <a:lnTo>
                    <a:pt x="14610" y="9537"/>
                  </a:lnTo>
                  <a:lnTo>
                    <a:pt x="13229" y="7215"/>
                  </a:lnTo>
                  <a:lnTo>
                    <a:pt x="14562" y="4965"/>
                  </a:lnTo>
                  <a:lnTo>
                    <a:pt x="15003" y="4239"/>
                  </a:lnTo>
                  <a:lnTo>
                    <a:pt x="14157" y="4012"/>
                  </a:lnTo>
                  <a:lnTo>
                    <a:pt x="11490" y="3310"/>
                  </a:lnTo>
                  <a:lnTo>
                    <a:pt x="10800" y="810"/>
                  </a:lnTo>
                  <a:lnTo>
                    <a:pt x="10585" y="0"/>
                  </a:lnTo>
                  <a:close/>
                </a:path>
              </a:pathLst>
            </a:custGeom>
            <a:solidFill>
              <a:srgbClr val="FEEA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9"/>
            <p:cNvSpPr/>
            <p:nvPr/>
          </p:nvSpPr>
          <p:spPr>
            <a:xfrm>
              <a:off x="1074200" y="284620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6" name="Google Shape;396;p9"/>
          <p:cNvSpPr txBox="1">
            <a:spLocks noGrp="1"/>
          </p:cNvSpPr>
          <p:nvPr>
            <p:ph type="title"/>
          </p:nvPr>
        </p:nvSpPr>
        <p:spPr>
          <a:xfrm>
            <a:off x="4985225" y="1632075"/>
            <a:ext cx="2688300" cy="621900"/>
          </a:xfrm>
          <a:prstGeom prst="rect">
            <a:avLst/>
          </a:prstGeom>
        </p:spPr>
        <p:txBody>
          <a:bodyPr spcFirstLastPara="1" wrap="square" lIns="91425" tIns="91425" rIns="91425" bIns="91425" anchor="b" anchorCtr="0">
            <a:noAutofit/>
          </a:bodyPr>
          <a:lstStyle>
            <a:lvl1pPr lvl="0" algn="l" rtl="0">
              <a:spcBef>
                <a:spcPts val="0"/>
              </a:spcBef>
              <a:spcAft>
                <a:spcPts val="0"/>
              </a:spcAft>
              <a:buSzPts val="3000"/>
              <a:buNone/>
              <a:defRPr sz="30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97" name="Google Shape;397;p9"/>
          <p:cNvSpPr txBox="1">
            <a:spLocks noGrp="1"/>
          </p:cNvSpPr>
          <p:nvPr>
            <p:ph type="subTitle" idx="1"/>
          </p:nvPr>
        </p:nvSpPr>
        <p:spPr>
          <a:xfrm>
            <a:off x="4985225" y="2258000"/>
            <a:ext cx="2688300" cy="1481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2A2E21"/>
              </a:buClr>
              <a:buSzPts val="1600"/>
              <a:buNone/>
              <a:defRPr sz="1600">
                <a:solidFill>
                  <a:srgbClr val="2A2E21"/>
                </a:solidFill>
              </a:defRPr>
            </a:lvl1pPr>
            <a:lvl2pPr lvl="1" rtl="0">
              <a:lnSpc>
                <a:spcPct val="100000"/>
              </a:lnSpc>
              <a:spcBef>
                <a:spcPts val="0"/>
              </a:spcBef>
              <a:spcAft>
                <a:spcPts val="0"/>
              </a:spcAft>
              <a:buClr>
                <a:srgbClr val="2A2E21"/>
              </a:buClr>
              <a:buSzPts val="1200"/>
              <a:buNone/>
              <a:defRPr sz="1200">
                <a:solidFill>
                  <a:srgbClr val="2A2E21"/>
                </a:solidFill>
              </a:defRPr>
            </a:lvl2pPr>
            <a:lvl3pPr lvl="2" rtl="0">
              <a:lnSpc>
                <a:spcPct val="100000"/>
              </a:lnSpc>
              <a:spcBef>
                <a:spcPts val="0"/>
              </a:spcBef>
              <a:spcAft>
                <a:spcPts val="0"/>
              </a:spcAft>
              <a:buClr>
                <a:srgbClr val="2A2E21"/>
              </a:buClr>
              <a:buSzPts val="1200"/>
              <a:buNone/>
              <a:defRPr sz="1200">
                <a:solidFill>
                  <a:srgbClr val="2A2E21"/>
                </a:solidFill>
              </a:defRPr>
            </a:lvl3pPr>
            <a:lvl4pPr lvl="3" rtl="0">
              <a:lnSpc>
                <a:spcPct val="100000"/>
              </a:lnSpc>
              <a:spcBef>
                <a:spcPts val="0"/>
              </a:spcBef>
              <a:spcAft>
                <a:spcPts val="0"/>
              </a:spcAft>
              <a:buClr>
                <a:srgbClr val="2A2E21"/>
              </a:buClr>
              <a:buSzPts val="1200"/>
              <a:buNone/>
              <a:defRPr sz="1200">
                <a:solidFill>
                  <a:srgbClr val="2A2E21"/>
                </a:solidFill>
              </a:defRPr>
            </a:lvl4pPr>
            <a:lvl5pPr lvl="4" rtl="0">
              <a:lnSpc>
                <a:spcPct val="100000"/>
              </a:lnSpc>
              <a:spcBef>
                <a:spcPts val="0"/>
              </a:spcBef>
              <a:spcAft>
                <a:spcPts val="0"/>
              </a:spcAft>
              <a:buClr>
                <a:srgbClr val="2A2E21"/>
              </a:buClr>
              <a:buSzPts val="1200"/>
              <a:buNone/>
              <a:defRPr sz="1200">
                <a:solidFill>
                  <a:srgbClr val="2A2E21"/>
                </a:solidFill>
              </a:defRPr>
            </a:lvl5pPr>
            <a:lvl6pPr lvl="5" rtl="0">
              <a:lnSpc>
                <a:spcPct val="100000"/>
              </a:lnSpc>
              <a:spcBef>
                <a:spcPts val="0"/>
              </a:spcBef>
              <a:spcAft>
                <a:spcPts val="0"/>
              </a:spcAft>
              <a:buClr>
                <a:srgbClr val="2A2E21"/>
              </a:buClr>
              <a:buSzPts val="1200"/>
              <a:buNone/>
              <a:defRPr sz="1200">
                <a:solidFill>
                  <a:srgbClr val="2A2E21"/>
                </a:solidFill>
              </a:defRPr>
            </a:lvl6pPr>
            <a:lvl7pPr lvl="6" rtl="0">
              <a:lnSpc>
                <a:spcPct val="100000"/>
              </a:lnSpc>
              <a:spcBef>
                <a:spcPts val="0"/>
              </a:spcBef>
              <a:spcAft>
                <a:spcPts val="0"/>
              </a:spcAft>
              <a:buClr>
                <a:srgbClr val="2A2E21"/>
              </a:buClr>
              <a:buSzPts val="1200"/>
              <a:buNone/>
              <a:defRPr sz="1200">
                <a:solidFill>
                  <a:srgbClr val="2A2E21"/>
                </a:solidFill>
              </a:defRPr>
            </a:lvl7pPr>
            <a:lvl8pPr lvl="7" rtl="0">
              <a:lnSpc>
                <a:spcPct val="100000"/>
              </a:lnSpc>
              <a:spcBef>
                <a:spcPts val="0"/>
              </a:spcBef>
              <a:spcAft>
                <a:spcPts val="0"/>
              </a:spcAft>
              <a:buClr>
                <a:srgbClr val="2A2E21"/>
              </a:buClr>
              <a:buSzPts val="1200"/>
              <a:buNone/>
              <a:defRPr sz="1200">
                <a:solidFill>
                  <a:srgbClr val="2A2E21"/>
                </a:solidFill>
              </a:defRPr>
            </a:lvl8pPr>
            <a:lvl9pPr lvl="8" rtl="0">
              <a:lnSpc>
                <a:spcPct val="100000"/>
              </a:lnSpc>
              <a:spcBef>
                <a:spcPts val="0"/>
              </a:spcBef>
              <a:spcAft>
                <a:spcPts val="0"/>
              </a:spcAft>
              <a:buClr>
                <a:srgbClr val="2A2E21"/>
              </a:buClr>
              <a:buSzPts val="1200"/>
              <a:buNone/>
              <a:defRPr sz="1200">
                <a:solidFill>
                  <a:srgbClr val="2A2E21"/>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1">
  <p:cSld name="CUSTOM_9">
    <p:spTree>
      <p:nvGrpSpPr>
        <p:cNvPr id="1" name="Shape 849"/>
        <p:cNvGrpSpPr/>
        <p:nvPr/>
      </p:nvGrpSpPr>
      <p:grpSpPr>
        <a:xfrm>
          <a:off x="0" y="0"/>
          <a:ext cx="0" cy="0"/>
          <a:chOff x="0" y="0"/>
          <a:chExt cx="0" cy="0"/>
        </a:xfrm>
      </p:grpSpPr>
      <p:grpSp>
        <p:nvGrpSpPr>
          <p:cNvPr id="850" name="Google Shape;850;p16"/>
          <p:cNvGrpSpPr/>
          <p:nvPr/>
        </p:nvGrpSpPr>
        <p:grpSpPr>
          <a:xfrm>
            <a:off x="7853321" y="4242106"/>
            <a:ext cx="2565009" cy="1800573"/>
            <a:chOff x="1074165" y="1907849"/>
            <a:chExt cx="1594361" cy="931299"/>
          </a:xfrm>
        </p:grpSpPr>
        <p:sp>
          <p:nvSpPr>
            <p:cNvPr id="851" name="Google Shape;851;p16"/>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6"/>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3" name="Google Shape;853;p16"/>
          <p:cNvSpPr txBox="1">
            <a:spLocks noGrp="1"/>
          </p:cNvSpPr>
          <p:nvPr>
            <p:ph type="title"/>
          </p:nvPr>
        </p:nvSpPr>
        <p:spPr>
          <a:xfrm>
            <a:off x="5061425" y="360400"/>
            <a:ext cx="3384600" cy="572700"/>
          </a:xfrm>
          <a:prstGeom prst="rect">
            <a:avLst/>
          </a:prstGeom>
        </p:spPr>
        <p:txBody>
          <a:bodyPr spcFirstLastPara="1" wrap="square" lIns="91425" tIns="91425" rIns="91425" bIns="91425" anchor="t" anchorCtr="0">
            <a:noAutofit/>
          </a:bodyPr>
          <a:lstStyle>
            <a:lvl1pPr lvl="0" algn="l" rtl="0">
              <a:spcBef>
                <a:spcPts val="0"/>
              </a:spcBef>
              <a:spcAft>
                <a:spcPts val="0"/>
              </a:spcAft>
              <a:buSzPts val="2800"/>
              <a:buNone/>
              <a:defRPr sz="3000"/>
            </a:lvl1pPr>
            <a:lvl2pPr lvl="1" rtl="0">
              <a:spcBef>
                <a:spcPts val="0"/>
              </a:spcBef>
              <a:spcAft>
                <a:spcPts val="0"/>
              </a:spcAft>
              <a:buSzPts val="2800"/>
              <a:buNone/>
              <a:defRPr>
                <a:latin typeface="Kodchasan"/>
                <a:ea typeface="Kodchasan"/>
                <a:cs typeface="Kodchasan"/>
                <a:sym typeface="Kodchasan"/>
              </a:defRPr>
            </a:lvl2pPr>
            <a:lvl3pPr lvl="2" rtl="0">
              <a:spcBef>
                <a:spcPts val="0"/>
              </a:spcBef>
              <a:spcAft>
                <a:spcPts val="0"/>
              </a:spcAft>
              <a:buSzPts val="2800"/>
              <a:buNone/>
              <a:defRPr>
                <a:latin typeface="Kodchasan"/>
                <a:ea typeface="Kodchasan"/>
                <a:cs typeface="Kodchasan"/>
                <a:sym typeface="Kodchasan"/>
              </a:defRPr>
            </a:lvl3pPr>
            <a:lvl4pPr lvl="3" rtl="0">
              <a:spcBef>
                <a:spcPts val="0"/>
              </a:spcBef>
              <a:spcAft>
                <a:spcPts val="0"/>
              </a:spcAft>
              <a:buSzPts val="2800"/>
              <a:buNone/>
              <a:defRPr>
                <a:latin typeface="Kodchasan"/>
                <a:ea typeface="Kodchasan"/>
                <a:cs typeface="Kodchasan"/>
                <a:sym typeface="Kodchasan"/>
              </a:defRPr>
            </a:lvl4pPr>
            <a:lvl5pPr lvl="4" rtl="0">
              <a:spcBef>
                <a:spcPts val="0"/>
              </a:spcBef>
              <a:spcAft>
                <a:spcPts val="0"/>
              </a:spcAft>
              <a:buSzPts val="2800"/>
              <a:buNone/>
              <a:defRPr>
                <a:latin typeface="Kodchasan"/>
                <a:ea typeface="Kodchasan"/>
                <a:cs typeface="Kodchasan"/>
                <a:sym typeface="Kodchasan"/>
              </a:defRPr>
            </a:lvl5pPr>
            <a:lvl6pPr lvl="5" rtl="0">
              <a:spcBef>
                <a:spcPts val="0"/>
              </a:spcBef>
              <a:spcAft>
                <a:spcPts val="0"/>
              </a:spcAft>
              <a:buSzPts val="2800"/>
              <a:buNone/>
              <a:defRPr>
                <a:latin typeface="Kodchasan"/>
                <a:ea typeface="Kodchasan"/>
                <a:cs typeface="Kodchasan"/>
                <a:sym typeface="Kodchasan"/>
              </a:defRPr>
            </a:lvl6pPr>
            <a:lvl7pPr lvl="6" rtl="0">
              <a:spcBef>
                <a:spcPts val="0"/>
              </a:spcBef>
              <a:spcAft>
                <a:spcPts val="0"/>
              </a:spcAft>
              <a:buSzPts val="2800"/>
              <a:buNone/>
              <a:defRPr>
                <a:latin typeface="Kodchasan"/>
                <a:ea typeface="Kodchasan"/>
                <a:cs typeface="Kodchasan"/>
                <a:sym typeface="Kodchasan"/>
              </a:defRPr>
            </a:lvl7pPr>
            <a:lvl8pPr lvl="7" rtl="0">
              <a:spcBef>
                <a:spcPts val="0"/>
              </a:spcBef>
              <a:spcAft>
                <a:spcPts val="0"/>
              </a:spcAft>
              <a:buSzPts val="2800"/>
              <a:buNone/>
              <a:defRPr>
                <a:latin typeface="Kodchasan"/>
                <a:ea typeface="Kodchasan"/>
                <a:cs typeface="Kodchasan"/>
                <a:sym typeface="Kodchasan"/>
              </a:defRPr>
            </a:lvl8pPr>
            <a:lvl9pPr lvl="8" rtl="0">
              <a:spcBef>
                <a:spcPts val="0"/>
              </a:spcBef>
              <a:spcAft>
                <a:spcPts val="0"/>
              </a:spcAft>
              <a:buSzPts val="2800"/>
              <a:buNone/>
              <a:defRPr>
                <a:latin typeface="Kodchasan"/>
                <a:ea typeface="Kodchasan"/>
                <a:cs typeface="Kodchasan"/>
                <a:sym typeface="Kodchasan"/>
              </a:defRPr>
            </a:lvl9pPr>
          </a:lstStyle>
          <a:p>
            <a:endParaRPr/>
          </a:p>
        </p:txBody>
      </p:sp>
      <p:sp>
        <p:nvSpPr>
          <p:cNvPr id="854" name="Google Shape;854;p16"/>
          <p:cNvSpPr txBox="1">
            <a:spLocks noGrp="1"/>
          </p:cNvSpPr>
          <p:nvPr>
            <p:ph type="body" idx="1"/>
          </p:nvPr>
        </p:nvSpPr>
        <p:spPr>
          <a:xfrm>
            <a:off x="5061375" y="1707550"/>
            <a:ext cx="3077700" cy="25155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a:lvl1pPr>
            <a:lvl2pPr marL="914400" lvl="1" indent="-317500" rtl="0">
              <a:lnSpc>
                <a:spcPct val="100000"/>
              </a:lnSpc>
              <a:spcBef>
                <a:spcPts val="1000"/>
              </a:spcBef>
              <a:spcAft>
                <a:spcPts val="0"/>
              </a:spcAft>
              <a:buSzPts val="1400"/>
              <a:buChar char="○"/>
              <a:defRPr/>
            </a:lvl2pPr>
            <a:lvl3pPr marL="1371600" lvl="2" indent="-317500" rtl="0">
              <a:lnSpc>
                <a:spcPct val="100000"/>
              </a:lnSpc>
              <a:spcBef>
                <a:spcPts val="1000"/>
              </a:spcBef>
              <a:spcAft>
                <a:spcPts val="0"/>
              </a:spcAft>
              <a:buSzPts val="1400"/>
              <a:buChar char="■"/>
              <a:defRPr/>
            </a:lvl3pPr>
            <a:lvl4pPr marL="1828800" lvl="3" indent="-317500" rtl="0">
              <a:lnSpc>
                <a:spcPct val="100000"/>
              </a:lnSpc>
              <a:spcBef>
                <a:spcPts val="1000"/>
              </a:spcBef>
              <a:spcAft>
                <a:spcPts val="0"/>
              </a:spcAft>
              <a:buSzPts val="1400"/>
              <a:buChar char="●"/>
              <a:defRPr/>
            </a:lvl4pPr>
            <a:lvl5pPr marL="2286000" lvl="4" indent="-317500" rtl="0">
              <a:lnSpc>
                <a:spcPct val="100000"/>
              </a:lnSpc>
              <a:spcBef>
                <a:spcPts val="1000"/>
              </a:spcBef>
              <a:spcAft>
                <a:spcPts val="0"/>
              </a:spcAft>
              <a:buSzPts val="1400"/>
              <a:buChar char="○"/>
              <a:defRPr/>
            </a:lvl5pPr>
            <a:lvl6pPr marL="2743200" lvl="5" indent="-317500" rtl="0">
              <a:lnSpc>
                <a:spcPct val="100000"/>
              </a:lnSpc>
              <a:spcBef>
                <a:spcPts val="1000"/>
              </a:spcBef>
              <a:spcAft>
                <a:spcPts val="0"/>
              </a:spcAft>
              <a:buSzPts val="1400"/>
              <a:buChar char="■"/>
              <a:defRPr/>
            </a:lvl6pPr>
            <a:lvl7pPr marL="3200400" lvl="6" indent="-317500" rtl="0">
              <a:lnSpc>
                <a:spcPct val="100000"/>
              </a:lnSpc>
              <a:spcBef>
                <a:spcPts val="1000"/>
              </a:spcBef>
              <a:spcAft>
                <a:spcPts val="0"/>
              </a:spcAft>
              <a:buSzPts val="1400"/>
              <a:buChar char="●"/>
              <a:defRPr/>
            </a:lvl7pPr>
            <a:lvl8pPr marL="3657600" lvl="7" indent="-317500" rtl="0">
              <a:lnSpc>
                <a:spcPct val="100000"/>
              </a:lnSpc>
              <a:spcBef>
                <a:spcPts val="1000"/>
              </a:spcBef>
              <a:spcAft>
                <a:spcPts val="0"/>
              </a:spcAft>
              <a:buSzPts val="1400"/>
              <a:buChar char="○"/>
              <a:defRPr/>
            </a:lvl8pPr>
            <a:lvl9pPr marL="4114800" lvl="8" indent="-317500" rtl="0">
              <a:lnSpc>
                <a:spcPct val="100000"/>
              </a:lnSpc>
              <a:spcBef>
                <a:spcPts val="1000"/>
              </a:spcBef>
              <a:spcAft>
                <a:spcPts val="1000"/>
              </a:spcAft>
              <a:buSzPts val="14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0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6"/>
            </a:gs>
            <a:gs pos="100000">
              <a:srgbClr val="FEEADB"/>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1pPr>
            <a:lvl2pPr lvl="1">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2pPr>
            <a:lvl3pPr lvl="2">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3pPr>
            <a:lvl4pPr lvl="3">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4pPr>
            <a:lvl5pPr lvl="4">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5pPr>
            <a:lvl6pPr lvl="5">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6pPr>
            <a:lvl7pPr lvl="6">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7pPr>
            <a:lvl8pPr lvl="7">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8pPr>
            <a:lvl9pPr lvl="8">
              <a:spcBef>
                <a:spcPts val="0"/>
              </a:spcBef>
              <a:spcAft>
                <a:spcPts val="0"/>
              </a:spcAft>
              <a:buClr>
                <a:schemeClr val="dk1"/>
              </a:buClr>
              <a:buSzPts val="2800"/>
              <a:buFont typeface="Taviraj"/>
              <a:buNone/>
              <a:defRPr sz="2800">
                <a:solidFill>
                  <a:schemeClr val="dk1"/>
                </a:solidFill>
                <a:latin typeface="Taviraj"/>
                <a:ea typeface="Taviraj"/>
                <a:cs typeface="Taviraj"/>
                <a:sym typeface="Taviraj"/>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1pPr>
            <a:lvl2pPr marL="914400" lvl="1"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2pPr>
            <a:lvl3pPr marL="1371600" lvl="2"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3pPr>
            <a:lvl4pPr marL="1828800" lvl="3"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4pPr>
            <a:lvl5pPr marL="2286000" lvl="4"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5pPr>
            <a:lvl6pPr marL="2743200" lvl="5"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6pPr>
            <a:lvl7pPr marL="3200400" lvl="6"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7pPr>
            <a:lvl8pPr marL="3657600" lvl="7"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8pPr>
            <a:lvl9pPr marL="4114800" lvl="8" indent="-317500">
              <a:lnSpc>
                <a:spcPct val="100000"/>
              </a:lnSpc>
              <a:spcBef>
                <a:spcPts val="0"/>
              </a:spcBef>
              <a:spcAft>
                <a:spcPts val="0"/>
              </a:spcAft>
              <a:buClr>
                <a:schemeClr val="dk1"/>
              </a:buClr>
              <a:buSzPts val="1400"/>
              <a:buFont typeface="Sanchez"/>
              <a:buChar char="■"/>
              <a:defRPr>
                <a:solidFill>
                  <a:schemeClr val="dk1"/>
                </a:solidFill>
                <a:latin typeface="Sanchez"/>
                <a:ea typeface="Sanchez"/>
                <a:cs typeface="Sanchez"/>
                <a:sym typeface="Sanchez"/>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5" r:id="rId3"/>
    <p:sldLayoutId id="2147483658" r:id="rId4"/>
    <p:sldLayoutId id="214748366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027"/>
        <p:cNvGrpSpPr/>
        <p:nvPr/>
      </p:nvGrpSpPr>
      <p:grpSpPr>
        <a:xfrm>
          <a:off x="0" y="0"/>
          <a:ext cx="0" cy="0"/>
          <a:chOff x="0" y="0"/>
          <a:chExt cx="0" cy="0"/>
        </a:xfrm>
      </p:grpSpPr>
      <p:sp>
        <p:nvSpPr>
          <p:cNvPr id="1028" name="Google Shape;1028;p24"/>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029" name="Google Shape;1029;p24"/>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0"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sumbar.kemenag.go.id/v2/post/1952/pengertian-kedudukan-dan-fungsi-hadits.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hyperlink" Target="https://www.academia.edu/38078372/PEMBAGIAN_HADITS_DARI_SEGI_KUANTITAS_DAN_KUALITAS_SANAD" TargetMode="External"/><Relationship Id="rId4" Type="http://schemas.openxmlformats.org/officeDocument/2006/relationships/hyperlink" Target="https://umma.id/channel/answer/post/apa-itu-pengertian-perawi-hadist-758828"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grpSp>
        <p:nvGrpSpPr>
          <p:cNvPr id="1035" name="Google Shape;1035;p26"/>
          <p:cNvGrpSpPr/>
          <p:nvPr/>
        </p:nvGrpSpPr>
        <p:grpSpPr>
          <a:xfrm>
            <a:off x="997007" y="483524"/>
            <a:ext cx="7149986" cy="4176452"/>
            <a:chOff x="997007" y="483524"/>
            <a:chExt cx="7149986" cy="4176452"/>
          </a:xfrm>
        </p:grpSpPr>
        <p:sp>
          <p:nvSpPr>
            <p:cNvPr id="1036" name="Google Shape;1036;p26"/>
            <p:cNvSpPr/>
            <p:nvPr/>
          </p:nvSpPr>
          <p:spPr>
            <a:xfrm>
              <a:off x="1103283" y="541486"/>
              <a:ext cx="6937434" cy="4061206"/>
            </a:xfrm>
            <a:custGeom>
              <a:avLst/>
              <a:gdLst/>
              <a:ahLst/>
              <a:cxnLst/>
              <a:rect l="l" t="t" r="r" b="b"/>
              <a:pathLst>
                <a:path w="112575" h="65926" extrusionOk="0">
                  <a:moveTo>
                    <a:pt x="32743" y="1"/>
                  </a:moveTo>
                  <a:cubicBezTo>
                    <a:pt x="30219" y="1"/>
                    <a:pt x="28242" y="1025"/>
                    <a:pt x="26861" y="3073"/>
                  </a:cubicBezTo>
                  <a:cubicBezTo>
                    <a:pt x="25825" y="4621"/>
                    <a:pt x="25527" y="6204"/>
                    <a:pt x="25527" y="6216"/>
                  </a:cubicBezTo>
                  <a:lnTo>
                    <a:pt x="25480" y="6454"/>
                  </a:lnTo>
                  <a:lnTo>
                    <a:pt x="25230" y="6454"/>
                  </a:lnTo>
                  <a:cubicBezTo>
                    <a:pt x="19217" y="6454"/>
                    <a:pt x="19039" y="11229"/>
                    <a:pt x="19039" y="11788"/>
                  </a:cubicBezTo>
                  <a:lnTo>
                    <a:pt x="19039" y="11812"/>
                  </a:lnTo>
                  <a:lnTo>
                    <a:pt x="19050" y="12122"/>
                  </a:lnTo>
                  <a:lnTo>
                    <a:pt x="18741" y="12122"/>
                  </a:lnTo>
                  <a:cubicBezTo>
                    <a:pt x="15479" y="12122"/>
                    <a:pt x="13121" y="13217"/>
                    <a:pt x="11776" y="15360"/>
                  </a:cubicBezTo>
                  <a:cubicBezTo>
                    <a:pt x="10668" y="17098"/>
                    <a:pt x="10502" y="19087"/>
                    <a:pt x="10502" y="20134"/>
                  </a:cubicBezTo>
                  <a:cubicBezTo>
                    <a:pt x="10502" y="20539"/>
                    <a:pt x="10537" y="20777"/>
                    <a:pt x="10537" y="20777"/>
                  </a:cubicBezTo>
                  <a:lnTo>
                    <a:pt x="10561" y="21099"/>
                  </a:lnTo>
                  <a:lnTo>
                    <a:pt x="10240" y="21099"/>
                  </a:lnTo>
                  <a:cubicBezTo>
                    <a:pt x="6930" y="21099"/>
                    <a:pt x="4227" y="25266"/>
                    <a:pt x="2810" y="29171"/>
                  </a:cubicBezTo>
                  <a:cubicBezTo>
                    <a:pt x="1977" y="31469"/>
                    <a:pt x="727" y="32517"/>
                    <a:pt x="0" y="32957"/>
                  </a:cubicBezTo>
                  <a:cubicBezTo>
                    <a:pt x="727" y="33410"/>
                    <a:pt x="1977" y="34446"/>
                    <a:pt x="2798" y="36755"/>
                  </a:cubicBezTo>
                  <a:cubicBezTo>
                    <a:pt x="4215" y="40661"/>
                    <a:pt x="6906" y="44828"/>
                    <a:pt x="10228" y="44828"/>
                  </a:cubicBezTo>
                  <a:lnTo>
                    <a:pt x="10549" y="44828"/>
                  </a:lnTo>
                  <a:lnTo>
                    <a:pt x="10526" y="45149"/>
                  </a:lnTo>
                  <a:cubicBezTo>
                    <a:pt x="10526" y="45161"/>
                    <a:pt x="10490" y="45399"/>
                    <a:pt x="10490" y="45792"/>
                  </a:cubicBezTo>
                  <a:cubicBezTo>
                    <a:pt x="10490" y="46828"/>
                    <a:pt x="10657" y="48828"/>
                    <a:pt x="11752" y="50567"/>
                  </a:cubicBezTo>
                  <a:cubicBezTo>
                    <a:pt x="13109" y="52710"/>
                    <a:pt x="15467" y="53793"/>
                    <a:pt x="18717" y="53793"/>
                  </a:cubicBezTo>
                  <a:lnTo>
                    <a:pt x="19039" y="53793"/>
                  </a:lnTo>
                  <a:lnTo>
                    <a:pt x="19015" y="54115"/>
                  </a:lnTo>
                  <a:lnTo>
                    <a:pt x="19015" y="54139"/>
                  </a:lnTo>
                  <a:cubicBezTo>
                    <a:pt x="19015" y="54401"/>
                    <a:pt x="19062" y="55722"/>
                    <a:pt x="19848" y="56984"/>
                  </a:cubicBezTo>
                  <a:cubicBezTo>
                    <a:pt x="20884" y="58639"/>
                    <a:pt x="22682" y="59473"/>
                    <a:pt x="25230" y="59473"/>
                  </a:cubicBezTo>
                  <a:lnTo>
                    <a:pt x="25480" y="59473"/>
                  </a:lnTo>
                  <a:lnTo>
                    <a:pt x="25527" y="59711"/>
                  </a:lnTo>
                  <a:cubicBezTo>
                    <a:pt x="25527" y="59723"/>
                    <a:pt x="25825" y="61306"/>
                    <a:pt x="26861" y="62854"/>
                  </a:cubicBezTo>
                  <a:cubicBezTo>
                    <a:pt x="28242" y="64890"/>
                    <a:pt x="30219" y="65926"/>
                    <a:pt x="32743" y="65926"/>
                  </a:cubicBezTo>
                  <a:lnTo>
                    <a:pt x="79832" y="65926"/>
                  </a:lnTo>
                  <a:cubicBezTo>
                    <a:pt x="82344" y="65926"/>
                    <a:pt x="84321" y="64902"/>
                    <a:pt x="85714" y="62854"/>
                  </a:cubicBezTo>
                  <a:cubicBezTo>
                    <a:pt x="86749" y="61306"/>
                    <a:pt x="87047" y="59723"/>
                    <a:pt x="87047" y="59711"/>
                  </a:cubicBezTo>
                  <a:lnTo>
                    <a:pt x="87095" y="59473"/>
                  </a:lnTo>
                  <a:lnTo>
                    <a:pt x="87345" y="59473"/>
                  </a:lnTo>
                  <a:cubicBezTo>
                    <a:pt x="93357" y="59473"/>
                    <a:pt x="93536" y="54686"/>
                    <a:pt x="93536" y="54139"/>
                  </a:cubicBezTo>
                  <a:lnTo>
                    <a:pt x="93536" y="54115"/>
                  </a:lnTo>
                  <a:lnTo>
                    <a:pt x="93524" y="53793"/>
                  </a:lnTo>
                  <a:lnTo>
                    <a:pt x="93834" y="53793"/>
                  </a:lnTo>
                  <a:cubicBezTo>
                    <a:pt x="97096" y="53793"/>
                    <a:pt x="99441" y="52710"/>
                    <a:pt x="100799" y="50567"/>
                  </a:cubicBezTo>
                  <a:cubicBezTo>
                    <a:pt x="101906" y="48828"/>
                    <a:pt x="102061" y="46828"/>
                    <a:pt x="102061" y="45792"/>
                  </a:cubicBezTo>
                  <a:cubicBezTo>
                    <a:pt x="102061" y="45388"/>
                    <a:pt x="102037" y="45149"/>
                    <a:pt x="102037" y="45149"/>
                  </a:cubicBezTo>
                  <a:lnTo>
                    <a:pt x="102001" y="44828"/>
                  </a:lnTo>
                  <a:lnTo>
                    <a:pt x="102335" y="44828"/>
                  </a:lnTo>
                  <a:cubicBezTo>
                    <a:pt x="105633" y="44828"/>
                    <a:pt x="108347" y="40661"/>
                    <a:pt x="109764" y="36755"/>
                  </a:cubicBezTo>
                  <a:cubicBezTo>
                    <a:pt x="110598" y="34446"/>
                    <a:pt x="111848" y="33410"/>
                    <a:pt x="112574" y="32957"/>
                  </a:cubicBezTo>
                  <a:cubicBezTo>
                    <a:pt x="111848" y="32517"/>
                    <a:pt x="110598" y="31469"/>
                    <a:pt x="109764" y="29171"/>
                  </a:cubicBezTo>
                  <a:cubicBezTo>
                    <a:pt x="108347" y="25266"/>
                    <a:pt x="105657" y="21099"/>
                    <a:pt x="102335" y="21099"/>
                  </a:cubicBezTo>
                  <a:lnTo>
                    <a:pt x="102001" y="21099"/>
                  </a:lnTo>
                  <a:lnTo>
                    <a:pt x="102037" y="20777"/>
                  </a:lnTo>
                  <a:cubicBezTo>
                    <a:pt x="102037" y="20765"/>
                    <a:pt x="102061" y="20515"/>
                    <a:pt x="102061" y="20134"/>
                  </a:cubicBezTo>
                  <a:cubicBezTo>
                    <a:pt x="102061" y="19087"/>
                    <a:pt x="101906" y="17098"/>
                    <a:pt x="100799" y="15360"/>
                  </a:cubicBezTo>
                  <a:cubicBezTo>
                    <a:pt x="99441" y="13217"/>
                    <a:pt x="97096" y="12122"/>
                    <a:pt x="93834" y="12122"/>
                  </a:cubicBezTo>
                  <a:lnTo>
                    <a:pt x="93524" y="12122"/>
                  </a:lnTo>
                  <a:lnTo>
                    <a:pt x="93536" y="11812"/>
                  </a:lnTo>
                  <a:lnTo>
                    <a:pt x="93536" y="11788"/>
                  </a:lnTo>
                  <a:cubicBezTo>
                    <a:pt x="93536" y="11229"/>
                    <a:pt x="93369" y="6454"/>
                    <a:pt x="87345" y="6454"/>
                  </a:cubicBezTo>
                  <a:lnTo>
                    <a:pt x="87095" y="6454"/>
                  </a:lnTo>
                  <a:lnTo>
                    <a:pt x="87047" y="6216"/>
                  </a:lnTo>
                  <a:cubicBezTo>
                    <a:pt x="87047" y="6204"/>
                    <a:pt x="86749" y="4621"/>
                    <a:pt x="85714" y="3073"/>
                  </a:cubicBezTo>
                  <a:cubicBezTo>
                    <a:pt x="84321" y="1037"/>
                    <a:pt x="82344" y="1"/>
                    <a:pt x="79832" y="1"/>
                  </a:cubicBezTo>
                  <a:close/>
                </a:path>
              </a:pathLst>
            </a:custGeom>
            <a:gradFill>
              <a:gsLst>
                <a:gs pos="0">
                  <a:schemeClr val="accent3"/>
                </a:gs>
                <a:gs pos="100000">
                  <a:schemeClr val="accent4"/>
                </a:gs>
              </a:gsLst>
              <a:lin ang="5400012" scaled="0"/>
            </a:gradFill>
            <a:ln>
              <a:noFill/>
            </a:ln>
            <a:effectLst>
              <a:outerShdw blurRad="257175" dist="180975" dir="5520000" algn="bl" rotWithShape="0">
                <a:srgbClr val="CEA37C">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1037" name="Google Shape;1037;p26"/>
            <p:cNvGrpSpPr/>
            <p:nvPr/>
          </p:nvGrpSpPr>
          <p:grpSpPr>
            <a:xfrm>
              <a:off x="1184751" y="540069"/>
              <a:ext cx="6822196" cy="4063363"/>
              <a:chOff x="5930800" y="-1718525"/>
              <a:chExt cx="2767625" cy="1649025"/>
            </a:xfrm>
          </p:grpSpPr>
          <p:sp>
            <p:nvSpPr>
              <p:cNvPr id="1038" name="Google Shape;1038;p26"/>
              <p:cNvSpPr/>
              <p:nvPr/>
            </p:nvSpPr>
            <p:spPr>
              <a:xfrm>
                <a:off x="6389475" y="-1500650"/>
                <a:ext cx="311975" cy="305425"/>
              </a:xfrm>
              <a:custGeom>
                <a:avLst/>
                <a:gdLst/>
                <a:ahLst/>
                <a:cxnLst/>
                <a:rect l="l" t="t" r="r" b="b"/>
                <a:pathLst>
                  <a:path w="12479" h="12217" extrusionOk="0">
                    <a:moveTo>
                      <a:pt x="4084" y="1084"/>
                    </a:moveTo>
                    <a:lnTo>
                      <a:pt x="5942" y="2132"/>
                    </a:lnTo>
                    <a:lnTo>
                      <a:pt x="5942" y="5299"/>
                    </a:lnTo>
                    <a:lnTo>
                      <a:pt x="3561" y="2989"/>
                    </a:lnTo>
                    <a:lnTo>
                      <a:pt x="4084" y="1084"/>
                    </a:lnTo>
                    <a:close/>
                    <a:moveTo>
                      <a:pt x="8394" y="1036"/>
                    </a:moveTo>
                    <a:lnTo>
                      <a:pt x="8954" y="3049"/>
                    </a:lnTo>
                    <a:lnTo>
                      <a:pt x="6644" y="5299"/>
                    </a:lnTo>
                    <a:lnTo>
                      <a:pt x="6644" y="2025"/>
                    </a:lnTo>
                    <a:lnTo>
                      <a:pt x="8394" y="1036"/>
                    </a:lnTo>
                    <a:close/>
                    <a:moveTo>
                      <a:pt x="3132" y="3525"/>
                    </a:moveTo>
                    <a:lnTo>
                      <a:pt x="5442" y="5775"/>
                    </a:lnTo>
                    <a:lnTo>
                      <a:pt x="2072" y="5775"/>
                    </a:lnTo>
                    <a:lnTo>
                      <a:pt x="1060" y="4061"/>
                    </a:lnTo>
                    <a:lnTo>
                      <a:pt x="3132" y="3525"/>
                    </a:lnTo>
                    <a:close/>
                    <a:moveTo>
                      <a:pt x="9514" y="3465"/>
                    </a:moveTo>
                    <a:lnTo>
                      <a:pt x="11478" y="3965"/>
                    </a:lnTo>
                    <a:lnTo>
                      <a:pt x="10407" y="5775"/>
                    </a:lnTo>
                    <a:lnTo>
                      <a:pt x="7132" y="5775"/>
                    </a:lnTo>
                    <a:lnTo>
                      <a:pt x="9514" y="3465"/>
                    </a:lnTo>
                    <a:close/>
                    <a:moveTo>
                      <a:pt x="10514" y="6454"/>
                    </a:moveTo>
                    <a:lnTo>
                      <a:pt x="11526" y="8168"/>
                    </a:lnTo>
                    <a:lnTo>
                      <a:pt x="9454" y="8704"/>
                    </a:lnTo>
                    <a:lnTo>
                      <a:pt x="7144" y="6454"/>
                    </a:lnTo>
                    <a:close/>
                    <a:moveTo>
                      <a:pt x="5442" y="6454"/>
                    </a:moveTo>
                    <a:lnTo>
                      <a:pt x="3060" y="8763"/>
                    </a:lnTo>
                    <a:lnTo>
                      <a:pt x="1096" y="8252"/>
                    </a:lnTo>
                    <a:lnTo>
                      <a:pt x="2168" y="6454"/>
                    </a:lnTo>
                    <a:close/>
                    <a:moveTo>
                      <a:pt x="6644" y="6954"/>
                    </a:moveTo>
                    <a:lnTo>
                      <a:pt x="9026" y="9252"/>
                    </a:lnTo>
                    <a:lnTo>
                      <a:pt x="8502" y="11157"/>
                    </a:lnTo>
                    <a:lnTo>
                      <a:pt x="6644" y="10121"/>
                    </a:lnTo>
                    <a:lnTo>
                      <a:pt x="6644" y="6954"/>
                    </a:lnTo>
                    <a:close/>
                    <a:moveTo>
                      <a:pt x="5942" y="6930"/>
                    </a:moveTo>
                    <a:lnTo>
                      <a:pt x="5942" y="10204"/>
                    </a:lnTo>
                    <a:lnTo>
                      <a:pt x="4192" y="11192"/>
                    </a:lnTo>
                    <a:lnTo>
                      <a:pt x="3632" y="9180"/>
                    </a:lnTo>
                    <a:lnTo>
                      <a:pt x="5942" y="6930"/>
                    </a:lnTo>
                    <a:close/>
                    <a:moveTo>
                      <a:pt x="8847" y="1"/>
                    </a:moveTo>
                    <a:lnTo>
                      <a:pt x="8216" y="358"/>
                    </a:lnTo>
                    <a:lnTo>
                      <a:pt x="6216" y="1465"/>
                    </a:lnTo>
                    <a:lnTo>
                      <a:pt x="4275" y="382"/>
                    </a:lnTo>
                    <a:lnTo>
                      <a:pt x="3656" y="24"/>
                    </a:lnTo>
                    <a:lnTo>
                      <a:pt x="3453" y="715"/>
                    </a:lnTo>
                    <a:lnTo>
                      <a:pt x="2858" y="2882"/>
                    </a:lnTo>
                    <a:lnTo>
                      <a:pt x="703" y="3453"/>
                    </a:lnTo>
                    <a:lnTo>
                      <a:pt x="1" y="3632"/>
                    </a:lnTo>
                    <a:lnTo>
                      <a:pt x="382" y="4239"/>
                    </a:lnTo>
                    <a:lnTo>
                      <a:pt x="1536" y="6192"/>
                    </a:lnTo>
                    <a:lnTo>
                      <a:pt x="417" y="8061"/>
                    </a:lnTo>
                    <a:lnTo>
                      <a:pt x="48" y="8680"/>
                    </a:lnTo>
                    <a:lnTo>
                      <a:pt x="751" y="8859"/>
                    </a:lnTo>
                    <a:lnTo>
                      <a:pt x="2977" y="9430"/>
                    </a:lnTo>
                    <a:lnTo>
                      <a:pt x="3561" y="11538"/>
                    </a:lnTo>
                    <a:lnTo>
                      <a:pt x="3751" y="12216"/>
                    </a:lnTo>
                    <a:lnTo>
                      <a:pt x="4382" y="11859"/>
                    </a:lnTo>
                    <a:lnTo>
                      <a:pt x="6394" y="10740"/>
                    </a:lnTo>
                    <a:lnTo>
                      <a:pt x="8323" y="11835"/>
                    </a:lnTo>
                    <a:lnTo>
                      <a:pt x="8954" y="12192"/>
                    </a:lnTo>
                    <a:lnTo>
                      <a:pt x="9145" y="11502"/>
                    </a:lnTo>
                    <a:lnTo>
                      <a:pt x="9740" y="9335"/>
                    </a:lnTo>
                    <a:lnTo>
                      <a:pt x="11895" y="8763"/>
                    </a:lnTo>
                    <a:lnTo>
                      <a:pt x="12478" y="8621"/>
                    </a:lnTo>
                    <a:lnTo>
                      <a:pt x="12478" y="8359"/>
                    </a:lnTo>
                    <a:lnTo>
                      <a:pt x="12240" y="7978"/>
                    </a:lnTo>
                    <a:lnTo>
                      <a:pt x="11073" y="6025"/>
                    </a:lnTo>
                    <a:lnTo>
                      <a:pt x="12193" y="4156"/>
                    </a:lnTo>
                    <a:lnTo>
                      <a:pt x="12466" y="3691"/>
                    </a:lnTo>
                    <a:lnTo>
                      <a:pt x="12466" y="3513"/>
                    </a:lnTo>
                    <a:lnTo>
                      <a:pt x="11847" y="3346"/>
                    </a:lnTo>
                    <a:lnTo>
                      <a:pt x="9621" y="2775"/>
                    </a:lnTo>
                    <a:lnTo>
                      <a:pt x="9037" y="679"/>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39" name="Google Shape;1039;p26"/>
              <p:cNvSpPr/>
              <p:nvPr/>
            </p:nvSpPr>
            <p:spPr>
              <a:xfrm>
                <a:off x="6469850" y="-1717650"/>
                <a:ext cx="231600" cy="217325"/>
              </a:xfrm>
              <a:custGeom>
                <a:avLst/>
                <a:gdLst/>
                <a:ahLst/>
                <a:cxnLst/>
                <a:rect l="l" t="t" r="r" b="b"/>
                <a:pathLst>
                  <a:path w="9264" h="8693" extrusionOk="0">
                    <a:moveTo>
                      <a:pt x="9251" y="1"/>
                    </a:moveTo>
                    <a:cubicBezTo>
                      <a:pt x="8692" y="49"/>
                      <a:pt x="8192" y="132"/>
                      <a:pt x="7704" y="263"/>
                    </a:cubicBezTo>
                    <a:lnTo>
                      <a:pt x="8263" y="418"/>
                    </a:lnTo>
                    <a:lnTo>
                      <a:pt x="7192" y="2215"/>
                    </a:lnTo>
                    <a:lnTo>
                      <a:pt x="4644" y="2215"/>
                    </a:lnTo>
                    <a:cubicBezTo>
                      <a:pt x="4453" y="2430"/>
                      <a:pt x="4275" y="2668"/>
                      <a:pt x="4108" y="2906"/>
                    </a:cubicBezTo>
                    <a:lnTo>
                      <a:pt x="7299" y="2906"/>
                    </a:lnTo>
                    <a:lnTo>
                      <a:pt x="8311" y="4609"/>
                    </a:lnTo>
                    <a:lnTo>
                      <a:pt x="6239" y="5144"/>
                    </a:lnTo>
                    <a:lnTo>
                      <a:pt x="4036" y="3001"/>
                    </a:lnTo>
                    <a:cubicBezTo>
                      <a:pt x="4025" y="3025"/>
                      <a:pt x="4013" y="3037"/>
                      <a:pt x="3989" y="3061"/>
                    </a:cubicBezTo>
                    <a:cubicBezTo>
                      <a:pt x="3870" y="3239"/>
                      <a:pt x="3751" y="3442"/>
                      <a:pt x="3655" y="3620"/>
                    </a:cubicBezTo>
                    <a:lnTo>
                      <a:pt x="5811" y="5704"/>
                    </a:lnTo>
                    <a:lnTo>
                      <a:pt x="5287" y="7609"/>
                    </a:lnTo>
                    <a:lnTo>
                      <a:pt x="3429" y="6561"/>
                    </a:lnTo>
                    <a:lnTo>
                      <a:pt x="3429" y="4037"/>
                    </a:lnTo>
                    <a:cubicBezTo>
                      <a:pt x="3024" y="4823"/>
                      <a:pt x="2822" y="5525"/>
                      <a:pt x="2727" y="5906"/>
                    </a:cubicBezTo>
                    <a:lnTo>
                      <a:pt x="2727" y="6656"/>
                    </a:lnTo>
                    <a:lnTo>
                      <a:pt x="977" y="7633"/>
                    </a:lnTo>
                    <a:lnTo>
                      <a:pt x="691" y="6597"/>
                    </a:lnTo>
                    <a:cubicBezTo>
                      <a:pt x="453" y="6633"/>
                      <a:pt x="215" y="6704"/>
                      <a:pt x="0" y="6764"/>
                    </a:cubicBezTo>
                    <a:lnTo>
                      <a:pt x="346" y="8002"/>
                    </a:lnTo>
                    <a:lnTo>
                      <a:pt x="536" y="8692"/>
                    </a:lnTo>
                    <a:lnTo>
                      <a:pt x="1167" y="8335"/>
                    </a:lnTo>
                    <a:lnTo>
                      <a:pt x="3179" y="7216"/>
                    </a:lnTo>
                    <a:lnTo>
                      <a:pt x="5108" y="8300"/>
                    </a:lnTo>
                    <a:lnTo>
                      <a:pt x="5739" y="8657"/>
                    </a:lnTo>
                    <a:lnTo>
                      <a:pt x="5930" y="7978"/>
                    </a:lnTo>
                    <a:lnTo>
                      <a:pt x="6525" y="5799"/>
                    </a:lnTo>
                    <a:lnTo>
                      <a:pt x="8680" y="5240"/>
                    </a:lnTo>
                    <a:lnTo>
                      <a:pt x="9263" y="5085"/>
                    </a:lnTo>
                    <a:lnTo>
                      <a:pt x="9263" y="4835"/>
                    </a:lnTo>
                    <a:lnTo>
                      <a:pt x="9025" y="4454"/>
                    </a:lnTo>
                    <a:lnTo>
                      <a:pt x="7858" y="2501"/>
                    </a:lnTo>
                    <a:lnTo>
                      <a:pt x="8978" y="620"/>
                    </a:lnTo>
                    <a:lnTo>
                      <a:pt x="9251" y="144"/>
                    </a:lnTo>
                    <a:lnTo>
                      <a:pt x="9251"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0" name="Google Shape;1040;p26"/>
              <p:cNvSpPr/>
              <p:nvPr/>
            </p:nvSpPr>
            <p:spPr>
              <a:xfrm>
                <a:off x="6160275" y="-1414625"/>
                <a:ext cx="225650" cy="220875"/>
              </a:xfrm>
              <a:custGeom>
                <a:avLst/>
                <a:gdLst/>
                <a:ahLst/>
                <a:cxnLst/>
                <a:rect l="l" t="t" r="r" b="b"/>
                <a:pathLst>
                  <a:path w="9026" h="8835" extrusionOk="0">
                    <a:moveTo>
                      <a:pt x="6990" y="3013"/>
                    </a:moveTo>
                    <a:lnTo>
                      <a:pt x="8002" y="4727"/>
                    </a:lnTo>
                    <a:lnTo>
                      <a:pt x="5930" y="5263"/>
                    </a:lnTo>
                    <a:lnTo>
                      <a:pt x="3620" y="3013"/>
                    </a:lnTo>
                    <a:close/>
                    <a:moveTo>
                      <a:pt x="3120" y="3513"/>
                    </a:moveTo>
                    <a:lnTo>
                      <a:pt x="5501" y="5811"/>
                    </a:lnTo>
                    <a:lnTo>
                      <a:pt x="4978" y="7716"/>
                    </a:lnTo>
                    <a:lnTo>
                      <a:pt x="3120" y="6680"/>
                    </a:lnTo>
                    <a:lnTo>
                      <a:pt x="3120" y="3513"/>
                    </a:lnTo>
                    <a:close/>
                    <a:moveTo>
                      <a:pt x="8549" y="0"/>
                    </a:moveTo>
                    <a:lnTo>
                      <a:pt x="8549" y="12"/>
                    </a:lnTo>
                    <a:lnTo>
                      <a:pt x="8240" y="12"/>
                    </a:lnTo>
                    <a:cubicBezTo>
                      <a:pt x="7585" y="12"/>
                      <a:pt x="6966" y="48"/>
                      <a:pt x="6394" y="143"/>
                    </a:cubicBezTo>
                    <a:lnTo>
                      <a:pt x="7954" y="548"/>
                    </a:lnTo>
                    <a:lnTo>
                      <a:pt x="6883" y="2346"/>
                    </a:lnTo>
                    <a:lnTo>
                      <a:pt x="3608" y="2346"/>
                    </a:lnTo>
                    <a:lnTo>
                      <a:pt x="5751" y="262"/>
                    </a:lnTo>
                    <a:lnTo>
                      <a:pt x="5751" y="262"/>
                    </a:lnTo>
                    <a:cubicBezTo>
                      <a:pt x="5228" y="381"/>
                      <a:pt x="4739" y="536"/>
                      <a:pt x="4275" y="727"/>
                    </a:cubicBezTo>
                    <a:lnTo>
                      <a:pt x="3096" y="1870"/>
                    </a:lnTo>
                    <a:lnTo>
                      <a:pt x="3096" y="1370"/>
                    </a:lnTo>
                    <a:cubicBezTo>
                      <a:pt x="2442" y="1810"/>
                      <a:pt x="1882" y="2382"/>
                      <a:pt x="1418" y="3048"/>
                    </a:cubicBezTo>
                    <a:lnTo>
                      <a:pt x="1894" y="3048"/>
                    </a:lnTo>
                    <a:lnTo>
                      <a:pt x="822" y="4084"/>
                    </a:lnTo>
                    <a:cubicBezTo>
                      <a:pt x="596" y="4584"/>
                      <a:pt x="417" y="5084"/>
                      <a:pt x="298" y="5561"/>
                    </a:cubicBezTo>
                    <a:lnTo>
                      <a:pt x="2382" y="3537"/>
                    </a:lnTo>
                    <a:lnTo>
                      <a:pt x="2382" y="6811"/>
                    </a:lnTo>
                    <a:lnTo>
                      <a:pt x="632" y="7799"/>
                    </a:lnTo>
                    <a:lnTo>
                      <a:pt x="179" y="6156"/>
                    </a:lnTo>
                    <a:cubicBezTo>
                      <a:pt x="48" y="6918"/>
                      <a:pt x="1" y="7573"/>
                      <a:pt x="1" y="8049"/>
                    </a:cubicBezTo>
                    <a:lnTo>
                      <a:pt x="1" y="8168"/>
                    </a:lnTo>
                    <a:lnTo>
                      <a:pt x="179" y="8835"/>
                    </a:lnTo>
                    <a:lnTo>
                      <a:pt x="810" y="8478"/>
                    </a:lnTo>
                    <a:lnTo>
                      <a:pt x="2823" y="7358"/>
                    </a:lnTo>
                    <a:lnTo>
                      <a:pt x="4751" y="8454"/>
                    </a:lnTo>
                    <a:lnTo>
                      <a:pt x="5382" y="8811"/>
                    </a:lnTo>
                    <a:lnTo>
                      <a:pt x="5573" y="8120"/>
                    </a:lnTo>
                    <a:lnTo>
                      <a:pt x="6168" y="5954"/>
                    </a:lnTo>
                    <a:lnTo>
                      <a:pt x="8323" y="5382"/>
                    </a:lnTo>
                    <a:lnTo>
                      <a:pt x="9026" y="5203"/>
                    </a:lnTo>
                    <a:lnTo>
                      <a:pt x="8669" y="4596"/>
                    </a:lnTo>
                    <a:lnTo>
                      <a:pt x="7537" y="2596"/>
                    </a:lnTo>
                    <a:lnTo>
                      <a:pt x="8657" y="727"/>
                    </a:lnTo>
                    <a:lnTo>
                      <a:pt x="9014" y="108"/>
                    </a:lnTo>
                    <a:lnTo>
                      <a:pt x="8549"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1" name="Google Shape;1041;p26"/>
              <p:cNvSpPr/>
              <p:nvPr/>
            </p:nvSpPr>
            <p:spPr>
              <a:xfrm>
                <a:off x="7018425" y="-1500650"/>
                <a:ext cx="311675" cy="305425"/>
              </a:xfrm>
              <a:custGeom>
                <a:avLst/>
                <a:gdLst/>
                <a:ahLst/>
                <a:cxnLst/>
                <a:rect l="l" t="t" r="r" b="b"/>
                <a:pathLst>
                  <a:path w="12467" h="12217" extrusionOk="0">
                    <a:moveTo>
                      <a:pt x="4072" y="1084"/>
                    </a:moveTo>
                    <a:lnTo>
                      <a:pt x="5942" y="2132"/>
                    </a:lnTo>
                    <a:lnTo>
                      <a:pt x="5942" y="5299"/>
                    </a:lnTo>
                    <a:lnTo>
                      <a:pt x="3560" y="2989"/>
                    </a:lnTo>
                    <a:lnTo>
                      <a:pt x="4072" y="1084"/>
                    </a:lnTo>
                    <a:close/>
                    <a:moveTo>
                      <a:pt x="8394" y="1036"/>
                    </a:moveTo>
                    <a:lnTo>
                      <a:pt x="8942" y="3049"/>
                    </a:lnTo>
                    <a:lnTo>
                      <a:pt x="6632" y="5299"/>
                    </a:lnTo>
                    <a:lnTo>
                      <a:pt x="6632" y="2025"/>
                    </a:lnTo>
                    <a:lnTo>
                      <a:pt x="8394" y="1036"/>
                    </a:lnTo>
                    <a:close/>
                    <a:moveTo>
                      <a:pt x="3120" y="3525"/>
                    </a:moveTo>
                    <a:lnTo>
                      <a:pt x="5430" y="5775"/>
                    </a:lnTo>
                    <a:lnTo>
                      <a:pt x="2072" y="5775"/>
                    </a:lnTo>
                    <a:lnTo>
                      <a:pt x="1060" y="4061"/>
                    </a:lnTo>
                    <a:lnTo>
                      <a:pt x="3120" y="3525"/>
                    </a:lnTo>
                    <a:close/>
                    <a:moveTo>
                      <a:pt x="9514" y="3465"/>
                    </a:moveTo>
                    <a:lnTo>
                      <a:pt x="11478" y="3965"/>
                    </a:lnTo>
                    <a:lnTo>
                      <a:pt x="10407" y="5775"/>
                    </a:lnTo>
                    <a:lnTo>
                      <a:pt x="7132" y="5775"/>
                    </a:lnTo>
                    <a:lnTo>
                      <a:pt x="9514" y="3465"/>
                    </a:lnTo>
                    <a:close/>
                    <a:moveTo>
                      <a:pt x="10502" y="6454"/>
                    </a:moveTo>
                    <a:lnTo>
                      <a:pt x="11514" y="8168"/>
                    </a:lnTo>
                    <a:lnTo>
                      <a:pt x="9454" y="8704"/>
                    </a:lnTo>
                    <a:lnTo>
                      <a:pt x="7144" y="6454"/>
                    </a:lnTo>
                    <a:close/>
                    <a:moveTo>
                      <a:pt x="5430" y="6454"/>
                    </a:moveTo>
                    <a:lnTo>
                      <a:pt x="3048" y="8763"/>
                    </a:lnTo>
                    <a:lnTo>
                      <a:pt x="1084" y="8252"/>
                    </a:lnTo>
                    <a:lnTo>
                      <a:pt x="2156" y="6454"/>
                    </a:lnTo>
                    <a:close/>
                    <a:moveTo>
                      <a:pt x="6632" y="6954"/>
                    </a:moveTo>
                    <a:lnTo>
                      <a:pt x="9014" y="9252"/>
                    </a:lnTo>
                    <a:lnTo>
                      <a:pt x="8502" y="11157"/>
                    </a:lnTo>
                    <a:lnTo>
                      <a:pt x="6632" y="10121"/>
                    </a:lnTo>
                    <a:lnTo>
                      <a:pt x="6632" y="6954"/>
                    </a:lnTo>
                    <a:close/>
                    <a:moveTo>
                      <a:pt x="5942" y="6930"/>
                    </a:moveTo>
                    <a:lnTo>
                      <a:pt x="5942" y="10204"/>
                    </a:lnTo>
                    <a:lnTo>
                      <a:pt x="4180" y="11192"/>
                    </a:lnTo>
                    <a:lnTo>
                      <a:pt x="3632" y="9180"/>
                    </a:lnTo>
                    <a:lnTo>
                      <a:pt x="5942" y="6930"/>
                    </a:lnTo>
                    <a:close/>
                    <a:moveTo>
                      <a:pt x="8835" y="1"/>
                    </a:moveTo>
                    <a:lnTo>
                      <a:pt x="8216" y="358"/>
                    </a:lnTo>
                    <a:lnTo>
                      <a:pt x="6204" y="1465"/>
                    </a:lnTo>
                    <a:lnTo>
                      <a:pt x="4275" y="382"/>
                    </a:lnTo>
                    <a:lnTo>
                      <a:pt x="3644" y="24"/>
                    </a:lnTo>
                    <a:lnTo>
                      <a:pt x="3453" y="715"/>
                    </a:lnTo>
                    <a:lnTo>
                      <a:pt x="2858" y="2882"/>
                    </a:lnTo>
                    <a:lnTo>
                      <a:pt x="703" y="3453"/>
                    </a:lnTo>
                    <a:lnTo>
                      <a:pt x="0" y="3632"/>
                    </a:lnTo>
                    <a:lnTo>
                      <a:pt x="370" y="4239"/>
                    </a:lnTo>
                    <a:lnTo>
                      <a:pt x="1536" y="6192"/>
                    </a:lnTo>
                    <a:lnTo>
                      <a:pt x="417" y="8061"/>
                    </a:lnTo>
                    <a:lnTo>
                      <a:pt x="48" y="8680"/>
                    </a:lnTo>
                    <a:lnTo>
                      <a:pt x="739" y="8859"/>
                    </a:lnTo>
                    <a:lnTo>
                      <a:pt x="2977" y="9430"/>
                    </a:lnTo>
                    <a:lnTo>
                      <a:pt x="3560" y="11538"/>
                    </a:lnTo>
                    <a:lnTo>
                      <a:pt x="3751" y="12216"/>
                    </a:lnTo>
                    <a:lnTo>
                      <a:pt x="4370" y="11859"/>
                    </a:lnTo>
                    <a:lnTo>
                      <a:pt x="6382" y="10740"/>
                    </a:lnTo>
                    <a:lnTo>
                      <a:pt x="8323" y="11835"/>
                    </a:lnTo>
                    <a:lnTo>
                      <a:pt x="8942" y="12192"/>
                    </a:lnTo>
                    <a:lnTo>
                      <a:pt x="9133" y="11502"/>
                    </a:lnTo>
                    <a:lnTo>
                      <a:pt x="9728" y="9335"/>
                    </a:lnTo>
                    <a:lnTo>
                      <a:pt x="11895" y="8763"/>
                    </a:lnTo>
                    <a:lnTo>
                      <a:pt x="12466" y="8621"/>
                    </a:lnTo>
                    <a:lnTo>
                      <a:pt x="12466" y="8359"/>
                    </a:lnTo>
                    <a:lnTo>
                      <a:pt x="12228" y="7978"/>
                    </a:lnTo>
                    <a:lnTo>
                      <a:pt x="11073" y="6025"/>
                    </a:lnTo>
                    <a:lnTo>
                      <a:pt x="12192" y="4156"/>
                    </a:lnTo>
                    <a:lnTo>
                      <a:pt x="12454" y="3691"/>
                    </a:lnTo>
                    <a:lnTo>
                      <a:pt x="12454" y="3513"/>
                    </a:lnTo>
                    <a:lnTo>
                      <a:pt x="11847" y="3346"/>
                    </a:lnTo>
                    <a:lnTo>
                      <a:pt x="9609" y="2775"/>
                    </a:lnTo>
                    <a:lnTo>
                      <a:pt x="9037" y="679"/>
                    </a:lnTo>
                    <a:lnTo>
                      <a:pt x="8835"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2" name="Google Shape;1042;p26"/>
              <p:cNvSpPr/>
              <p:nvPr/>
            </p:nvSpPr>
            <p:spPr>
              <a:xfrm>
                <a:off x="7018125" y="-1717950"/>
                <a:ext cx="311675" cy="217325"/>
              </a:xfrm>
              <a:custGeom>
                <a:avLst/>
                <a:gdLst/>
                <a:ahLst/>
                <a:cxnLst/>
                <a:rect l="l" t="t" r="r" b="b"/>
                <a:pathLst>
                  <a:path w="12467" h="8693" extrusionOk="0">
                    <a:moveTo>
                      <a:pt x="10514" y="2918"/>
                    </a:moveTo>
                    <a:lnTo>
                      <a:pt x="11526" y="4621"/>
                    </a:lnTo>
                    <a:lnTo>
                      <a:pt x="9466" y="5156"/>
                    </a:lnTo>
                    <a:lnTo>
                      <a:pt x="7156" y="2918"/>
                    </a:lnTo>
                    <a:close/>
                    <a:moveTo>
                      <a:pt x="5442" y="2918"/>
                    </a:moveTo>
                    <a:lnTo>
                      <a:pt x="3060" y="5216"/>
                    </a:lnTo>
                    <a:lnTo>
                      <a:pt x="1096" y="4716"/>
                    </a:lnTo>
                    <a:lnTo>
                      <a:pt x="2168" y="2918"/>
                    </a:lnTo>
                    <a:close/>
                    <a:moveTo>
                      <a:pt x="6644" y="3406"/>
                    </a:moveTo>
                    <a:lnTo>
                      <a:pt x="9026" y="5716"/>
                    </a:lnTo>
                    <a:lnTo>
                      <a:pt x="8514" y="7621"/>
                    </a:lnTo>
                    <a:lnTo>
                      <a:pt x="6644" y="6573"/>
                    </a:lnTo>
                    <a:lnTo>
                      <a:pt x="6644" y="3406"/>
                    </a:lnTo>
                    <a:close/>
                    <a:moveTo>
                      <a:pt x="5954" y="3394"/>
                    </a:moveTo>
                    <a:lnTo>
                      <a:pt x="5954" y="6668"/>
                    </a:lnTo>
                    <a:lnTo>
                      <a:pt x="4192" y="7645"/>
                    </a:lnTo>
                    <a:lnTo>
                      <a:pt x="3644" y="5633"/>
                    </a:lnTo>
                    <a:lnTo>
                      <a:pt x="5954" y="3394"/>
                    </a:lnTo>
                    <a:close/>
                    <a:moveTo>
                      <a:pt x="417" y="1"/>
                    </a:moveTo>
                    <a:lnTo>
                      <a:pt x="1" y="96"/>
                    </a:lnTo>
                    <a:lnTo>
                      <a:pt x="370" y="715"/>
                    </a:lnTo>
                    <a:lnTo>
                      <a:pt x="1525" y="2656"/>
                    </a:lnTo>
                    <a:lnTo>
                      <a:pt x="417" y="4537"/>
                    </a:lnTo>
                    <a:lnTo>
                      <a:pt x="36" y="5144"/>
                    </a:lnTo>
                    <a:lnTo>
                      <a:pt x="739" y="5323"/>
                    </a:lnTo>
                    <a:lnTo>
                      <a:pt x="2977" y="5906"/>
                    </a:lnTo>
                    <a:lnTo>
                      <a:pt x="3549" y="8002"/>
                    </a:lnTo>
                    <a:lnTo>
                      <a:pt x="3751" y="8693"/>
                    </a:lnTo>
                    <a:lnTo>
                      <a:pt x="4370" y="8335"/>
                    </a:lnTo>
                    <a:lnTo>
                      <a:pt x="6382" y="7216"/>
                    </a:lnTo>
                    <a:lnTo>
                      <a:pt x="8311" y="8300"/>
                    </a:lnTo>
                    <a:lnTo>
                      <a:pt x="8942" y="8657"/>
                    </a:lnTo>
                    <a:lnTo>
                      <a:pt x="9133" y="7978"/>
                    </a:lnTo>
                    <a:lnTo>
                      <a:pt x="9728" y="5799"/>
                    </a:lnTo>
                    <a:lnTo>
                      <a:pt x="11883" y="5240"/>
                    </a:lnTo>
                    <a:lnTo>
                      <a:pt x="12466" y="5085"/>
                    </a:lnTo>
                    <a:lnTo>
                      <a:pt x="12466" y="4835"/>
                    </a:lnTo>
                    <a:lnTo>
                      <a:pt x="12228" y="4442"/>
                    </a:lnTo>
                    <a:lnTo>
                      <a:pt x="11073" y="2501"/>
                    </a:lnTo>
                    <a:lnTo>
                      <a:pt x="12181" y="620"/>
                    </a:lnTo>
                    <a:lnTo>
                      <a:pt x="12466" y="156"/>
                    </a:lnTo>
                    <a:lnTo>
                      <a:pt x="12466" y="1"/>
                    </a:lnTo>
                    <a:lnTo>
                      <a:pt x="9776" y="1"/>
                    </a:lnTo>
                    <a:lnTo>
                      <a:pt x="11490" y="442"/>
                    </a:lnTo>
                    <a:lnTo>
                      <a:pt x="10419" y="2239"/>
                    </a:lnTo>
                    <a:lnTo>
                      <a:pt x="7144" y="2239"/>
                    </a:lnTo>
                    <a:lnTo>
                      <a:pt x="9442" y="1"/>
                    </a:lnTo>
                    <a:lnTo>
                      <a:pt x="8454" y="1"/>
                    </a:lnTo>
                    <a:lnTo>
                      <a:pt x="6632" y="1751"/>
                    </a:lnTo>
                    <a:lnTo>
                      <a:pt x="6632" y="1"/>
                    </a:lnTo>
                    <a:lnTo>
                      <a:pt x="5930" y="1"/>
                    </a:lnTo>
                    <a:lnTo>
                      <a:pt x="5930" y="1751"/>
                    </a:lnTo>
                    <a:lnTo>
                      <a:pt x="4120" y="1"/>
                    </a:lnTo>
                    <a:lnTo>
                      <a:pt x="3120" y="1"/>
                    </a:lnTo>
                    <a:lnTo>
                      <a:pt x="5430" y="2239"/>
                    </a:lnTo>
                    <a:lnTo>
                      <a:pt x="2060" y="2239"/>
                    </a:lnTo>
                    <a:lnTo>
                      <a:pt x="1048" y="537"/>
                    </a:lnTo>
                    <a:lnTo>
                      <a:pt x="3120"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3" name="Google Shape;1043;p26"/>
              <p:cNvSpPr/>
              <p:nvPr/>
            </p:nvSpPr>
            <p:spPr>
              <a:xfrm>
                <a:off x="6700525" y="-1500350"/>
                <a:ext cx="314950" cy="305425"/>
              </a:xfrm>
              <a:custGeom>
                <a:avLst/>
                <a:gdLst/>
                <a:ahLst/>
                <a:cxnLst/>
                <a:rect l="l" t="t" r="r" b="b"/>
                <a:pathLst>
                  <a:path w="12598" h="12217" extrusionOk="0">
                    <a:moveTo>
                      <a:pt x="4096" y="1072"/>
                    </a:moveTo>
                    <a:lnTo>
                      <a:pt x="5954" y="2120"/>
                    </a:lnTo>
                    <a:lnTo>
                      <a:pt x="5954" y="5287"/>
                    </a:lnTo>
                    <a:lnTo>
                      <a:pt x="3572" y="2977"/>
                    </a:lnTo>
                    <a:lnTo>
                      <a:pt x="4096" y="1072"/>
                    </a:lnTo>
                    <a:close/>
                    <a:moveTo>
                      <a:pt x="8418" y="1024"/>
                    </a:moveTo>
                    <a:lnTo>
                      <a:pt x="8966" y="3037"/>
                    </a:lnTo>
                    <a:lnTo>
                      <a:pt x="6656" y="5287"/>
                    </a:lnTo>
                    <a:lnTo>
                      <a:pt x="6656" y="2013"/>
                    </a:lnTo>
                    <a:lnTo>
                      <a:pt x="8418" y="1024"/>
                    </a:lnTo>
                    <a:close/>
                    <a:moveTo>
                      <a:pt x="3144" y="3513"/>
                    </a:moveTo>
                    <a:lnTo>
                      <a:pt x="5454" y="5763"/>
                    </a:lnTo>
                    <a:lnTo>
                      <a:pt x="2084" y="5763"/>
                    </a:lnTo>
                    <a:lnTo>
                      <a:pt x="1072" y="4049"/>
                    </a:lnTo>
                    <a:lnTo>
                      <a:pt x="3144" y="3513"/>
                    </a:lnTo>
                    <a:close/>
                    <a:moveTo>
                      <a:pt x="9526" y="3453"/>
                    </a:moveTo>
                    <a:lnTo>
                      <a:pt x="11490" y="3953"/>
                    </a:lnTo>
                    <a:lnTo>
                      <a:pt x="10419" y="5763"/>
                    </a:lnTo>
                    <a:lnTo>
                      <a:pt x="7144" y="5763"/>
                    </a:lnTo>
                    <a:lnTo>
                      <a:pt x="9526" y="3453"/>
                    </a:lnTo>
                    <a:close/>
                    <a:moveTo>
                      <a:pt x="10526" y="6442"/>
                    </a:moveTo>
                    <a:lnTo>
                      <a:pt x="11538" y="8156"/>
                    </a:lnTo>
                    <a:lnTo>
                      <a:pt x="9466" y="8692"/>
                    </a:lnTo>
                    <a:lnTo>
                      <a:pt x="7168" y="6442"/>
                    </a:lnTo>
                    <a:close/>
                    <a:moveTo>
                      <a:pt x="5454" y="6442"/>
                    </a:moveTo>
                    <a:lnTo>
                      <a:pt x="3072" y="8751"/>
                    </a:lnTo>
                    <a:lnTo>
                      <a:pt x="1108" y="8240"/>
                    </a:lnTo>
                    <a:lnTo>
                      <a:pt x="2179" y="6442"/>
                    </a:lnTo>
                    <a:close/>
                    <a:moveTo>
                      <a:pt x="6656" y="6942"/>
                    </a:moveTo>
                    <a:lnTo>
                      <a:pt x="9037" y="9240"/>
                    </a:lnTo>
                    <a:lnTo>
                      <a:pt x="8514" y="11145"/>
                    </a:lnTo>
                    <a:lnTo>
                      <a:pt x="6656" y="10109"/>
                    </a:lnTo>
                    <a:lnTo>
                      <a:pt x="6656" y="6942"/>
                    </a:lnTo>
                    <a:close/>
                    <a:moveTo>
                      <a:pt x="5954" y="6918"/>
                    </a:moveTo>
                    <a:lnTo>
                      <a:pt x="5954" y="10192"/>
                    </a:lnTo>
                    <a:lnTo>
                      <a:pt x="4204" y="11180"/>
                    </a:lnTo>
                    <a:lnTo>
                      <a:pt x="3656" y="9168"/>
                    </a:lnTo>
                    <a:lnTo>
                      <a:pt x="5954" y="6918"/>
                    </a:lnTo>
                    <a:close/>
                    <a:moveTo>
                      <a:pt x="8847" y="0"/>
                    </a:moveTo>
                    <a:lnTo>
                      <a:pt x="8216" y="358"/>
                    </a:lnTo>
                    <a:lnTo>
                      <a:pt x="6216" y="1477"/>
                    </a:lnTo>
                    <a:lnTo>
                      <a:pt x="4275" y="381"/>
                    </a:lnTo>
                    <a:lnTo>
                      <a:pt x="3656" y="24"/>
                    </a:lnTo>
                    <a:lnTo>
                      <a:pt x="3453" y="715"/>
                    </a:lnTo>
                    <a:lnTo>
                      <a:pt x="2858" y="2882"/>
                    </a:lnTo>
                    <a:lnTo>
                      <a:pt x="703" y="3453"/>
                    </a:lnTo>
                    <a:lnTo>
                      <a:pt x="1" y="3632"/>
                    </a:lnTo>
                    <a:lnTo>
                      <a:pt x="382" y="4239"/>
                    </a:lnTo>
                    <a:lnTo>
                      <a:pt x="1537" y="6192"/>
                    </a:lnTo>
                    <a:lnTo>
                      <a:pt x="417" y="8073"/>
                    </a:lnTo>
                    <a:lnTo>
                      <a:pt x="48" y="8680"/>
                    </a:lnTo>
                    <a:lnTo>
                      <a:pt x="751" y="8859"/>
                    </a:lnTo>
                    <a:lnTo>
                      <a:pt x="2977" y="9442"/>
                    </a:lnTo>
                    <a:lnTo>
                      <a:pt x="3561" y="11538"/>
                    </a:lnTo>
                    <a:lnTo>
                      <a:pt x="3751" y="12216"/>
                    </a:lnTo>
                    <a:lnTo>
                      <a:pt x="4382" y="11859"/>
                    </a:lnTo>
                    <a:lnTo>
                      <a:pt x="6394" y="10752"/>
                    </a:lnTo>
                    <a:lnTo>
                      <a:pt x="8323" y="11835"/>
                    </a:lnTo>
                    <a:lnTo>
                      <a:pt x="8954" y="12192"/>
                    </a:lnTo>
                    <a:lnTo>
                      <a:pt x="9145" y="11502"/>
                    </a:lnTo>
                    <a:lnTo>
                      <a:pt x="9740" y="9335"/>
                    </a:lnTo>
                    <a:lnTo>
                      <a:pt x="11895" y="8763"/>
                    </a:lnTo>
                    <a:lnTo>
                      <a:pt x="12597" y="8585"/>
                    </a:lnTo>
                    <a:lnTo>
                      <a:pt x="12240" y="7978"/>
                    </a:lnTo>
                    <a:lnTo>
                      <a:pt x="11073" y="6025"/>
                    </a:lnTo>
                    <a:lnTo>
                      <a:pt x="12193" y="4156"/>
                    </a:lnTo>
                    <a:lnTo>
                      <a:pt x="12550" y="3537"/>
                    </a:lnTo>
                    <a:lnTo>
                      <a:pt x="11847" y="3358"/>
                    </a:lnTo>
                    <a:lnTo>
                      <a:pt x="9621" y="2786"/>
                    </a:lnTo>
                    <a:lnTo>
                      <a:pt x="9037" y="679"/>
                    </a:lnTo>
                    <a:lnTo>
                      <a:pt x="884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4" name="Google Shape;1044;p26"/>
              <p:cNvSpPr/>
              <p:nvPr/>
            </p:nvSpPr>
            <p:spPr>
              <a:xfrm>
                <a:off x="6700525" y="-1718525"/>
                <a:ext cx="314650" cy="217600"/>
              </a:xfrm>
              <a:custGeom>
                <a:avLst/>
                <a:gdLst/>
                <a:ahLst/>
                <a:cxnLst/>
                <a:rect l="l" t="t" r="r" b="b"/>
                <a:pathLst>
                  <a:path w="12586" h="8704" extrusionOk="0">
                    <a:moveTo>
                      <a:pt x="10526" y="2941"/>
                    </a:moveTo>
                    <a:lnTo>
                      <a:pt x="11538" y="4644"/>
                    </a:lnTo>
                    <a:lnTo>
                      <a:pt x="9466" y="5179"/>
                    </a:lnTo>
                    <a:lnTo>
                      <a:pt x="7168" y="2941"/>
                    </a:lnTo>
                    <a:close/>
                    <a:moveTo>
                      <a:pt x="5454" y="2941"/>
                    </a:moveTo>
                    <a:lnTo>
                      <a:pt x="3072" y="5239"/>
                    </a:lnTo>
                    <a:lnTo>
                      <a:pt x="1108" y="4739"/>
                    </a:lnTo>
                    <a:lnTo>
                      <a:pt x="2179" y="2941"/>
                    </a:lnTo>
                    <a:close/>
                    <a:moveTo>
                      <a:pt x="6656" y="3429"/>
                    </a:moveTo>
                    <a:lnTo>
                      <a:pt x="9037" y="5739"/>
                    </a:lnTo>
                    <a:lnTo>
                      <a:pt x="8514" y="7644"/>
                    </a:lnTo>
                    <a:lnTo>
                      <a:pt x="6656" y="6596"/>
                    </a:lnTo>
                    <a:lnTo>
                      <a:pt x="6656" y="3429"/>
                    </a:lnTo>
                    <a:close/>
                    <a:moveTo>
                      <a:pt x="5954" y="3417"/>
                    </a:moveTo>
                    <a:lnTo>
                      <a:pt x="5954" y="6691"/>
                    </a:lnTo>
                    <a:lnTo>
                      <a:pt x="4204" y="7668"/>
                    </a:lnTo>
                    <a:lnTo>
                      <a:pt x="3656" y="5656"/>
                    </a:lnTo>
                    <a:lnTo>
                      <a:pt x="5954" y="3417"/>
                    </a:lnTo>
                    <a:close/>
                    <a:moveTo>
                      <a:pt x="394" y="0"/>
                    </a:moveTo>
                    <a:lnTo>
                      <a:pt x="1" y="107"/>
                    </a:lnTo>
                    <a:lnTo>
                      <a:pt x="358" y="726"/>
                    </a:lnTo>
                    <a:lnTo>
                      <a:pt x="1525" y="2667"/>
                    </a:lnTo>
                    <a:lnTo>
                      <a:pt x="405" y="4548"/>
                    </a:lnTo>
                    <a:lnTo>
                      <a:pt x="36" y="5156"/>
                    </a:lnTo>
                    <a:lnTo>
                      <a:pt x="739" y="5334"/>
                    </a:lnTo>
                    <a:lnTo>
                      <a:pt x="2965" y="5918"/>
                    </a:lnTo>
                    <a:lnTo>
                      <a:pt x="3549" y="8013"/>
                    </a:lnTo>
                    <a:lnTo>
                      <a:pt x="3739" y="8704"/>
                    </a:lnTo>
                    <a:lnTo>
                      <a:pt x="4370" y="8346"/>
                    </a:lnTo>
                    <a:lnTo>
                      <a:pt x="6370" y="7227"/>
                    </a:lnTo>
                    <a:lnTo>
                      <a:pt x="8311" y="8311"/>
                    </a:lnTo>
                    <a:lnTo>
                      <a:pt x="8930" y="8668"/>
                    </a:lnTo>
                    <a:lnTo>
                      <a:pt x="9133" y="7989"/>
                    </a:lnTo>
                    <a:lnTo>
                      <a:pt x="9728" y="5810"/>
                    </a:lnTo>
                    <a:lnTo>
                      <a:pt x="11883" y="5251"/>
                    </a:lnTo>
                    <a:lnTo>
                      <a:pt x="12586" y="5072"/>
                    </a:lnTo>
                    <a:lnTo>
                      <a:pt x="12228" y="4453"/>
                    </a:lnTo>
                    <a:lnTo>
                      <a:pt x="11062" y="2512"/>
                    </a:lnTo>
                    <a:lnTo>
                      <a:pt x="12181" y="631"/>
                    </a:lnTo>
                    <a:lnTo>
                      <a:pt x="12538" y="24"/>
                    </a:lnTo>
                    <a:lnTo>
                      <a:pt x="12478" y="0"/>
                    </a:lnTo>
                    <a:lnTo>
                      <a:pt x="9752" y="0"/>
                    </a:lnTo>
                    <a:lnTo>
                      <a:pt x="11490" y="453"/>
                    </a:lnTo>
                    <a:lnTo>
                      <a:pt x="10419" y="2250"/>
                    </a:lnTo>
                    <a:lnTo>
                      <a:pt x="7144" y="2250"/>
                    </a:lnTo>
                    <a:lnTo>
                      <a:pt x="9454" y="0"/>
                    </a:lnTo>
                    <a:lnTo>
                      <a:pt x="8454" y="0"/>
                    </a:lnTo>
                    <a:lnTo>
                      <a:pt x="6644" y="1762"/>
                    </a:lnTo>
                    <a:lnTo>
                      <a:pt x="6644" y="0"/>
                    </a:lnTo>
                    <a:lnTo>
                      <a:pt x="5942" y="0"/>
                    </a:lnTo>
                    <a:lnTo>
                      <a:pt x="5942" y="1762"/>
                    </a:lnTo>
                    <a:lnTo>
                      <a:pt x="4120" y="0"/>
                    </a:lnTo>
                    <a:lnTo>
                      <a:pt x="3132" y="0"/>
                    </a:lnTo>
                    <a:lnTo>
                      <a:pt x="5430" y="2250"/>
                    </a:lnTo>
                    <a:lnTo>
                      <a:pt x="2072" y="2250"/>
                    </a:lnTo>
                    <a:lnTo>
                      <a:pt x="1060" y="536"/>
                    </a:lnTo>
                    <a:lnTo>
                      <a:pt x="3132"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5" name="Google Shape;1045;p26"/>
              <p:cNvSpPr/>
              <p:nvPr/>
            </p:nvSpPr>
            <p:spPr>
              <a:xfrm>
                <a:off x="7647075" y="-1500650"/>
                <a:ext cx="311975" cy="305425"/>
              </a:xfrm>
              <a:custGeom>
                <a:avLst/>
                <a:gdLst/>
                <a:ahLst/>
                <a:cxnLst/>
                <a:rect l="l" t="t" r="r" b="b"/>
                <a:pathLst>
                  <a:path w="12479" h="12217" extrusionOk="0">
                    <a:moveTo>
                      <a:pt x="4084" y="1084"/>
                    </a:moveTo>
                    <a:lnTo>
                      <a:pt x="5942" y="2132"/>
                    </a:lnTo>
                    <a:lnTo>
                      <a:pt x="5942" y="5299"/>
                    </a:lnTo>
                    <a:lnTo>
                      <a:pt x="3560" y="2989"/>
                    </a:lnTo>
                    <a:lnTo>
                      <a:pt x="4084" y="1084"/>
                    </a:lnTo>
                    <a:close/>
                    <a:moveTo>
                      <a:pt x="8394" y="1036"/>
                    </a:moveTo>
                    <a:lnTo>
                      <a:pt x="8954" y="3049"/>
                    </a:lnTo>
                    <a:lnTo>
                      <a:pt x="6644" y="5299"/>
                    </a:lnTo>
                    <a:lnTo>
                      <a:pt x="6644" y="2025"/>
                    </a:lnTo>
                    <a:lnTo>
                      <a:pt x="8394" y="1036"/>
                    </a:lnTo>
                    <a:close/>
                    <a:moveTo>
                      <a:pt x="3132" y="3525"/>
                    </a:moveTo>
                    <a:lnTo>
                      <a:pt x="5442" y="5775"/>
                    </a:lnTo>
                    <a:lnTo>
                      <a:pt x="2072" y="5775"/>
                    </a:lnTo>
                    <a:lnTo>
                      <a:pt x="1060" y="4061"/>
                    </a:lnTo>
                    <a:lnTo>
                      <a:pt x="3132" y="3525"/>
                    </a:lnTo>
                    <a:close/>
                    <a:moveTo>
                      <a:pt x="9514" y="3465"/>
                    </a:moveTo>
                    <a:lnTo>
                      <a:pt x="11478" y="3965"/>
                    </a:lnTo>
                    <a:lnTo>
                      <a:pt x="10407" y="5775"/>
                    </a:lnTo>
                    <a:lnTo>
                      <a:pt x="7132" y="5775"/>
                    </a:lnTo>
                    <a:lnTo>
                      <a:pt x="9514" y="3465"/>
                    </a:lnTo>
                    <a:close/>
                    <a:moveTo>
                      <a:pt x="10514" y="6454"/>
                    </a:moveTo>
                    <a:lnTo>
                      <a:pt x="11526" y="8168"/>
                    </a:lnTo>
                    <a:lnTo>
                      <a:pt x="9454" y="8704"/>
                    </a:lnTo>
                    <a:lnTo>
                      <a:pt x="7144" y="6454"/>
                    </a:lnTo>
                    <a:close/>
                    <a:moveTo>
                      <a:pt x="5442" y="6454"/>
                    </a:moveTo>
                    <a:lnTo>
                      <a:pt x="3060" y="8763"/>
                    </a:lnTo>
                    <a:lnTo>
                      <a:pt x="1096" y="8252"/>
                    </a:lnTo>
                    <a:lnTo>
                      <a:pt x="2167" y="6454"/>
                    </a:lnTo>
                    <a:close/>
                    <a:moveTo>
                      <a:pt x="6644" y="6954"/>
                    </a:moveTo>
                    <a:lnTo>
                      <a:pt x="9025" y="9252"/>
                    </a:lnTo>
                    <a:lnTo>
                      <a:pt x="8502" y="11157"/>
                    </a:lnTo>
                    <a:lnTo>
                      <a:pt x="6644" y="10121"/>
                    </a:lnTo>
                    <a:lnTo>
                      <a:pt x="6644" y="6954"/>
                    </a:lnTo>
                    <a:close/>
                    <a:moveTo>
                      <a:pt x="5942" y="6930"/>
                    </a:moveTo>
                    <a:lnTo>
                      <a:pt x="5942" y="10204"/>
                    </a:lnTo>
                    <a:lnTo>
                      <a:pt x="4191" y="11192"/>
                    </a:lnTo>
                    <a:lnTo>
                      <a:pt x="3632" y="9180"/>
                    </a:lnTo>
                    <a:lnTo>
                      <a:pt x="5942" y="6930"/>
                    </a:lnTo>
                    <a:close/>
                    <a:moveTo>
                      <a:pt x="8847" y="1"/>
                    </a:moveTo>
                    <a:lnTo>
                      <a:pt x="8216" y="358"/>
                    </a:lnTo>
                    <a:lnTo>
                      <a:pt x="6216" y="1465"/>
                    </a:lnTo>
                    <a:lnTo>
                      <a:pt x="4275" y="382"/>
                    </a:lnTo>
                    <a:lnTo>
                      <a:pt x="3656" y="24"/>
                    </a:lnTo>
                    <a:lnTo>
                      <a:pt x="3453" y="715"/>
                    </a:lnTo>
                    <a:lnTo>
                      <a:pt x="2858" y="2882"/>
                    </a:lnTo>
                    <a:lnTo>
                      <a:pt x="703" y="3453"/>
                    </a:lnTo>
                    <a:lnTo>
                      <a:pt x="0" y="3632"/>
                    </a:lnTo>
                    <a:lnTo>
                      <a:pt x="381" y="4239"/>
                    </a:lnTo>
                    <a:lnTo>
                      <a:pt x="1536" y="6192"/>
                    </a:lnTo>
                    <a:lnTo>
                      <a:pt x="417" y="8061"/>
                    </a:lnTo>
                    <a:lnTo>
                      <a:pt x="48" y="8680"/>
                    </a:lnTo>
                    <a:lnTo>
                      <a:pt x="751" y="8859"/>
                    </a:lnTo>
                    <a:lnTo>
                      <a:pt x="2977" y="9430"/>
                    </a:lnTo>
                    <a:lnTo>
                      <a:pt x="3560" y="11538"/>
                    </a:lnTo>
                    <a:lnTo>
                      <a:pt x="3751" y="12216"/>
                    </a:lnTo>
                    <a:lnTo>
                      <a:pt x="4382" y="11859"/>
                    </a:lnTo>
                    <a:lnTo>
                      <a:pt x="6394" y="10740"/>
                    </a:lnTo>
                    <a:lnTo>
                      <a:pt x="8323" y="11835"/>
                    </a:lnTo>
                    <a:lnTo>
                      <a:pt x="8954" y="12192"/>
                    </a:lnTo>
                    <a:lnTo>
                      <a:pt x="9144" y="11502"/>
                    </a:lnTo>
                    <a:lnTo>
                      <a:pt x="9740" y="9335"/>
                    </a:lnTo>
                    <a:lnTo>
                      <a:pt x="11895" y="8763"/>
                    </a:lnTo>
                    <a:lnTo>
                      <a:pt x="12478" y="8621"/>
                    </a:lnTo>
                    <a:lnTo>
                      <a:pt x="12478" y="8359"/>
                    </a:lnTo>
                    <a:lnTo>
                      <a:pt x="12240" y="7978"/>
                    </a:lnTo>
                    <a:lnTo>
                      <a:pt x="11073" y="6025"/>
                    </a:lnTo>
                    <a:lnTo>
                      <a:pt x="12192" y="4156"/>
                    </a:lnTo>
                    <a:lnTo>
                      <a:pt x="12466" y="3691"/>
                    </a:lnTo>
                    <a:lnTo>
                      <a:pt x="12466" y="3513"/>
                    </a:lnTo>
                    <a:lnTo>
                      <a:pt x="11847" y="3346"/>
                    </a:lnTo>
                    <a:lnTo>
                      <a:pt x="9621" y="2775"/>
                    </a:lnTo>
                    <a:lnTo>
                      <a:pt x="9037" y="679"/>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6" name="Google Shape;1046;p26"/>
              <p:cNvSpPr/>
              <p:nvPr/>
            </p:nvSpPr>
            <p:spPr>
              <a:xfrm>
                <a:off x="7646775" y="-1718525"/>
                <a:ext cx="311975" cy="217600"/>
              </a:xfrm>
              <a:custGeom>
                <a:avLst/>
                <a:gdLst/>
                <a:ahLst/>
                <a:cxnLst/>
                <a:rect l="l" t="t" r="r" b="b"/>
                <a:pathLst>
                  <a:path w="12479" h="8704" extrusionOk="0">
                    <a:moveTo>
                      <a:pt x="10526" y="2941"/>
                    </a:moveTo>
                    <a:lnTo>
                      <a:pt x="11538" y="4644"/>
                    </a:lnTo>
                    <a:lnTo>
                      <a:pt x="9466" y="5179"/>
                    </a:lnTo>
                    <a:lnTo>
                      <a:pt x="7156" y="2941"/>
                    </a:lnTo>
                    <a:close/>
                    <a:moveTo>
                      <a:pt x="5454" y="2941"/>
                    </a:moveTo>
                    <a:lnTo>
                      <a:pt x="3072" y="5239"/>
                    </a:lnTo>
                    <a:lnTo>
                      <a:pt x="1108" y="4739"/>
                    </a:lnTo>
                    <a:lnTo>
                      <a:pt x="2179" y="2941"/>
                    </a:lnTo>
                    <a:close/>
                    <a:moveTo>
                      <a:pt x="6656" y="3429"/>
                    </a:moveTo>
                    <a:lnTo>
                      <a:pt x="9037" y="5739"/>
                    </a:lnTo>
                    <a:lnTo>
                      <a:pt x="8514" y="7644"/>
                    </a:lnTo>
                    <a:lnTo>
                      <a:pt x="6656" y="6596"/>
                    </a:lnTo>
                    <a:lnTo>
                      <a:pt x="6656" y="3429"/>
                    </a:lnTo>
                    <a:close/>
                    <a:moveTo>
                      <a:pt x="5954" y="3417"/>
                    </a:moveTo>
                    <a:lnTo>
                      <a:pt x="5954" y="6691"/>
                    </a:lnTo>
                    <a:lnTo>
                      <a:pt x="4203" y="7668"/>
                    </a:lnTo>
                    <a:lnTo>
                      <a:pt x="3644" y="5656"/>
                    </a:lnTo>
                    <a:lnTo>
                      <a:pt x="5954" y="3417"/>
                    </a:lnTo>
                    <a:close/>
                    <a:moveTo>
                      <a:pt x="417" y="0"/>
                    </a:moveTo>
                    <a:lnTo>
                      <a:pt x="1" y="107"/>
                    </a:lnTo>
                    <a:lnTo>
                      <a:pt x="370" y="726"/>
                    </a:lnTo>
                    <a:lnTo>
                      <a:pt x="1536" y="2667"/>
                    </a:lnTo>
                    <a:lnTo>
                      <a:pt x="417" y="4548"/>
                    </a:lnTo>
                    <a:lnTo>
                      <a:pt x="48" y="5156"/>
                    </a:lnTo>
                    <a:lnTo>
                      <a:pt x="751" y="5334"/>
                    </a:lnTo>
                    <a:lnTo>
                      <a:pt x="2977" y="5918"/>
                    </a:lnTo>
                    <a:lnTo>
                      <a:pt x="3561" y="8013"/>
                    </a:lnTo>
                    <a:lnTo>
                      <a:pt x="3751" y="8704"/>
                    </a:lnTo>
                    <a:lnTo>
                      <a:pt x="4382" y="8346"/>
                    </a:lnTo>
                    <a:lnTo>
                      <a:pt x="6382" y="7227"/>
                    </a:lnTo>
                    <a:lnTo>
                      <a:pt x="8323" y="8311"/>
                    </a:lnTo>
                    <a:lnTo>
                      <a:pt x="8942" y="8668"/>
                    </a:lnTo>
                    <a:lnTo>
                      <a:pt x="9145" y="7989"/>
                    </a:lnTo>
                    <a:lnTo>
                      <a:pt x="9740" y="5810"/>
                    </a:lnTo>
                    <a:lnTo>
                      <a:pt x="11895" y="5251"/>
                    </a:lnTo>
                    <a:lnTo>
                      <a:pt x="12478" y="5096"/>
                    </a:lnTo>
                    <a:lnTo>
                      <a:pt x="12478" y="4846"/>
                    </a:lnTo>
                    <a:lnTo>
                      <a:pt x="12240" y="4453"/>
                    </a:lnTo>
                    <a:lnTo>
                      <a:pt x="11073" y="2512"/>
                    </a:lnTo>
                    <a:lnTo>
                      <a:pt x="12193" y="631"/>
                    </a:lnTo>
                    <a:lnTo>
                      <a:pt x="12335" y="393"/>
                    </a:lnTo>
                    <a:cubicBezTo>
                      <a:pt x="11597" y="143"/>
                      <a:pt x="10764" y="0"/>
                      <a:pt x="9883" y="0"/>
                    </a:cubicBezTo>
                    <a:lnTo>
                      <a:pt x="9776" y="0"/>
                    </a:lnTo>
                    <a:lnTo>
                      <a:pt x="11490" y="453"/>
                    </a:lnTo>
                    <a:lnTo>
                      <a:pt x="10419" y="2250"/>
                    </a:lnTo>
                    <a:lnTo>
                      <a:pt x="7144" y="2250"/>
                    </a:lnTo>
                    <a:lnTo>
                      <a:pt x="9454" y="0"/>
                    </a:lnTo>
                    <a:lnTo>
                      <a:pt x="8454" y="0"/>
                    </a:lnTo>
                    <a:lnTo>
                      <a:pt x="6644" y="1762"/>
                    </a:lnTo>
                    <a:lnTo>
                      <a:pt x="6644" y="0"/>
                    </a:lnTo>
                    <a:lnTo>
                      <a:pt x="5942" y="0"/>
                    </a:lnTo>
                    <a:lnTo>
                      <a:pt x="5942" y="1762"/>
                    </a:lnTo>
                    <a:lnTo>
                      <a:pt x="4120" y="0"/>
                    </a:lnTo>
                    <a:lnTo>
                      <a:pt x="3132" y="0"/>
                    </a:lnTo>
                    <a:lnTo>
                      <a:pt x="5430" y="2250"/>
                    </a:lnTo>
                    <a:lnTo>
                      <a:pt x="2072" y="2250"/>
                    </a:lnTo>
                    <a:lnTo>
                      <a:pt x="1060" y="536"/>
                    </a:lnTo>
                    <a:lnTo>
                      <a:pt x="3132"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7" name="Google Shape;1047;p26"/>
              <p:cNvSpPr/>
              <p:nvPr/>
            </p:nvSpPr>
            <p:spPr>
              <a:xfrm>
                <a:off x="7329475" y="-1500350"/>
                <a:ext cx="314650" cy="305425"/>
              </a:xfrm>
              <a:custGeom>
                <a:avLst/>
                <a:gdLst/>
                <a:ahLst/>
                <a:cxnLst/>
                <a:rect l="l" t="t" r="r" b="b"/>
                <a:pathLst>
                  <a:path w="12586" h="12217" extrusionOk="0">
                    <a:moveTo>
                      <a:pt x="4096" y="1072"/>
                    </a:moveTo>
                    <a:lnTo>
                      <a:pt x="5954" y="2120"/>
                    </a:lnTo>
                    <a:lnTo>
                      <a:pt x="5954" y="5287"/>
                    </a:lnTo>
                    <a:lnTo>
                      <a:pt x="3572" y="2977"/>
                    </a:lnTo>
                    <a:lnTo>
                      <a:pt x="4096" y="1072"/>
                    </a:lnTo>
                    <a:close/>
                    <a:moveTo>
                      <a:pt x="8406" y="1024"/>
                    </a:moveTo>
                    <a:lnTo>
                      <a:pt x="8954" y="3037"/>
                    </a:lnTo>
                    <a:lnTo>
                      <a:pt x="6656" y="5287"/>
                    </a:lnTo>
                    <a:lnTo>
                      <a:pt x="6656" y="2013"/>
                    </a:lnTo>
                    <a:lnTo>
                      <a:pt x="8406" y="1024"/>
                    </a:lnTo>
                    <a:close/>
                    <a:moveTo>
                      <a:pt x="3144" y="3513"/>
                    </a:moveTo>
                    <a:lnTo>
                      <a:pt x="5442" y="5763"/>
                    </a:lnTo>
                    <a:lnTo>
                      <a:pt x="2084" y="5763"/>
                    </a:lnTo>
                    <a:lnTo>
                      <a:pt x="1072" y="4049"/>
                    </a:lnTo>
                    <a:lnTo>
                      <a:pt x="3144" y="3513"/>
                    </a:lnTo>
                    <a:close/>
                    <a:moveTo>
                      <a:pt x="9526" y="3453"/>
                    </a:moveTo>
                    <a:lnTo>
                      <a:pt x="11490" y="3953"/>
                    </a:lnTo>
                    <a:lnTo>
                      <a:pt x="10418" y="5763"/>
                    </a:lnTo>
                    <a:lnTo>
                      <a:pt x="7144" y="5763"/>
                    </a:lnTo>
                    <a:lnTo>
                      <a:pt x="9526" y="3453"/>
                    </a:lnTo>
                    <a:close/>
                    <a:moveTo>
                      <a:pt x="10526" y="6442"/>
                    </a:moveTo>
                    <a:lnTo>
                      <a:pt x="11538" y="8156"/>
                    </a:lnTo>
                    <a:lnTo>
                      <a:pt x="9466" y="8692"/>
                    </a:lnTo>
                    <a:lnTo>
                      <a:pt x="7156" y="6442"/>
                    </a:lnTo>
                    <a:close/>
                    <a:moveTo>
                      <a:pt x="5442" y="6442"/>
                    </a:moveTo>
                    <a:lnTo>
                      <a:pt x="3060" y="8751"/>
                    </a:lnTo>
                    <a:lnTo>
                      <a:pt x="1096" y="8240"/>
                    </a:lnTo>
                    <a:lnTo>
                      <a:pt x="2167" y="6442"/>
                    </a:lnTo>
                    <a:close/>
                    <a:moveTo>
                      <a:pt x="6656" y="6942"/>
                    </a:moveTo>
                    <a:lnTo>
                      <a:pt x="9037" y="9240"/>
                    </a:lnTo>
                    <a:lnTo>
                      <a:pt x="8513" y="11145"/>
                    </a:lnTo>
                    <a:lnTo>
                      <a:pt x="6656" y="10109"/>
                    </a:lnTo>
                    <a:lnTo>
                      <a:pt x="6656" y="6942"/>
                    </a:lnTo>
                    <a:close/>
                    <a:moveTo>
                      <a:pt x="5954" y="6918"/>
                    </a:moveTo>
                    <a:lnTo>
                      <a:pt x="5954" y="10192"/>
                    </a:lnTo>
                    <a:lnTo>
                      <a:pt x="4192" y="11180"/>
                    </a:lnTo>
                    <a:lnTo>
                      <a:pt x="3644" y="9168"/>
                    </a:lnTo>
                    <a:lnTo>
                      <a:pt x="5954" y="6918"/>
                    </a:lnTo>
                    <a:close/>
                    <a:moveTo>
                      <a:pt x="8835" y="0"/>
                    </a:moveTo>
                    <a:lnTo>
                      <a:pt x="8216" y="358"/>
                    </a:lnTo>
                    <a:lnTo>
                      <a:pt x="6204" y="1477"/>
                    </a:lnTo>
                    <a:lnTo>
                      <a:pt x="4275" y="381"/>
                    </a:lnTo>
                    <a:lnTo>
                      <a:pt x="3644" y="24"/>
                    </a:lnTo>
                    <a:lnTo>
                      <a:pt x="3453" y="715"/>
                    </a:lnTo>
                    <a:lnTo>
                      <a:pt x="2858" y="2882"/>
                    </a:lnTo>
                    <a:lnTo>
                      <a:pt x="703" y="3453"/>
                    </a:lnTo>
                    <a:lnTo>
                      <a:pt x="1" y="3632"/>
                    </a:lnTo>
                    <a:lnTo>
                      <a:pt x="370" y="4239"/>
                    </a:lnTo>
                    <a:lnTo>
                      <a:pt x="1525" y="6192"/>
                    </a:lnTo>
                    <a:lnTo>
                      <a:pt x="417" y="8073"/>
                    </a:lnTo>
                    <a:lnTo>
                      <a:pt x="36" y="8680"/>
                    </a:lnTo>
                    <a:lnTo>
                      <a:pt x="739" y="8859"/>
                    </a:lnTo>
                    <a:lnTo>
                      <a:pt x="2977" y="9442"/>
                    </a:lnTo>
                    <a:lnTo>
                      <a:pt x="3560" y="11538"/>
                    </a:lnTo>
                    <a:lnTo>
                      <a:pt x="3751" y="12216"/>
                    </a:lnTo>
                    <a:lnTo>
                      <a:pt x="4370" y="11859"/>
                    </a:lnTo>
                    <a:lnTo>
                      <a:pt x="6382" y="10752"/>
                    </a:lnTo>
                    <a:lnTo>
                      <a:pt x="8323" y="11835"/>
                    </a:lnTo>
                    <a:lnTo>
                      <a:pt x="8942" y="12192"/>
                    </a:lnTo>
                    <a:lnTo>
                      <a:pt x="9133" y="11502"/>
                    </a:lnTo>
                    <a:lnTo>
                      <a:pt x="9728" y="9335"/>
                    </a:lnTo>
                    <a:lnTo>
                      <a:pt x="11895" y="8763"/>
                    </a:lnTo>
                    <a:lnTo>
                      <a:pt x="12585" y="8585"/>
                    </a:lnTo>
                    <a:lnTo>
                      <a:pt x="12228" y="7978"/>
                    </a:lnTo>
                    <a:lnTo>
                      <a:pt x="11073" y="6025"/>
                    </a:lnTo>
                    <a:lnTo>
                      <a:pt x="12193" y="4156"/>
                    </a:lnTo>
                    <a:lnTo>
                      <a:pt x="12550" y="3537"/>
                    </a:lnTo>
                    <a:lnTo>
                      <a:pt x="11847" y="3358"/>
                    </a:lnTo>
                    <a:lnTo>
                      <a:pt x="9609" y="2786"/>
                    </a:lnTo>
                    <a:lnTo>
                      <a:pt x="9037" y="679"/>
                    </a:lnTo>
                    <a:lnTo>
                      <a:pt x="8835"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8" name="Google Shape;1048;p26"/>
              <p:cNvSpPr/>
              <p:nvPr/>
            </p:nvSpPr>
            <p:spPr>
              <a:xfrm>
                <a:off x="7329175" y="-1718525"/>
                <a:ext cx="314350" cy="217600"/>
              </a:xfrm>
              <a:custGeom>
                <a:avLst/>
                <a:gdLst/>
                <a:ahLst/>
                <a:cxnLst/>
                <a:rect l="l" t="t" r="r" b="b"/>
                <a:pathLst>
                  <a:path w="12574" h="8704" extrusionOk="0">
                    <a:moveTo>
                      <a:pt x="10538" y="2941"/>
                    </a:moveTo>
                    <a:lnTo>
                      <a:pt x="11550" y="4644"/>
                    </a:lnTo>
                    <a:lnTo>
                      <a:pt x="9478" y="5179"/>
                    </a:lnTo>
                    <a:lnTo>
                      <a:pt x="7168" y="2941"/>
                    </a:lnTo>
                    <a:close/>
                    <a:moveTo>
                      <a:pt x="5454" y="2941"/>
                    </a:moveTo>
                    <a:lnTo>
                      <a:pt x="3072" y="5239"/>
                    </a:lnTo>
                    <a:lnTo>
                      <a:pt x="1108" y="4739"/>
                    </a:lnTo>
                    <a:lnTo>
                      <a:pt x="2179" y="2941"/>
                    </a:lnTo>
                    <a:close/>
                    <a:moveTo>
                      <a:pt x="6668" y="3429"/>
                    </a:moveTo>
                    <a:lnTo>
                      <a:pt x="9049" y="5739"/>
                    </a:lnTo>
                    <a:lnTo>
                      <a:pt x="8525" y="7644"/>
                    </a:lnTo>
                    <a:lnTo>
                      <a:pt x="6668" y="6596"/>
                    </a:lnTo>
                    <a:lnTo>
                      <a:pt x="6668" y="3429"/>
                    </a:lnTo>
                    <a:close/>
                    <a:moveTo>
                      <a:pt x="5966" y="3417"/>
                    </a:moveTo>
                    <a:lnTo>
                      <a:pt x="5966" y="6691"/>
                    </a:lnTo>
                    <a:lnTo>
                      <a:pt x="4204" y="7668"/>
                    </a:lnTo>
                    <a:lnTo>
                      <a:pt x="3656" y="5656"/>
                    </a:lnTo>
                    <a:lnTo>
                      <a:pt x="5966" y="3417"/>
                    </a:lnTo>
                    <a:close/>
                    <a:moveTo>
                      <a:pt x="417" y="0"/>
                    </a:moveTo>
                    <a:lnTo>
                      <a:pt x="1" y="107"/>
                    </a:lnTo>
                    <a:lnTo>
                      <a:pt x="358" y="726"/>
                    </a:lnTo>
                    <a:lnTo>
                      <a:pt x="1513" y="2667"/>
                    </a:lnTo>
                    <a:lnTo>
                      <a:pt x="394" y="4548"/>
                    </a:lnTo>
                    <a:lnTo>
                      <a:pt x="24" y="5156"/>
                    </a:lnTo>
                    <a:lnTo>
                      <a:pt x="727" y="5334"/>
                    </a:lnTo>
                    <a:lnTo>
                      <a:pt x="2953" y="5918"/>
                    </a:lnTo>
                    <a:lnTo>
                      <a:pt x="3537" y="8013"/>
                    </a:lnTo>
                    <a:lnTo>
                      <a:pt x="3727" y="8704"/>
                    </a:lnTo>
                    <a:lnTo>
                      <a:pt x="4358" y="8346"/>
                    </a:lnTo>
                    <a:lnTo>
                      <a:pt x="6370" y="7227"/>
                    </a:lnTo>
                    <a:lnTo>
                      <a:pt x="8299" y="8311"/>
                    </a:lnTo>
                    <a:lnTo>
                      <a:pt x="8930" y="8668"/>
                    </a:lnTo>
                    <a:lnTo>
                      <a:pt x="9121" y="7989"/>
                    </a:lnTo>
                    <a:lnTo>
                      <a:pt x="9716" y="5810"/>
                    </a:lnTo>
                    <a:lnTo>
                      <a:pt x="11871" y="5251"/>
                    </a:lnTo>
                    <a:lnTo>
                      <a:pt x="12574" y="5072"/>
                    </a:lnTo>
                    <a:lnTo>
                      <a:pt x="12216" y="4453"/>
                    </a:lnTo>
                    <a:lnTo>
                      <a:pt x="11050" y="2512"/>
                    </a:lnTo>
                    <a:lnTo>
                      <a:pt x="12169" y="631"/>
                    </a:lnTo>
                    <a:lnTo>
                      <a:pt x="12526" y="24"/>
                    </a:lnTo>
                    <a:lnTo>
                      <a:pt x="12466" y="0"/>
                    </a:lnTo>
                    <a:lnTo>
                      <a:pt x="9740" y="0"/>
                    </a:lnTo>
                    <a:lnTo>
                      <a:pt x="11502" y="453"/>
                    </a:lnTo>
                    <a:lnTo>
                      <a:pt x="10430" y="2250"/>
                    </a:lnTo>
                    <a:lnTo>
                      <a:pt x="7156" y="2250"/>
                    </a:lnTo>
                    <a:lnTo>
                      <a:pt x="9466" y="0"/>
                    </a:lnTo>
                    <a:lnTo>
                      <a:pt x="8466" y="0"/>
                    </a:lnTo>
                    <a:lnTo>
                      <a:pt x="6644" y="1762"/>
                    </a:lnTo>
                    <a:lnTo>
                      <a:pt x="6644" y="0"/>
                    </a:lnTo>
                    <a:lnTo>
                      <a:pt x="5942" y="0"/>
                    </a:lnTo>
                    <a:lnTo>
                      <a:pt x="5942" y="1762"/>
                    </a:lnTo>
                    <a:lnTo>
                      <a:pt x="4132" y="0"/>
                    </a:lnTo>
                    <a:lnTo>
                      <a:pt x="3132" y="0"/>
                    </a:lnTo>
                    <a:lnTo>
                      <a:pt x="5442" y="2250"/>
                    </a:lnTo>
                    <a:lnTo>
                      <a:pt x="2072" y="2250"/>
                    </a:lnTo>
                    <a:lnTo>
                      <a:pt x="1060" y="536"/>
                    </a:lnTo>
                    <a:lnTo>
                      <a:pt x="3132"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49" name="Google Shape;1049;p26"/>
              <p:cNvSpPr/>
              <p:nvPr/>
            </p:nvSpPr>
            <p:spPr>
              <a:xfrm>
                <a:off x="8276625" y="-1411950"/>
                <a:ext cx="173250" cy="217625"/>
              </a:xfrm>
              <a:custGeom>
                <a:avLst/>
                <a:gdLst/>
                <a:ahLst/>
                <a:cxnLst/>
                <a:rect l="l" t="t" r="r" b="b"/>
                <a:pathLst>
                  <a:path w="6930" h="8705" extrusionOk="0">
                    <a:moveTo>
                      <a:pt x="5406" y="2906"/>
                    </a:moveTo>
                    <a:lnTo>
                      <a:pt x="3024" y="5215"/>
                    </a:lnTo>
                    <a:lnTo>
                      <a:pt x="1060" y="4704"/>
                    </a:lnTo>
                    <a:lnTo>
                      <a:pt x="2131" y="2906"/>
                    </a:lnTo>
                    <a:close/>
                    <a:moveTo>
                      <a:pt x="381" y="1"/>
                    </a:moveTo>
                    <a:lnTo>
                      <a:pt x="0" y="108"/>
                    </a:lnTo>
                    <a:lnTo>
                      <a:pt x="381" y="727"/>
                    </a:lnTo>
                    <a:lnTo>
                      <a:pt x="1536" y="2668"/>
                    </a:lnTo>
                    <a:lnTo>
                      <a:pt x="417" y="4549"/>
                    </a:lnTo>
                    <a:lnTo>
                      <a:pt x="48" y="5156"/>
                    </a:lnTo>
                    <a:lnTo>
                      <a:pt x="750" y="5335"/>
                    </a:lnTo>
                    <a:lnTo>
                      <a:pt x="2977" y="5918"/>
                    </a:lnTo>
                    <a:lnTo>
                      <a:pt x="3560" y="8013"/>
                    </a:lnTo>
                    <a:lnTo>
                      <a:pt x="3751" y="8704"/>
                    </a:lnTo>
                    <a:lnTo>
                      <a:pt x="4382" y="8347"/>
                    </a:lnTo>
                    <a:lnTo>
                      <a:pt x="6394" y="7228"/>
                    </a:lnTo>
                    <a:lnTo>
                      <a:pt x="6930" y="7525"/>
                    </a:lnTo>
                    <a:cubicBezTo>
                      <a:pt x="6906" y="7287"/>
                      <a:pt x="6894" y="7001"/>
                      <a:pt x="6870" y="6704"/>
                    </a:cubicBezTo>
                    <a:lnTo>
                      <a:pt x="6632" y="6573"/>
                    </a:lnTo>
                    <a:lnTo>
                      <a:pt x="6632" y="5394"/>
                    </a:lnTo>
                    <a:cubicBezTo>
                      <a:pt x="6477" y="4799"/>
                      <a:pt x="6251" y="4168"/>
                      <a:pt x="5930" y="3561"/>
                    </a:cubicBezTo>
                    <a:lnTo>
                      <a:pt x="5930" y="6680"/>
                    </a:lnTo>
                    <a:lnTo>
                      <a:pt x="4167" y="7656"/>
                    </a:lnTo>
                    <a:lnTo>
                      <a:pt x="3620" y="5644"/>
                    </a:lnTo>
                    <a:lnTo>
                      <a:pt x="5882" y="3465"/>
                    </a:lnTo>
                    <a:cubicBezTo>
                      <a:pt x="5822" y="3358"/>
                      <a:pt x="5763" y="3239"/>
                      <a:pt x="5691" y="3132"/>
                    </a:cubicBezTo>
                    <a:cubicBezTo>
                      <a:pt x="5477" y="2799"/>
                      <a:pt x="5251" y="2501"/>
                      <a:pt x="5001" y="2239"/>
                    </a:cubicBezTo>
                    <a:lnTo>
                      <a:pt x="2072" y="2239"/>
                    </a:lnTo>
                    <a:lnTo>
                      <a:pt x="1060" y="524"/>
                    </a:lnTo>
                    <a:lnTo>
                      <a:pt x="1881" y="322"/>
                    </a:lnTo>
                    <a:cubicBezTo>
                      <a:pt x="1405" y="191"/>
                      <a:pt x="917" y="60"/>
                      <a:pt x="381" y="1"/>
                    </a:cubicBez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0" name="Google Shape;1050;p26"/>
              <p:cNvSpPr/>
              <p:nvPr/>
            </p:nvSpPr>
            <p:spPr>
              <a:xfrm>
                <a:off x="7958125" y="-1500350"/>
                <a:ext cx="314950" cy="305425"/>
              </a:xfrm>
              <a:custGeom>
                <a:avLst/>
                <a:gdLst/>
                <a:ahLst/>
                <a:cxnLst/>
                <a:rect l="l" t="t" r="r" b="b"/>
                <a:pathLst>
                  <a:path w="12598" h="12217" extrusionOk="0">
                    <a:moveTo>
                      <a:pt x="4096" y="1072"/>
                    </a:moveTo>
                    <a:lnTo>
                      <a:pt x="5954" y="2120"/>
                    </a:lnTo>
                    <a:lnTo>
                      <a:pt x="5954" y="5287"/>
                    </a:lnTo>
                    <a:lnTo>
                      <a:pt x="3572" y="2977"/>
                    </a:lnTo>
                    <a:lnTo>
                      <a:pt x="4096" y="1072"/>
                    </a:lnTo>
                    <a:close/>
                    <a:moveTo>
                      <a:pt x="8418" y="1024"/>
                    </a:moveTo>
                    <a:lnTo>
                      <a:pt x="8966" y="3037"/>
                    </a:lnTo>
                    <a:lnTo>
                      <a:pt x="6656" y="5287"/>
                    </a:lnTo>
                    <a:lnTo>
                      <a:pt x="6656" y="2013"/>
                    </a:lnTo>
                    <a:lnTo>
                      <a:pt x="8418" y="1024"/>
                    </a:lnTo>
                    <a:close/>
                    <a:moveTo>
                      <a:pt x="3144" y="3513"/>
                    </a:moveTo>
                    <a:lnTo>
                      <a:pt x="5454" y="5763"/>
                    </a:lnTo>
                    <a:lnTo>
                      <a:pt x="2084" y="5763"/>
                    </a:lnTo>
                    <a:lnTo>
                      <a:pt x="1072" y="4049"/>
                    </a:lnTo>
                    <a:lnTo>
                      <a:pt x="3144" y="3513"/>
                    </a:lnTo>
                    <a:close/>
                    <a:moveTo>
                      <a:pt x="9526" y="3453"/>
                    </a:moveTo>
                    <a:lnTo>
                      <a:pt x="11490" y="3953"/>
                    </a:lnTo>
                    <a:lnTo>
                      <a:pt x="10418" y="5763"/>
                    </a:lnTo>
                    <a:lnTo>
                      <a:pt x="7144" y="5763"/>
                    </a:lnTo>
                    <a:lnTo>
                      <a:pt x="9526" y="3453"/>
                    </a:lnTo>
                    <a:close/>
                    <a:moveTo>
                      <a:pt x="10526" y="6442"/>
                    </a:moveTo>
                    <a:lnTo>
                      <a:pt x="11538" y="8156"/>
                    </a:lnTo>
                    <a:lnTo>
                      <a:pt x="9466" y="8692"/>
                    </a:lnTo>
                    <a:lnTo>
                      <a:pt x="7168" y="6442"/>
                    </a:lnTo>
                    <a:close/>
                    <a:moveTo>
                      <a:pt x="5454" y="6442"/>
                    </a:moveTo>
                    <a:lnTo>
                      <a:pt x="3072" y="8751"/>
                    </a:lnTo>
                    <a:lnTo>
                      <a:pt x="1108" y="8240"/>
                    </a:lnTo>
                    <a:lnTo>
                      <a:pt x="2179" y="6442"/>
                    </a:lnTo>
                    <a:close/>
                    <a:moveTo>
                      <a:pt x="6656" y="6942"/>
                    </a:moveTo>
                    <a:lnTo>
                      <a:pt x="9037" y="9240"/>
                    </a:lnTo>
                    <a:lnTo>
                      <a:pt x="8513" y="11145"/>
                    </a:lnTo>
                    <a:lnTo>
                      <a:pt x="6656" y="10109"/>
                    </a:lnTo>
                    <a:lnTo>
                      <a:pt x="6656" y="6942"/>
                    </a:lnTo>
                    <a:close/>
                    <a:moveTo>
                      <a:pt x="5954" y="6918"/>
                    </a:moveTo>
                    <a:lnTo>
                      <a:pt x="5954" y="10192"/>
                    </a:lnTo>
                    <a:lnTo>
                      <a:pt x="4203" y="11180"/>
                    </a:lnTo>
                    <a:lnTo>
                      <a:pt x="3656" y="9168"/>
                    </a:lnTo>
                    <a:lnTo>
                      <a:pt x="5954" y="6918"/>
                    </a:lnTo>
                    <a:close/>
                    <a:moveTo>
                      <a:pt x="8847" y="0"/>
                    </a:moveTo>
                    <a:lnTo>
                      <a:pt x="8216" y="358"/>
                    </a:lnTo>
                    <a:lnTo>
                      <a:pt x="6216" y="1477"/>
                    </a:lnTo>
                    <a:lnTo>
                      <a:pt x="4275" y="381"/>
                    </a:lnTo>
                    <a:lnTo>
                      <a:pt x="3656" y="24"/>
                    </a:lnTo>
                    <a:lnTo>
                      <a:pt x="3453" y="715"/>
                    </a:lnTo>
                    <a:lnTo>
                      <a:pt x="2858" y="2882"/>
                    </a:lnTo>
                    <a:lnTo>
                      <a:pt x="703" y="3453"/>
                    </a:lnTo>
                    <a:lnTo>
                      <a:pt x="1" y="3632"/>
                    </a:lnTo>
                    <a:lnTo>
                      <a:pt x="382" y="4239"/>
                    </a:lnTo>
                    <a:lnTo>
                      <a:pt x="1536" y="6192"/>
                    </a:lnTo>
                    <a:lnTo>
                      <a:pt x="417" y="8073"/>
                    </a:lnTo>
                    <a:lnTo>
                      <a:pt x="48" y="8680"/>
                    </a:lnTo>
                    <a:lnTo>
                      <a:pt x="751" y="8859"/>
                    </a:lnTo>
                    <a:lnTo>
                      <a:pt x="2977" y="9442"/>
                    </a:lnTo>
                    <a:lnTo>
                      <a:pt x="3560" y="11538"/>
                    </a:lnTo>
                    <a:lnTo>
                      <a:pt x="3751" y="12216"/>
                    </a:lnTo>
                    <a:lnTo>
                      <a:pt x="4382" y="11859"/>
                    </a:lnTo>
                    <a:lnTo>
                      <a:pt x="6394" y="10752"/>
                    </a:lnTo>
                    <a:lnTo>
                      <a:pt x="8323" y="11835"/>
                    </a:lnTo>
                    <a:lnTo>
                      <a:pt x="8954" y="12192"/>
                    </a:lnTo>
                    <a:lnTo>
                      <a:pt x="9145" y="11502"/>
                    </a:lnTo>
                    <a:lnTo>
                      <a:pt x="9740" y="9335"/>
                    </a:lnTo>
                    <a:lnTo>
                      <a:pt x="11895" y="8763"/>
                    </a:lnTo>
                    <a:lnTo>
                      <a:pt x="12597" y="8585"/>
                    </a:lnTo>
                    <a:lnTo>
                      <a:pt x="12240" y="7978"/>
                    </a:lnTo>
                    <a:lnTo>
                      <a:pt x="11073" y="6025"/>
                    </a:lnTo>
                    <a:lnTo>
                      <a:pt x="12193" y="4156"/>
                    </a:lnTo>
                    <a:lnTo>
                      <a:pt x="12550" y="3537"/>
                    </a:lnTo>
                    <a:lnTo>
                      <a:pt x="11847" y="3358"/>
                    </a:lnTo>
                    <a:lnTo>
                      <a:pt x="9621" y="2786"/>
                    </a:lnTo>
                    <a:lnTo>
                      <a:pt x="9037" y="679"/>
                    </a:lnTo>
                    <a:lnTo>
                      <a:pt x="884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1" name="Google Shape;1051;p26"/>
              <p:cNvSpPr/>
              <p:nvPr/>
            </p:nvSpPr>
            <p:spPr>
              <a:xfrm>
                <a:off x="7959025" y="-1704850"/>
                <a:ext cx="229225" cy="204225"/>
              </a:xfrm>
              <a:custGeom>
                <a:avLst/>
                <a:gdLst/>
                <a:ahLst/>
                <a:cxnLst/>
                <a:rect l="l" t="t" r="r" b="b"/>
                <a:pathLst>
                  <a:path w="9169" h="8169" extrusionOk="0">
                    <a:moveTo>
                      <a:pt x="203" y="1"/>
                    </a:moveTo>
                    <a:lnTo>
                      <a:pt x="322" y="191"/>
                    </a:lnTo>
                    <a:lnTo>
                      <a:pt x="1489" y="2144"/>
                    </a:lnTo>
                    <a:lnTo>
                      <a:pt x="369" y="4013"/>
                    </a:lnTo>
                    <a:lnTo>
                      <a:pt x="0" y="4620"/>
                    </a:lnTo>
                    <a:lnTo>
                      <a:pt x="691" y="4799"/>
                    </a:lnTo>
                    <a:lnTo>
                      <a:pt x="2929" y="5382"/>
                    </a:lnTo>
                    <a:lnTo>
                      <a:pt x="3513" y="7478"/>
                    </a:lnTo>
                    <a:lnTo>
                      <a:pt x="3703" y="8169"/>
                    </a:lnTo>
                    <a:lnTo>
                      <a:pt x="4322" y="7811"/>
                    </a:lnTo>
                    <a:lnTo>
                      <a:pt x="6334" y="6692"/>
                    </a:lnTo>
                    <a:lnTo>
                      <a:pt x="8275" y="7776"/>
                    </a:lnTo>
                    <a:lnTo>
                      <a:pt x="8894" y="8133"/>
                    </a:lnTo>
                    <a:lnTo>
                      <a:pt x="9085" y="7454"/>
                    </a:lnTo>
                    <a:lnTo>
                      <a:pt x="9168" y="7204"/>
                    </a:lnTo>
                    <a:cubicBezTo>
                      <a:pt x="8989" y="7037"/>
                      <a:pt x="8775" y="6895"/>
                      <a:pt x="8561" y="6764"/>
                    </a:cubicBezTo>
                    <a:lnTo>
                      <a:pt x="8466" y="7085"/>
                    </a:lnTo>
                    <a:lnTo>
                      <a:pt x="6703" y="6097"/>
                    </a:lnTo>
                    <a:cubicBezTo>
                      <a:pt x="6453" y="6049"/>
                      <a:pt x="6191" y="6002"/>
                      <a:pt x="5906" y="5978"/>
                    </a:cubicBezTo>
                    <a:lnTo>
                      <a:pt x="5906" y="6144"/>
                    </a:lnTo>
                    <a:lnTo>
                      <a:pt x="4144" y="7121"/>
                    </a:lnTo>
                    <a:lnTo>
                      <a:pt x="3596" y="5121"/>
                    </a:lnTo>
                    <a:lnTo>
                      <a:pt x="4251" y="4478"/>
                    </a:lnTo>
                    <a:cubicBezTo>
                      <a:pt x="4179" y="4263"/>
                      <a:pt x="4072" y="4025"/>
                      <a:pt x="3965" y="3787"/>
                    </a:cubicBezTo>
                    <a:lnTo>
                      <a:pt x="3036" y="4704"/>
                    </a:lnTo>
                    <a:lnTo>
                      <a:pt x="1072" y="4192"/>
                    </a:lnTo>
                    <a:lnTo>
                      <a:pt x="2143" y="2394"/>
                    </a:lnTo>
                    <a:lnTo>
                      <a:pt x="3155" y="2394"/>
                    </a:lnTo>
                    <a:cubicBezTo>
                      <a:pt x="2977" y="2156"/>
                      <a:pt x="2798" y="1918"/>
                      <a:pt x="2620" y="1703"/>
                    </a:cubicBezTo>
                    <a:lnTo>
                      <a:pt x="2048" y="1703"/>
                    </a:lnTo>
                    <a:lnTo>
                      <a:pt x="1405" y="632"/>
                    </a:lnTo>
                    <a:cubicBezTo>
                      <a:pt x="1036" y="382"/>
                      <a:pt x="631" y="156"/>
                      <a:pt x="203" y="1"/>
                    </a:cubicBez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2" name="Google Shape;1052;p26"/>
              <p:cNvSpPr/>
              <p:nvPr/>
            </p:nvSpPr>
            <p:spPr>
              <a:xfrm>
                <a:off x="5930800" y="-894325"/>
                <a:ext cx="141700" cy="225350"/>
              </a:xfrm>
              <a:custGeom>
                <a:avLst/>
                <a:gdLst/>
                <a:ahLst/>
                <a:cxnLst/>
                <a:rect l="l" t="t" r="r" b="b"/>
                <a:pathLst>
                  <a:path w="5668" h="9014" extrusionOk="0">
                    <a:moveTo>
                      <a:pt x="2036" y="0"/>
                    </a:moveTo>
                    <a:lnTo>
                      <a:pt x="1417" y="358"/>
                    </a:lnTo>
                    <a:lnTo>
                      <a:pt x="0" y="1143"/>
                    </a:lnTo>
                    <a:cubicBezTo>
                      <a:pt x="155" y="1310"/>
                      <a:pt x="286" y="1489"/>
                      <a:pt x="429" y="1703"/>
                    </a:cubicBezTo>
                    <a:lnTo>
                      <a:pt x="1607" y="1048"/>
                    </a:lnTo>
                    <a:lnTo>
                      <a:pt x="2155" y="3048"/>
                    </a:lnTo>
                    <a:lnTo>
                      <a:pt x="1476" y="3727"/>
                    </a:lnTo>
                    <a:cubicBezTo>
                      <a:pt x="1488" y="3751"/>
                      <a:pt x="1500" y="3787"/>
                      <a:pt x="1500" y="3810"/>
                    </a:cubicBezTo>
                    <a:cubicBezTo>
                      <a:pt x="1584" y="4025"/>
                      <a:pt x="1655" y="4215"/>
                      <a:pt x="1738" y="4418"/>
                    </a:cubicBezTo>
                    <a:lnTo>
                      <a:pt x="2727" y="3465"/>
                    </a:lnTo>
                    <a:lnTo>
                      <a:pt x="4691" y="3977"/>
                    </a:lnTo>
                    <a:lnTo>
                      <a:pt x="3620" y="5775"/>
                    </a:lnTo>
                    <a:lnTo>
                      <a:pt x="2322" y="5775"/>
                    </a:lnTo>
                    <a:cubicBezTo>
                      <a:pt x="2429" y="6001"/>
                      <a:pt x="2548" y="6239"/>
                      <a:pt x="2667" y="6466"/>
                    </a:cubicBezTo>
                    <a:lnTo>
                      <a:pt x="3703" y="6466"/>
                    </a:lnTo>
                    <a:lnTo>
                      <a:pt x="4715" y="8180"/>
                    </a:lnTo>
                    <a:lnTo>
                      <a:pt x="3822" y="8418"/>
                    </a:lnTo>
                    <a:cubicBezTo>
                      <a:pt x="3977" y="8621"/>
                      <a:pt x="4108" y="8811"/>
                      <a:pt x="4262" y="9014"/>
                    </a:cubicBezTo>
                    <a:lnTo>
                      <a:pt x="5096" y="8799"/>
                    </a:lnTo>
                    <a:lnTo>
                      <a:pt x="5667" y="8656"/>
                    </a:lnTo>
                    <a:lnTo>
                      <a:pt x="5667" y="8394"/>
                    </a:lnTo>
                    <a:lnTo>
                      <a:pt x="5429" y="8013"/>
                    </a:lnTo>
                    <a:lnTo>
                      <a:pt x="4274" y="6061"/>
                    </a:lnTo>
                    <a:lnTo>
                      <a:pt x="5394" y="4191"/>
                    </a:lnTo>
                    <a:lnTo>
                      <a:pt x="5656" y="3727"/>
                    </a:lnTo>
                    <a:lnTo>
                      <a:pt x="5656" y="3549"/>
                    </a:lnTo>
                    <a:lnTo>
                      <a:pt x="5048" y="3382"/>
                    </a:lnTo>
                    <a:lnTo>
                      <a:pt x="2810" y="2787"/>
                    </a:lnTo>
                    <a:lnTo>
                      <a:pt x="2238" y="691"/>
                    </a:lnTo>
                    <a:lnTo>
                      <a:pt x="2036"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3" name="Google Shape;1053;p26"/>
              <p:cNvSpPr/>
              <p:nvPr/>
            </p:nvSpPr>
            <p:spPr>
              <a:xfrm>
                <a:off x="5932275" y="-1120850"/>
                <a:ext cx="139925" cy="225350"/>
              </a:xfrm>
              <a:custGeom>
                <a:avLst/>
                <a:gdLst/>
                <a:ahLst/>
                <a:cxnLst/>
                <a:rect l="l" t="t" r="r" b="b"/>
                <a:pathLst>
                  <a:path w="5597" h="9014" extrusionOk="0">
                    <a:moveTo>
                      <a:pt x="4275" y="1"/>
                    </a:moveTo>
                    <a:cubicBezTo>
                      <a:pt x="4120" y="191"/>
                      <a:pt x="3977" y="394"/>
                      <a:pt x="3822" y="596"/>
                    </a:cubicBezTo>
                    <a:lnTo>
                      <a:pt x="4620" y="799"/>
                    </a:lnTo>
                    <a:lnTo>
                      <a:pt x="3537" y="2608"/>
                    </a:lnTo>
                    <a:lnTo>
                      <a:pt x="2608" y="2608"/>
                    </a:lnTo>
                    <a:cubicBezTo>
                      <a:pt x="2489" y="2835"/>
                      <a:pt x="2382" y="3049"/>
                      <a:pt x="2263" y="3287"/>
                    </a:cubicBezTo>
                    <a:lnTo>
                      <a:pt x="3632" y="3287"/>
                    </a:lnTo>
                    <a:lnTo>
                      <a:pt x="4644" y="5001"/>
                    </a:lnTo>
                    <a:lnTo>
                      <a:pt x="2572" y="5537"/>
                    </a:lnTo>
                    <a:lnTo>
                      <a:pt x="1667" y="4656"/>
                    </a:lnTo>
                    <a:cubicBezTo>
                      <a:pt x="1584" y="4871"/>
                      <a:pt x="1501" y="5073"/>
                      <a:pt x="1429" y="5287"/>
                    </a:cubicBezTo>
                    <a:cubicBezTo>
                      <a:pt x="1417" y="5311"/>
                      <a:pt x="1417" y="5335"/>
                      <a:pt x="1406" y="5359"/>
                    </a:cubicBezTo>
                    <a:lnTo>
                      <a:pt x="2144" y="6085"/>
                    </a:lnTo>
                    <a:lnTo>
                      <a:pt x="1620" y="7990"/>
                    </a:lnTo>
                    <a:lnTo>
                      <a:pt x="417" y="7311"/>
                    </a:lnTo>
                    <a:cubicBezTo>
                      <a:pt x="286" y="7514"/>
                      <a:pt x="132" y="7692"/>
                      <a:pt x="1" y="7859"/>
                    </a:cubicBezTo>
                    <a:lnTo>
                      <a:pt x="1441" y="8657"/>
                    </a:lnTo>
                    <a:lnTo>
                      <a:pt x="2072" y="9014"/>
                    </a:lnTo>
                    <a:lnTo>
                      <a:pt x="2263" y="8335"/>
                    </a:lnTo>
                    <a:lnTo>
                      <a:pt x="2858" y="6156"/>
                    </a:lnTo>
                    <a:lnTo>
                      <a:pt x="5013" y="5597"/>
                    </a:lnTo>
                    <a:lnTo>
                      <a:pt x="5597" y="5442"/>
                    </a:lnTo>
                    <a:lnTo>
                      <a:pt x="5597" y="5192"/>
                    </a:lnTo>
                    <a:lnTo>
                      <a:pt x="5358" y="4811"/>
                    </a:lnTo>
                    <a:lnTo>
                      <a:pt x="4203" y="2858"/>
                    </a:lnTo>
                    <a:lnTo>
                      <a:pt x="5311" y="977"/>
                    </a:lnTo>
                    <a:lnTo>
                      <a:pt x="5585" y="525"/>
                    </a:lnTo>
                    <a:lnTo>
                      <a:pt x="5585" y="346"/>
                    </a:lnTo>
                    <a:lnTo>
                      <a:pt x="4977" y="179"/>
                    </a:lnTo>
                    <a:lnTo>
                      <a:pt x="4275"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4" name="Google Shape;1054;p26"/>
              <p:cNvSpPr/>
              <p:nvPr/>
            </p:nvSpPr>
            <p:spPr>
              <a:xfrm>
                <a:off x="6389475" y="-894325"/>
                <a:ext cx="311975" cy="305725"/>
              </a:xfrm>
              <a:custGeom>
                <a:avLst/>
                <a:gdLst/>
                <a:ahLst/>
                <a:cxnLst/>
                <a:rect l="l" t="t" r="r" b="b"/>
                <a:pathLst>
                  <a:path w="12479" h="12229" extrusionOk="0">
                    <a:moveTo>
                      <a:pt x="4084" y="1084"/>
                    </a:moveTo>
                    <a:lnTo>
                      <a:pt x="5942" y="2132"/>
                    </a:lnTo>
                    <a:lnTo>
                      <a:pt x="5942" y="5299"/>
                    </a:lnTo>
                    <a:lnTo>
                      <a:pt x="3561" y="2989"/>
                    </a:lnTo>
                    <a:lnTo>
                      <a:pt x="4084" y="1084"/>
                    </a:lnTo>
                    <a:close/>
                    <a:moveTo>
                      <a:pt x="8394" y="1048"/>
                    </a:moveTo>
                    <a:lnTo>
                      <a:pt x="8954" y="3048"/>
                    </a:lnTo>
                    <a:lnTo>
                      <a:pt x="6644" y="5299"/>
                    </a:lnTo>
                    <a:lnTo>
                      <a:pt x="6644" y="2025"/>
                    </a:lnTo>
                    <a:lnTo>
                      <a:pt x="8394" y="1048"/>
                    </a:lnTo>
                    <a:close/>
                    <a:moveTo>
                      <a:pt x="3132" y="3525"/>
                    </a:moveTo>
                    <a:lnTo>
                      <a:pt x="5442" y="5775"/>
                    </a:lnTo>
                    <a:lnTo>
                      <a:pt x="2072" y="5775"/>
                    </a:lnTo>
                    <a:lnTo>
                      <a:pt x="1060" y="4061"/>
                    </a:lnTo>
                    <a:lnTo>
                      <a:pt x="3132" y="3525"/>
                    </a:lnTo>
                    <a:close/>
                    <a:moveTo>
                      <a:pt x="9514" y="3465"/>
                    </a:moveTo>
                    <a:lnTo>
                      <a:pt x="11478" y="3977"/>
                    </a:lnTo>
                    <a:lnTo>
                      <a:pt x="10407" y="5775"/>
                    </a:lnTo>
                    <a:lnTo>
                      <a:pt x="7132" y="5775"/>
                    </a:lnTo>
                    <a:lnTo>
                      <a:pt x="9514" y="3465"/>
                    </a:lnTo>
                    <a:close/>
                    <a:moveTo>
                      <a:pt x="10514" y="6466"/>
                    </a:moveTo>
                    <a:lnTo>
                      <a:pt x="11526" y="8168"/>
                    </a:lnTo>
                    <a:lnTo>
                      <a:pt x="9454" y="8704"/>
                    </a:lnTo>
                    <a:lnTo>
                      <a:pt x="7144" y="6466"/>
                    </a:lnTo>
                    <a:close/>
                    <a:moveTo>
                      <a:pt x="5442" y="6466"/>
                    </a:moveTo>
                    <a:lnTo>
                      <a:pt x="3060" y="8763"/>
                    </a:lnTo>
                    <a:lnTo>
                      <a:pt x="1096" y="8263"/>
                    </a:lnTo>
                    <a:lnTo>
                      <a:pt x="2168" y="6466"/>
                    </a:lnTo>
                    <a:close/>
                    <a:moveTo>
                      <a:pt x="6644" y="6954"/>
                    </a:moveTo>
                    <a:lnTo>
                      <a:pt x="9026" y="9264"/>
                    </a:lnTo>
                    <a:lnTo>
                      <a:pt x="8502" y="11169"/>
                    </a:lnTo>
                    <a:lnTo>
                      <a:pt x="6644" y="10121"/>
                    </a:lnTo>
                    <a:lnTo>
                      <a:pt x="6644" y="6954"/>
                    </a:lnTo>
                    <a:close/>
                    <a:moveTo>
                      <a:pt x="5942" y="6942"/>
                    </a:moveTo>
                    <a:lnTo>
                      <a:pt x="5942" y="10216"/>
                    </a:lnTo>
                    <a:lnTo>
                      <a:pt x="4192" y="11192"/>
                    </a:lnTo>
                    <a:lnTo>
                      <a:pt x="3632" y="9180"/>
                    </a:lnTo>
                    <a:lnTo>
                      <a:pt x="5942" y="6942"/>
                    </a:lnTo>
                    <a:close/>
                    <a:moveTo>
                      <a:pt x="8847" y="0"/>
                    </a:moveTo>
                    <a:lnTo>
                      <a:pt x="8216" y="358"/>
                    </a:lnTo>
                    <a:lnTo>
                      <a:pt x="6216" y="1477"/>
                    </a:lnTo>
                    <a:lnTo>
                      <a:pt x="4275" y="393"/>
                    </a:lnTo>
                    <a:lnTo>
                      <a:pt x="3656" y="36"/>
                    </a:lnTo>
                    <a:lnTo>
                      <a:pt x="3453" y="715"/>
                    </a:lnTo>
                    <a:lnTo>
                      <a:pt x="2858" y="2894"/>
                    </a:lnTo>
                    <a:lnTo>
                      <a:pt x="703" y="3453"/>
                    </a:lnTo>
                    <a:lnTo>
                      <a:pt x="1" y="3632"/>
                    </a:lnTo>
                    <a:lnTo>
                      <a:pt x="382" y="4251"/>
                    </a:lnTo>
                    <a:lnTo>
                      <a:pt x="1536" y="6192"/>
                    </a:lnTo>
                    <a:lnTo>
                      <a:pt x="417" y="8073"/>
                    </a:lnTo>
                    <a:lnTo>
                      <a:pt x="48" y="8680"/>
                    </a:lnTo>
                    <a:lnTo>
                      <a:pt x="751" y="8859"/>
                    </a:lnTo>
                    <a:lnTo>
                      <a:pt x="2977" y="9442"/>
                    </a:lnTo>
                    <a:lnTo>
                      <a:pt x="3561" y="11538"/>
                    </a:lnTo>
                    <a:lnTo>
                      <a:pt x="3751" y="12228"/>
                    </a:lnTo>
                    <a:lnTo>
                      <a:pt x="4382" y="11871"/>
                    </a:lnTo>
                    <a:lnTo>
                      <a:pt x="6394" y="10752"/>
                    </a:lnTo>
                    <a:lnTo>
                      <a:pt x="8323" y="11835"/>
                    </a:lnTo>
                    <a:lnTo>
                      <a:pt x="8954" y="12192"/>
                    </a:lnTo>
                    <a:lnTo>
                      <a:pt x="9145" y="11514"/>
                    </a:lnTo>
                    <a:lnTo>
                      <a:pt x="9740" y="9335"/>
                    </a:lnTo>
                    <a:lnTo>
                      <a:pt x="11895" y="8775"/>
                    </a:lnTo>
                    <a:lnTo>
                      <a:pt x="12478" y="8621"/>
                    </a:lnTo>
                    <a:lnTo>
                      <a:pt x="12478" y="8371"/>
                    </a:lnTo>
                    <a:lnTo>
                      <a:pt x="12240" y="7978"/>
                    </a:lnTo>
                    <a:lnTo>
                      <a:pt x="11073" y="6037"/>
                    </a:lnTo>
                    <a:lnTo>
                      <a:pt x="12193" y="4156"/>
                    </a:lnTo>
                    <a:lnTo>
                      <a:pt x="12466" y="3691"/>
                    </a:lnTo>
                    <a:lnTo>
                      <a:pt x="12466" y="3513"/>
                    </a:lnTo>
                    <a:lnTo>
                      <a:pt x="11847" y="3346"/>
                    </a:lnTo>
                    <a:lnTo>
                      <a:pt x="9621" y="2787"/>
                    </a:lnTo>
                    <a:lnTo>
                      <a:pt x="9037" y="691"/>
                    </a:lnTo>
                    <a:lnTo>
                      <a:pt x="884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5" name="Google Shape;1055;p26"/>
              <p:cNvSpPr/>
              <p:nvPr/>
            </p:nvSpPr>
            <p:spPr>
              <a:xfrm>
                <a:off x="6389475" y="-1200025"/>
                <a:ext cx="311675" cy="305425"/>
              </a:xfrm>
              <a:custGeom>
                <a:avLst/>
                <a:gdLst/>
                <a:ahLst/>
                <a:cxnLst/>
                <a:rect l="l" t="t" r="r" b="b"/>
                <a:pathLst>
                  <a:path w="12467" h="12217" extrusionOk="0">
                    <a:moveTo>
                      <a:pt x="4084" y="1072"/>
                    </a:moveTo>
                    <a:lnTo>
                      <a:pt x="5942" y="2108"/>
                    </a:lnTo>
                    <a:lnTo>
                      <a:pt x="5942" y="5275"/>
                    </a:lnTo>
                    <a:lnTo>
                      <a:pt x="3561" y="2977"/>
                    </a:lnTo>
                    <a:lnTo>
                      <a:pt x="4084" y="1072"/>
                    </a:lnTo>
                    <a:close/>
                    <a:moveTo>
                      <a:pt x="8394" y="1037"/>
                    </a:moveTo>
                    <a:lnTo>
                      <a:pt x="8954" y="3049"/>
                    </a:lnTo>
                    <a:lnTo>
                      <a:pt x="6644" y="5299"/>
                    </a:lnTo>
                    <a:lnTo>
                      <a:pt x="6644" y="2025"/>
                    </a:lnTo>
                    <a:lnTo>
                      <a:pt x="8394" y="1037"/>
                    </a:lnTo>
                    <a:close/>
                    <a:moveTo>
                      <a:pt x="3132" y="3525"/>
                    </a:moveTo>
                    <a:lnTo>
                      <a:pt x="5442" y="5775"/>
                    </a:lnTo>
                    <a:lnTo>
                      <a:pt x="2072" y="5775"/>
                    </a:lnTo>
                    <a:lnTo>
                      <a:pt x="1060" y="4061"/>
                    </a:lnTo>
                    <a:lnTo>
                      <a:pt x="3132" y="3525"/>
                    </a:lnTo>
                    <a:close/>
                    <a:moveTo>
                      <a:pt x="9514" y="3466"/>
                    </a:moveTo>
                    <a:lnTo>
                      <a:pt x="11478" y="3966"/>
                    </a:lnTo>
                    <a:lnTo>
                      <a:pt x="10407" y="5775"/>
                    </a:lnTo>
                    <a:lnTo>
                      <a:pt x="7132" y="5775"/>
                    </a:lnTo>
                    <a:lnTo>
                      <a:pt x="9514" y="3466"/>
                    </a:lnTo>
                    <a:close/>
                    <a:moveTo>
                      <a:pt x="10514" y="6454"/>
                    </a:moveTo>
                    <a:lnTo>
                      <a:pt x="11526" y="8168"/>
                    </a:lnTo>
                    <a:lnTo>
                      <a:pt x="9454" y="8704"/>
                    </a:lnTo>
                    <a:lnTo>
                      <a:pt x="7144" y="6454"/>
                    </a:lnTo>
                    <a:close/>
                    <a:moveTo>
                      <a:pt x="5442" y="6454"/>
                    </a:moveTo>
                    <a:lnTo>
                      <a:pt x="3060" y="8764"/>
                    </a:lnTo>
                    <a:lnTo>
                      <a:pt x="1096" y="8252"/>
                    </a:lnTo>
                    <a:lnTo>
                      <a:pt x="2168" y="6454"/>
                    </a:lnTo>
                    <a:close/>
                    <a:moveTo>
                      <a:pt x="6644" y="6942"/>
                    </a:moveTo>
                    <a:lnTo>
                      <a:pt x="9026" y="9252"/>
                    </a:lnTo>
                    <a:lnTo>
                      <a:pt x="8502" y="11157"/>
                    </a:lnTo>
                    <a:lnTo>
                      <a:pt x="6644" y="10121"/>
                    </a:lnTo>
                    <a:lnTo>
                      <a:pt x="6644" y="6942"/>
                    </a:lnTo>
                    <a:close/>
                    <a:moveTo>
                      <a:pt x="5942" y="6930"/>
                    </a:moveTo>
                    <a:lnTo>
                      <a:pt x="5942" y="10204"/>
                    </a:lnTo>
                    <a:lnTo>
                      <a:pt x="4192" y="11193"/>
                    </a:lnTo>
                    <a:lnTo>
                      <a:pt x="3632" y="9181"/>
                    </a:lnTo>
                    <a:lnTo>
                      <a:pt x="5942" y="6930"/>
                    </a:lnTo>
                    <a:close/>
                    <a:moveTo>
                      <a:pt x="8847" y="1"/>
                    </a:moveTo>
                    <a:lnTo>
                      <a:pt x="8216" y="358"/>
                    </a:lnTo>
                    <a:lnTo>
                      <a:pt x="6216" y="1465"/>
                    </a:lnTo>
                    <a:lnTo>
                      <a:pt x="4275" y="382"/>
                    </a:lnTo>
                    <a:lnTo>
                      <a:pt x="3656" y="25"/>
                    </a:lnTo>
                    <a:lnTo>
                      <a:pt x="3453" y="715"/>
                    </a:lnTo>
                    <a:lnTo>
                      <a:pt x="2858" y="2882"/>
                    </a:lnTo>
                    <a:lnTo>
                      <a:pt x="703" y="3454"/>
                    </a:lnTo>
                    <a:lnTo>
                      <a:pt x="1" y="3632"/>
                    </a:lnTo>
                    <a:lnTo>
                      <a:pt x="358" y="4239"/>
                    </a:lnTo>
                    <a:lnTo>
                      <a:pt x="1525" y="6192"/>
                    </a:lnTo>
                    <a:lnTo>
                      <a:pt x="405" y="8061"/>
                    </a:lnTo>
                    <a:lnTo>
                      <a:pt x="36" y="8680"/>
                    </a:lnTo>
                    <a:lnTo>
                      <a:pt x="739" y="8847"/>
                    </a:lnTo>
                    <a:lnTo>
                      <a:pt x="2965" y="9431"/>
                    </a:lnTo>
                    <a:lnTo>
                      <a:pt x="3549" y="11526"/>
                    </a:lnTo>
                    <a:lnTo>
                      <a:pt x="3739" y="12217"/>
                    </a:lnTo>
                    <a:lnTo>
                      <a:pt x="4370" y="11859"/>
                    </a:lnTo>
                    <a:lnTo>
                      <a:pt x="6370" y="10740"/>
                    </a:lnTo>
                    <a:lnTo>
                      <a:pt x="8311" y="11836"/>
                    </a:lnTo>
                    <a:lnTo>
                      <a:pt x="8930" y="12193"/>
                    </a:lnTo>
                    <a:lnTo>
                      <a:pt x="9133" y="11502"/>
                    </a:lnTo>
                    <a:lnTo>
                      <a:pt x="9728" y="9323"/>
                    </a:lnTo>
                    <a:lnTo>
                      <a:pt x="11883" y="8764"/>
                    </a:lnTo>
                    <a:lnTo>
                      <a:pt x="12466" y="8609"/>
                    </a:lnTo>
                    <a:lnTo>
                      <a:pt x="12466" y="8359"/>
                    </a:lnTo>
                    <a:lnTo>
                      <a:pt x="12228" y="7978"/>
                    </a:lnTo>
                    <a:lnTo>
                      <a:pt x="11061" y="6025"/>
                    </a:lnTo>
                    <a:lnTo>
                      <a:pt x="12181" y="4144"/>
                    </a:lnTo>
                    <a:lnTo>
                      <a:pt x="12466" y="3704"/>
                    </a:lnTo>
                    <a:lnTo>
                      <a:pt x="12466" y="3525"/>
                    </a:lnTo>
                    <a:lnTo>
                      <a:pt x="11847" y="3358"/>
                    </a:lnTo>
                    <a:lnTo>
                      <a:pt x="9621" y="2775"/>
                    </a:lnTo>
                    <a:lnTo>
                      <a:pt x="9037" y="679"/>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6" name="Google Shape;1056;p26"/>
              <p:cNvSpPr/>
              <p:nvPr/>
            </p:nvSpPr>
            <p:spPr>
              <a:xfrm>
                <a:off x="6071875" y="-894025"/>
                <a:ext cx="314650" cy="305725"/>
              </a:xfrm>
              <a:custGeom>
                <a:avLst/>
                <a:gdLst/>
                <a:ahLst/>
                <a:cxnLst/>
                <a:rect l="l" t="t" r="r" b="b"/>
                <a:pathLst>
                  <a:path w="12586" h="12229" extrusionOk="0">
                    <a:moveTo>
                      <a:pt x="4096" y="1072"/>
                    </a:moveTo>
                    <a:lnTo>
                      <a:pt x="5954" y="2120"/>
                    </a:lnTo>
                    <a:lnTo>
                      <a:pt x="5954" y="5287"/>
                    </a:lnTo>
                    <a:lnTo>
                      <a:pt x="3572" y="2977"/>
                    </a:lnTo>
                    <a:lnTo>
                      <a:pt x="4096" y="1072"/>
                    </a:lnTo>
                    <a:close/>
                    <a:moveTo>
                      <a:pt x="8406" y="1036"/>
                    </a:moveTo>
                    <a:lnTo>
                      <a:pt x="8954" y="3036"/>
                    </a:lnTo>
                    <a:lnTo>
                      <a:pt x="6656" y="5287"/>
                    </a:lnTo>
                    <a:lnTo>
                      <a:pt x="6656" y="2013"/>
                    </a:lnTo>
                    <a:lnTo>
                      <a:pt x="8406" y="1036"/>
                    </a:lnTo>
                    <a:close/>
                    <a:moveTo>
                      <a:pt x="3144" y="3513"/>
                    </a:moveTo>
                    <a:lnTo>
                      <a:pt x="5442" y="5763"/>
                    </a:lnTo>
                    <a:lnTo>
                      <a:pt x="2084" y="5763"/>
                    </a:lnTo>
                    <a:lnTo>
                      <a:pt x="1072" y="4049"/>
                    </a:lnTo>
                    <a:lnTo>
                      <a:pt x="3144" y="3513"/>
                    </a:lnTo>
                    <a:close/>
                    <a:moveTo>
                      <a:pt x="9526" y="3453"/>
                    </a:moveTo>
                    <a:lnTo>
                      <a:pt x="11490" y="3965"/>
                    </a:lnTo>
                    <a:lnTo>
                      <a:pt x="10419" y="5763"/>
                    </a:lnTo>
                    <a:lnTo>
                      <a:pt x="7144" y="5763"/>
                    </a:lnTo>
                    <a:lnTo>
                      <a:pt x="9526" y="3453"/>
                    </a:lnTo>
                    <a:close/>
                    <a:moveTo>
                      <a:pt x="10526" y="6454"/>
                    </a:moveTo>
                    <a:lnTo>
                      <a:pt x="11538" y="8156"/>
                    </a:lnTo>
                    <a:lnTo>
                      <a:pt x="9466" y="8692"/>
                    </a:lnTo>
                    <a:lnTo>
                      <a:pt x="7156" y="6454"/>
                    </a:lnTo>
                    <a:close/>
                    <a:moveTo>
                      <a:pt x="5442" y="6454"/>
                    </a:moveTo>
                    <a:lnTo>
                      <a:pt x="3061" y="8751"/>
                    </a:lnTo>
                    <a:lnTo>
                      <a:pt x="1096" y="8251"/>
                    </a:lnTo>
                    <a:lnTo>
                      <a:pt x="2168" y="6454"/>
                    </a:lnTo>
                    <a:close/>
                    <a:moveTo>
                      <a:pt x="6656" y="6942"/>
                    </a:moveTo>
                    <a:lnTo>
                      <a:pt x="9037" y="9252"/>
                    </a:lnTo>
                    <a:lnTo>
                      <a:pt x="8514" y="11157"/>
                    </a:lnTo>
                    <a:lnTo>
                      <a:pt x="6656" y="10109"/>
                    </a:lnTo>
                    <a:lnTo>
                      <a:pt x="6656" y="6942"/>
                    </a:lnTo>
                    <a:close/>
                    <a:moveTo>
                      <a:pt x="5954" y="6930"/>
                    </a:moveTo>
                    <a:lnTo>
                      <a:pt x="5954" y="10204"/>
                    </a:lnTo>
                    <a:lnTo>
                      <a:pt x="4192" y="11180"/>
                    </a:lnTo>
                    <a:lnTo>
                      <a:pt x="3644" y="9168"/>
                    </a:lnTo>
                    <a:lnTo>
                      <a:pt x="5954" y="6930"/>
                    </a:lnTo>
                    <a:close/>
                    <a:moveTo>
                      <a:pt x="8835" y="0"/>
                    </a:moveTo>
                    <a:lnTo>
                      <a:pt x="8216" y="358"/>
                    </a:lnTo>
                    <a:lnTo>
                      <a:pt x="6204" y="1477"/>
                    </a:lnTo>
                    <a:lnTo>
                      <a:pt x="4275" y="393"/>
                    </a:lnTo>
                    <a:lnTo>
                      <a:pt x="3644" y="36"/>
                    </a:lnTo>
                    <a:lnTo>
                      <a:pt x="3453" y="715"/>
                    </a:lnTo>
                    <a:lnTo>
                      <a:pt x="2858" y="2894"/>
                    </a:lnTo>
                    <a:lnTo>
                      <a:pt x="703" y="3453"/>
                    </a:lnTo>
                    <a:lnTo>
                      <a:pt x="1" y="3632"/>
                    </a:lnTo>
                    <a:lnTo>
                      <a:pt x="370" y="4251"/>
                    </a:lnTo>
                    <a:lnTo>
                      <a:pt x="1525" y="6192"/>
                    </a:lnTo>
                    <a:lnTo>
                      <a:pt x="417" y="8073"/>
                    </a:lnTo>
                    <a:lnTo>
                      <a:pt x="36" y="8680"/>
                    </a:lnTo>
                    <a:lnTo>
                      <a:pt x="739" y="8859"/>
                    </a:lnTo>
                    <a:lnTo>
                      <a:pt x="2977" y="9442"/>
                    </a:lnTo>
                    <a:lnTo>
                      <a:pt x="3561" y="11538"/>
                    </a:lnTo>
                    <a:lnTo>
                      <a:pt x="3751" y="12228"/>
                    </a:lnTo>
                    <a:lnTo>
                      <a:pt x="4370" y="11871"/>
                    </a:lnTo>
                    <a:lnTo>
                      <a:pt x="6382" y="10752"/>
                    </a:lnTo>
                    <a:lnTo>
                      <a:pt x="8323" y="11835"/>
                    </a:lnTo>
                    <a:lnTo>
                      <a:pt x="8942" y="12192"/>
                    </a:lnTo>
                    <a:lnTo>
                      <a:pt x="9133" y="11514"/>
                    </a:lnTo>
                    <a:lnTo>
                      <a:pt x="9728" y="9335"/>
                    </a:lnTo>
                    <a:lnTo>
                      <a:pt x="11895" y="8775"/>
                    </a:lnTo>
                    <a:lnTo>
                      <a:pt x="12586" y="8597"/>
                    </a:lnTo>
                    <a:lnTo>
                      <a:pt x="12228" y="7978"/>
                    </a:lnTo>
                    <a:lnTo>
                      <a:pt x="11073" y="6037"/>
                    </a:lnTo>
                    <a:lnTo>
                      <a:pt x="12193" y="4156"/>
                    </a:lnTo>
                    <a:lnTo>
                      <a:pt x="12550" y="3548"/>
                    </a:lnTo>
                    <a:lnTo>
                      <a:pt x="11847" y="3370"/>
                    </a:lnTo>
                    <a:lnTo>
                      <a:pt x="9609" y="2786"/>
                    </a:lnTo>
                    <a:lnTo>
                      <a:pt x="9037" y="691"/>
                    </a:lnTo>
                    <a:lnTo>
                      <a:pt x="8835"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7" name="Google Shape;1057;p26"/>
              <p:cNvSpPr/>
              <p:nvPr/>
            </p:nvSpPr>
            <p:spPr>
              <a:xfrm>
                <a:off x="6072175" y="-1200025"/>
                <a:ext cx="314950" cy="305425"/>
              </a:xfrm>
              <a:custGeom>
                <a:avLst/>
                <a:gdLst/>
                <a:ahLst/>
                <a:cxnLst/>
                <a:rect l="l" t="t" r="r" b="b"/>
                <a:pathLst>
                  <a:path w="12598" h="12217" extrusionOk="0">
                    <a:moveTo>
                      <a:pt x="4084" y="1072"/>
                    </a:moveTo>
                    <a:lnTo>
                      <a:pt x="5942" y="2108"/>
                    </a:lnTo>
                    <a:lnTo>
                      <a:pt x="5942" y="5275"/>
                    </a:lnTo>
                    <a:lnTo>
                      <a:pt x="3560" y="2977"/>
                    </a:lnTo>
                    <a:lnTo>
                      <a:pt x="4084" y="1072"/>
                    </a:lnTo>
                    <a:close/>
                    <a:moveTo>
                      <a:pt x="8394" y="1037"/>
                    </a:moveTo>
                    <a:lnTo>
                      <a:pt x="8942" y="3049"/>
                    </a:lnTo>
                    <a:lnTo>
                      <a:pt x="6644" y="5299"/>
                    </a:lnTo>
                    <a:lnTo>
                      <a:pt x="6644" y="2025"/>
                    </a:lnTo>
                    <a:lnTo>
                      <a:pt x="8394" y="1037"/>
                    </a:lnTo>
                    <a:close/>
                    <a:moveTo>
                      <a:pt x="3132" y="3525"/>
                    </a:moveTo>
                    <a:lnTo>
                      <a:pt x="5430" y="5775"/>
                    </a:lnTo>
                    <a:lnTo>
                      <a:pt x="2072" y="5775"/>
                    </a:lnTo>
                    <a:lnTo>
                      <a:pt x="1060" y="4061"/>
                    </a:lnTo>
                    <a:lnTo>
                      <a:pt x="3132" y="3525"/>
                    </a:lnTo>
                    <a:close/>
                    <a:moveTo>
                      <a:pt x="9514" y="3466"/>
                    </a:moveTo>
                    <a:lnTo>
                      <a:pt x="11478" y="3966"/>
                    </a:lnTo>
                    <a:lnTo>
                      <a:pt x="10407" y="5775"/>
                    </a:lnTo>
                    <a:lnTo>
                      <a:pt x="7132" y="5775"/>
                    </a:lnTo>
                    <a:lnTo>
                      <a:pt x="9514" y="3466"/>
                    </a:lnTo>
                    <a:close/>
                    <a:moveTo>
                      <a:pt x="10514" y="6454"/>
                    </a:moveTo>
                    <a:lnTo>
                      <a:pt x="11526" y="8168"/>
                    </a:lnTo>
                    <a:lnTo>
                      <a:pt x="9454" y="8704"/>
                    </a:lnTo>
                    <a:lnTo>
                      <a:pt x="7144" y="6454"/>
                    </a:lnTo>
                    <a:close/>
                    <a:moveTo>
                      <a:pt x="5430" y="6454"/>
                    </a:moveTo>
                    <a:lnTo>
                      <a:pt x="3049" y="8764"/>
                    </a:lnTo>
                    <a:lnTo>
                      <a:pt x="1084" y="8252"/>
                    </a:lnTo>
                    <a:lnTo>
                      <a:pt x="2156" y="6454"/>
                    </a:lnTo>
                    <a:close/>
                    <a:moveTo>
                      <a:pt x="6644" y="6942"/>
                    </a:moveTo>
                    <a:lnTo>
                      <a:pt x="9025" y="9252"/>
                    </a:lnTo>
                    <a:lnTo>
                      <a:pt x="8502" y="11157"/>
                    </a:lnTo>
                    <a:lnTo>
                      <a:pt x="6644" y="10121"/>
                    </a:lnTo>
                    <a:lnTo>
                      <a:pt x="6644" y="6942"/>
                    </a:lnTo>
                    <a:close/>
                    <a:moveTo>
                      <a:pt x="5942" y="6930"/>
                    </a:moveTo>
                    <a:lnTo>
                      <a:pt x="5942" y="10204"/>
                    </a:lnTo>
                    <a:lnTo>
                      <a:pt x="4180" y="11193"/>
                    </a:lnTo>
                    <a:lnTo>
                      <a:pt x="3632" y="9181"/>
                    </a:lnTo>
                    <a:lnTo>
                      <a:pt x="5942" y="6930"/>
                    </a:lnTo>
                    <a:close/>
                    <a:moveTo>
                      <a:pt x="8847" y="1"/>
                    </a:moveTo>
                    <a:lnTo>
                      <a:pt x="8216" y="358"/>
                    </a:lnTo>
                    <a:lnTo>
                      <a:pt x="6204" y="1465"/>
                    </a:lnTo>
                    <a:lnTo>
                      <a:pt x="4275" y="382"/>
                    </a:lnTo>
                    <a:lnTo>
                      <a:pt x="3644" y="25"/>
                    </a:lnTo>
                    <a:lnTo>
                      <a:pt x="3453" y="715"/>
                    </a:lnTo>
                    <a:lnTo>
                      <a:pt x="2858" y="2882"/>
                    </a:lnTo>
                    <a:lnTo>
                      <a:pt x="703" y="3454"/>
                    </a:lnTo>
                    <a:lnTo>
                      <a:pt x="1" y="3632"/>
                    </a:lnTo>
                    <a:lnTo>
                      <a:pt x="370" y="4239"/>
                    </a:lnTo>
                    <a:lnTo>
                      <a:pt x="1536" y="6192"/>
                    </a:lnTo>
                    <a:lnTo>
                      <a:pt x="417" y="8061"/>
                    </a:lnTo>
                    <a:lnTo>
                      <a:pt x="48" y="8680"/>
                    </a:lnTo>
                    <a:lnTo>
                      <a:pt x="739" y="8859"/>
                    </a:lnTo>
                    <a:lnTo>
                      <a:pt x="2977" y="9431"/>
                    </a:lnTo>
                    <a:lnTo>
                      <a:pt x="3560" y="11538"/>
                    </a:lnTo>
                    <a:lnTo>
                      <a:pt x="3751" y="12217"/>
                    </a:lnTo>
                    <a:lnTo>
                      <a:pt x="4382" y="11859"/>
                    </a:lnTo>
                    <a:lnTo>
                      <a:pt x="6382" y="10740"/>
                    </a:lnTo>
                    <a:lnTo>
                      <a:pt x="8323" y="11836"/>
                    </a:lnTo>
                    <a:lnTo>
                      <a:pt x="8942" y="12193"/>
                    </a:lnTo>
                    <a:lnTo>
                      <a:pt x="9145" y="11502"/>
                    </a:lnTo>
                    <a:lnTo>
                      <a:pt x="9740" y="9335"/>
                    </a:lnTo>
                    <a:lnTo>
                      <a:pt x="11895" y="8764"/>
                    </a:lnTo>
                    <a:lnTo>
                      <a:pt x="12597" y="8585"/>
                    </a:lnTo>
                    <a:lnTo>
                      <a:pt x="12228" y="7978"/>
                    </a:lnTo>
                    <a:lnTo>
                      <a:pt x="11073" y="6025"/>
                    </a:lnTo>
                    <a:lnTo>
                      <a:pt x="12193" y="4156"/>
                    </a:lnTo>
                    <a:lnTo>
                      <a:pt x="12550" y="3537"/>
                    </a:lnTo>
                    <a:lnTo>
                      <a:pt x="11847" y="3358"/>
                    </a:lnTo>
                    <a:lnTo>
                      <a:pt x="9621" y="2775"/>
                    </a:lnTo>
                    <a:lnTo>
                      <a:pt x="9037" y="679"/>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8" name="Google Shape;1058;p26"/>
              <p:cNvSpPr/>
              <p:nvPr/>
            </p:nvSpPr>
            <p:spPr>
              <a:xfrm>
                <a:off x="7018425" y="-894325"/>
                <a:ext cx="311675" cy="305725"/>
              </a:xfrm>
              <a:custGeom>
                <a:avLst/>
                <a:gdLst/>
                <a:ahLst/>
                <a:cxnLst/>
                <a:rect l="l" t="t" r="r" b="b"/>
                <a:pathLst>
                  <a:path w="12467" h="12229" extrusionOk="0">
                    <a:moveTo>
                      <a:pt x="4072" y="1084"/>
                    </a:moveTo>
                    <a:lnTo>
                      <a:pt x="5942" y="2132"/>
                    </a:lnTo>
                    <a:lnTo>
                      <a:pt x="5942" y="5299"/>
                    </a:lnTo>
                    <a:lnTo>
                      <a:pt x="3560" y="2989"/>
                    </a:lnTo>
                    <a:lnTo>
                      <a:pt x="4072" y="1084"/>
                    </a:lnTo>
                    <a:close/>
                    <a:moveTo>
                      <a:pt x="8394" y="1048"/>
                    </a:moveTo>
                    <a:lnTo>
                      <a:pt x="8942" y="3048"/>
                    </a:lnTo>
                    <a:lnTo>
                      <a:pt x="6632" y="5299"/>
                    </a:lnTo>
                    <a:lnTo>
                      <a:pt x="6632" y="2025"/>
                    </a:lnTo>
                    <a:lnTo>
                      <a:pt x="8394" y="1048"/>
                    </a:lnTo>
                    <a:close/>
                    <a:moveTo>
                      <a:pt x="3120" y="3525"/>
                    </a:moveTo>
                    <a:lnTo>
                      <a:pt x="5430" y="5775"/>
                    </a:lnTo>
                    <a:lnTo>
                      <a:pt x="2072" y="5775"/>
                    </a:lnTo>
                    <a:lnTo>
                      <a:pt x="1060" y="4061"/>
                    </a:lnTo>
                    <a:lnTo>
                      <a:pt x="3120" y="3525"/>
                    </a:lnTo>
                    <a:close/>
                    <a:moveTo>
                      <a:pt x="9514" y="3465"/>
                    </a:moveTo>
                    <a:lnTo>
                      <a:pt x="11478" y="3977"/>
                    </a:lnTo>
                    <a:lnTo>
                      <a:pt x="10407" y="5775"/>
                    </a:lnTo>
                    <a:lnTo>
                      <a:pt x="7132" y="5775"/>
                    </a:lnTo>
                    <a:lnTo>
                      <a:pt x="9514" y="3465"/>
                    </a:lnTo>
                    <a:close/>
                    <a:moveTo>
                      <a:pt x="10502" y="6466"/>
                    </a:moveTo>
                    <a:lnTo>
                      <a:pt x="11514" y="8168"/>
                    </a:lnTo>
                    <a:lnTo>
                      <a:pt x="9454" y="8704"/>
                    </a:lnTo>
                    <a:lnTo>
                      <a:pt x="7144" y="6466"/>
                    </a:lnTo>
                    <a:close/>
                    <a:moveTo>
                      <a:pt x="5430" y="6466"/>
                    </a:moveTo>
                    <a:lnTo>
                      <a:pt x="3048" y="8763"/>
                    </a:lnTo>
                    <a:lnTo>
                      <a:pt x="1084" y="8263"/>
                    </a:lnTo>
                    <a:lnTo>
                      <a:pt x="2156" y="6466"/>
                    </a:lnTo>
                    <a:close/>
                    <a:moveTo>
                      <a:pt x="6632" y="6954"/>
                    </a:moveTo>
                    <a:lnTo>
                      <a:pt x="9014" y="9264"/>
                    </a:lnTo>
                    <a:lnTo>
                      <a:pt x="8502" y="11169"/>
                    </a:lnTo>
                    <a:lnTo>
                      <a:pt x="6632" y="10121"/>
                    </a:lnTo>
                    <a:lnTo>
                      <a:pt x="6632" y="6954"/>
                    </a:lnTo>
                    <a:close/>
                    <a:moveTo>
                      <a:pt x="5942" y="6942"/>
                    </a:moveTo>
                    <a:lnTo>
                      <a:pt x="5942" y="10216"/>
                    </a:lnTo>
                    <a:lnTo>
                      <a:pt x="4180" y="11192"/>
                    </a:lnTo>
                    <a:lnTo>
                      <a:pt x="3632" y="9180"/>
                    </a:lnTo>
                    <a:lnTo>
                      <a:pt x="5942" y="6942"/>
                    </a:lnTo>
                    <a:close/>
                    <a:moveTo>
                      <a:pt x="8835" y="0"/>
                    </a:moveTo>
                    <a:lnTo>
                      <a:pt x="8216" y="358"/>
                    </a:lnTo>
                    <a:lnTo>
                      <a:pt x="6204" y="1477"/>
                    </a:lnTo>
                    <a:lnTo>
                      <a:pt x="4275" y="393"/>
                    </a:lnTo>
                    <a:lnTo>
                      <a:pt x="3644" y="36"/>
                    </a:lnTo>
                    <a:lnTo>
                      <a:pt x="3453" y="715"/>
                    </a:lnTo>
                    <a:lnTo>
                      <a:pt x="2858" y="2894"/>
                    </a:lnTo>
                    <a:lnTo>
                      <a:pt x="703" y="3453"/>
                    </a:lnTo>
                    <a:lnTo>
                      <a:pt x="0" y="3632"/>
                    </a:lnTo>
                    <a:lnTo>
                      <a:pt x="370" y="4251"/>
                    </a:lnTo>
                    <a:lnTo>
                      <a:pt x="1536" y="6192"/>
                    </a:lnTo>
                    <a:lnTo>
                      <a:pt x="417" y="8073"/>
                    </a:lnTo>
                    <a:lnTo>
                      <a:pt x="48" y="8680"/>
                    </a:lnTo>
                    <a:lnTo>
                      <a:pt x="739" y="8859"/>
                    </a:lnTo>
                    <a:lnTo>
                      <a:pt x="2977" y="9442"/>
                    </a:lnTo>
                    <a:lnTo>
                      <a:pt x="3560" y="11538"/>
                    </a:lnTo>
                    <a:lnTo>
                      <a:pt x="3751" y="12228"/>
                    </a:lnTo>
                    <a:lnTo>
                      <a:pt x="4370" y="11871"/>
                    </a:lnTo>
                    <a:lnTo>
                      <a:pt x="6382" y="10752"/>
                    </a:lnTo>
                    <a:lnTo>
                      <a:pt x="8323" y="11835"/>
                    </a:lnTo>
                    <a:lnTo>
                      <a:pt x="8942" y="12192"/>
                    </a:lnTo>
                    <a:lnTo>
                      <a:pt x="9133" y="11514"/>
                    </a:lnTo>
                    <a:lnTo>
                      <a:pt x="9728" y="9335"/>
                    </a:lnTo>
                    <a:lnTo>
                      <a:pt x="11895" y="8775"/>
                    </a:lnTo>
                    <a:lnTo>
                      <a:pt x="12466" y="8621"/>
                    </a:lnTo>
                    <a:lnTo>
                      <a:pt x="12466" y="8371"/>
                    </a:lnTo>
                    <a:lnTo>
                      <a:pt x="12228" y="7978"/>
                    </a:lnTo>
                    <a:lnTo>
                      <a:pt x="11073" y="6037"/>
                    </a:lnTo>
                    <a:lnTo>
                      <a:pt x="12192" y="4156"/>
                    </a:lnTo>
                    <a:lnTo>
                      <a:pt x="12454" y="3691"/>
                    </a:lnTo>
                    <a:lnTo>
                      <a:pt x="12454" y="3513"/>
                    </a:lnTo>
                    <a:lnTo>
                      <a:pt x="11847" y="3346"/>
                    </a:lnTo>
                    <a:lnTo>
                      <a:pt x="9609" y="2787"/>
                    </a:lnTo>
                    <a:lnTo>
                      <a:pt x="9037" y="691"/>
                    </a:lnTo>
                    <a:lnTo>
                      <a:pt x="8835"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59" name="Google Shape;1059;p26"/>
              <p:cNvSpPr/>
              <p:nvPr/>
            </p:nvSpPr>
            <p:spPr>
              <a:xfrm>
                <a:off x="7018425" y="-1200025"/>
                <a:ext cx="311375" cy="305425"/>
              </a:xfrm>
              <a:custGeom>
                <a:avLst/>
                <a:gdLst/>
                <a:ahLst/>
                <a:cxnLst/>
                <a:rect l="l" t="t" r="r" b="b"/>
                <a:pathLst>
                  <a:path w="12455" h="12217" extrusionOk="0">
                    <a:moveTo>
                      <a:pt x="4072" y="1072"/>
                    </a:moveTo>
                    <a:lnTo>
                      <a:pt x="5942" y="2108"/>
                    </a:lnTo>
                    <a:lnTo>
                      <a:pt x="5942" y="5275"/>
                    </a:lnTo>
                    <a:lnTo>
                      <a:pt x="3560" y="2977"/>
                    </a:lnTo>
                    <a:lnTo>
                      <a:pt x="4072" y="1072"/>
                    </a:lnTo>
                    <a:close/>
                    <a:moveTo>
                      <a:pt x="8394" y="1037"/>
                    </a:moveTo>
                    <a:lnTo>
                      <a:pt x="8942" y="3049"/>
                    </a:lnTo>
                    <a:lnTo>
                      <a:pt x="6632" y="5299"/>
                    </a:lnTo>
                    <a:lnTo>
                      <a:pt x="6632" y="2025"/>
                    </a:lnTo>
                    <a:lnTo>
                      <a:pt x="8394" y="1037"/>
                    </a:lnTo>
                    <a:close/>
                    <a:moveTo>
                      <a:pt x="3120" y="3525"/>
                    </a:moveTo>
                    <a:lnTo>
                      <a:pt x="5430" y="5775"/>
                    </a:lnTo>
                    <a:lnTo>
                      <a:pt x="2072" y="5775"/>
                    </a:lnTo>
                    <a:lnTo>
                      <a:pt x="1060" y="4061"/>
                    </a:lnTo>
                    <a:lnTo>
                      <a:pt x="3120" y="3525"/>
                    </a:lnTo>
                    <a:close/>
                    <a:moveTo>
                      <a:pt x="9514" y="3466"/>
                    </a:moveTo>
                    <a:lnTo>
                      <a:pt x="11478" y="3966"/>
                    </a:lnTo>
                    <a:lnTo>
                      <a:pt x="10407" y="5775"/>
                    </a:lnTo>
                    <a:lnTo>
                      <a:pt x="7132" y="5775"/>
                    </a:lnTo>
                    <a:lnTo>
                      <a:pt x="9514" y="3466"/>
                    </a:lnTo>
                    <a:close/>
                    <a:moveTo>
                      <a:pt x="10502" y="6454"/>
                    </a:moveTo>
                    <a:lnTo>
                      <a:pt x="11514" y="8168"/>
                    </a:lnTo>
                    <a:lnTo>
                      <a:pt x="9454" y="8704"/>
                    </a:lnTo>
                    <a:lnTo>
                      <a:pt x="7144" y="6454"/>
                    </a:lnTo>
                    <a:close/>
                    <a:moveTo>
                      <a:pt x="5430" y="6454"/>
                    </a:moveTo>
                    <a:lnTo>
                      <a:pt x="3048" y="8764"/>
                    </a:lnTo>
                    <a:lnTo>
                      <a:pt x="1084" y="8252"/>
                    </a:lnTo>
                    <a:lnTo>
                      <a:pt x="2156" y="6454"/>
                    </a:lnTo>
                    <a:close/>
                    <a:moveTo>
                      <a:pt x="6632" y="6942"/>
                    </a:moveTo>
                    <a:lnTo>
                      <a:pt x="9014" y="9252"/>
                    </a:lnTo>
                    <a:lnTo>
                      <a:pt x="8502" y="11157"/>
                    </a:lnTo>
                    <a:lnTo>
                      <a:pt x="6632" y="10121"/>
                    </a:lnTo>
                    <a:lnTo>
                      <a:pt x="6632" y="6942"/>
                    </a:lnTo>
                    <a:close/>
                    <a:moveTo>
                      <a:pt x="5942" y="6930"/>
                    </a:moveTo>
                    <a:lnTo>
                      <a:pt x="5942" y="10204"/>
                    </a:lnTo>
                    <a:lnTo>
                      <a:pt x="4180" y="11193"/>
                    </a:lnTo>
                    <a:lnTo>
                      <a:pt x="3632" y="9181"/>
                    </a:lnTo>
                    <a:lnTo>
                      <a:pt x="5942" y="6930"/>
                    </a:lnTo>
                    <a:close/>
                    <a:moveTo>
                      <a:pt x="8835" y="1"/>
                    </a:moveTo>
                    <a:lnTo>
                      <a:pt x="8216" y="358"/>
                    </a:lnTo>
                    <a:lnTo>
                      <a:pt x="6204" y="1465"/>
                    </a:lnTo>
                    <a:lnTo>
                      <a:pt x="4275" y="382"/>
                    </a:lnTo>
                    <a:lnTo>
                      <a:pt x="3644" y="25"/>
                    </a:lnTo>
                    <a:lnTo>
                      <a:pt x="3453" y="715"/>
                    </a:lnTo>
                    <a:lnTo>
                      <a:pt x="2858" y="2882"/>
                    </a:lnTo>
                    <a:lnTo>
                      <a:pt x="703" y="3454"/>
                    </a:lnTo>
                    <a:lnTo>
                      <a:pt x="0" y="3632"/>
                    </a:lnTo>
                    <a:lnTo>
                      <a:pt x="358" y="4239"/>
                    </a:lnTo>
                    <a:lnTo>
                      <a:pt x="1513" y="6192"/>
                    </a:lnTo>
                    <a:lnTo>
                      <a:pt x="405" y="8061"/>
                    </a:lnTo>
                    <a:lnTo>
                      <a:pt x="24" y="8680"/>
                    </a:lnTo>
                    <a:lnTo>
                      <a:pt x="727" y="8847"/>
                    </a:lnTo>
                    <a:lnTo>
                      <a:pt x="2965" y="9431"/>
                    </a:lnTo>
                    <a:lnTo>
                      <a:pt x="3537" y="11526"/>
                    </a:lnTo>
                    <a:lnTo>
                      <a:pt x="3739" y="12217"/>
                    </a:lnTo>
                    <a:lnTo>
                      <a:pt x="4358" y="11859"/>
                    </a:lnTo>
                    <a:lnTo>
                      <a:pt x="6370" y="10740"/>
                    </a:lnTo>
                    <a:lnTo>
                      <a:pt x="8299" y="11836"/>
                    </a:lnTo>
                    <a:lnTo>
                      <a:pt x="8930" y="12193"/>
                    </a:lnTo>
                    <a:lnTo>
                      <a:pt x="9121" y="11502"/>
                    </a:lnTo>
                    <a:lnTo>
                      <a:pt x="9716" y="9323"/>
                    </a:lnTo>
                    <a:lnTo>
                      <a:pt x="11871" y="8764"/>
                    </a:lnTo>
                    <a:lnTo>
                      <a:pt x="12454" y="8609"/>
                    </a:lnTo>
                    <a:lnTo>
                      <a:pt x="12454" y="8359"/>
                    </a:lnTo>
                    <a:lnTo>
                      <a:pt x="12216" y="7978"/>
                    </a:lnTo>
                    <a:lnTo>
                      <a:pt x="11061" y="6025"/>
                    </a:lnTo>
                    <a:lnTo>
                      <a:pt x="12169" y="4144"/>
                    </a:lnTo>
                    <a:lnTo>
                      <a:pt x="12454" y="3704"/>
                    </a:lnTo>
                    <a:lnTo>
                      <a:pt x="12454" y="3525"/>
                    </a:lnTo>
                    <a:lnTo>
                      <a:pt x="11847" y="3358"/>
                    </a:lnTo>
                    <a:lnTo>
                      <a:pt x="9609" y="2775"/>
                    </a:lnTo>
                    <a:lnTo>
                      <a:pt x="9037" y="679"/>
                    </a:lnTo>
                    <a:lnTo>
                      <a:pt x="8835"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0" name="Google Shape;1060;p26"/>
              <p:cNvSpPr/>
              <p:nvPr/>
            </p:nvSpPr>
            <p:spPr>
              <a:xfrm>
                <a:off x="6700525" y="-894025"/>
                <a:ext cx="314950" cy="305725"/>
              </a:xfrm>
              <a:custGeom>
                <a:avLst/>
                <a:gdLst/>
                <a:ahLst/>
                <a:cxnLst/>
                <a:rect l="l" t="t" r="r" b="b"/>
                <a:pathLst>
                  <a:path w="12598" h="12229" extrusionOk="0">
                    <a:moveTo>
                      <a:pt x="4096" y="1072"/>
                    </a:moveTo>
                    <a:lnTo>
                      <a:pt x="5954" y="2120"/>
                    </a:lnTo>
                    <a:lnTo>
                      <a:pt x="5954" y="5287"/>
                    </a:lnTo>
                    <a:lnTo>
                      <a:pt x="3572" y="2977"/>
                    </a:lnTo>
                    <a:lnTo>
                      <a:pt x="4096" y="1072"/>
                    </a:lnTo>
                    <a:close/>
                    <a:moveTo>
                      <a:pt x="8418" y="1036"/>
                    </a:moveTo>
                    <a:lnTo>
                      <a:pt x="8966" y="3036"/>
                    </a:lnTo>
                    <a:lnTo>
                      <a:pt x="6656" y="5287"/>
                    </a:lnTo>
                    <a:lnTo>
                      <a:pt x="6656" y="2013"/>
                    </a:lnTo>
                    <a:lnTo>
                      <a:pt x="8418" y="1036"/>
                    </a:lnTo>
                    <a:close/>
                    <a:moveTo>
                      <a:pt x="3144" y="3513"/>
                    </a:moveTo>
                    <a:lnTo>
                      <a:pt x="5454" y="5763"/>
                    </a:lnTo>
                    <a:lnTo>
                      <a:pt x="2084" y="5763"/>
                    </a:lnTo>
                    <a:lnTo>
                      <a:pt x="1072" y="4049"/>
                    </a:lnTo>
                    <a:lnTo>
                      <a:pt x="3144" y="3513"/>
                    </a:lnTo>
                    <a:close/>
                    <a:moveTo>
                      <a:pt x="9526" y="3453"/>
                    </a:moveTo>
                    <a:lnTo>
                      <a:pt x="11490" y="3965"/>
                    </a:lnTo>
                    <a:lnTo>
                      <a:pt x="10419" y="5763"/>
                    </a:lnTo>
                    <a:lnTo>
                      <a:pt x="7144" y="5763"/>
                    </a:lnTo>
                    <a:lnTo>
                      <a:pt x="9526" y="3453"/>
                    </a:lnTo>
                    <a:close/>
                    <a:moveTo>
                      <a:pt x="10526" y="6454"/>
                    </a:moveTo>
                    <a:lnTo>
                      <a:pt x="11538" y="8156"/>
                    </a:lnTo>
                    <a:lnTo>
                      <a:pt x="9466" y="8692"/>
                    </a:lnTo>
                    <a:lnTo>
                      <a:pt x="7168" y="6454"/>
                    </a:lnTo>
                    <a:close/>
                    <a:moveTo>
                      <a:pt x="5454" y="6454"/>
                    </a:moveTo>
                    <a:lnTo>
                      <a:pt x="3072" y="8751"/>
                    </a:lnTo>
                    <a:lnTo>
                      <a:pt x="1108" y="8251"/>
                    </a:lnTo>
                    <a:lnTo>
                      <a:pt x="2179" y="6454"/>
                    </a:lnTo>
                    <a:close/>
                    <a:moveTo>
                      <a:pt x="6656" y="6942"/>
                    </a:moveTo>
                    <a:lnTo>
                      <a:pt x="9037" y="9252"/>
                    </a:lnTo>
                    <a:lnTo>
                      <a:pt x="8514" y="11157"/>
                    </a:lnTo>
                    <a:lnTo>
                      <a:pt x="6656" y="10109"/>
                    </a:lnTo>
                    <a:lnTo>
                      <a:pt x="6656" y="6942"/>
                    </a:lnTo>
                    <a:close/>
                    <a:moveTo>
                      <a:pt x="5954" y="6930"/>
                    </a:moveTo>
                    <a:lnTo>
                      <a:pt x="5954" y="10204"/>
                    </a:lnTo>
                    <a:lnTo>
                      <a:pt x="4204" y="11180"/>
                    </a:lnTo>
                    <a:lnTo>
                      <a:pt x="3656" y="9168"/>
                    </a:lnTo>
                    <a:lnTo>
                      <a:pt x="5954" y="6930"/>
                    </a:lnTo>
                    <a:close/>
                    <a:moveTo>
                      <a:pt x="8847" y="0"/>
                    </a:moveTo>
                    <a:lnTo>
                      <a:pt x="8216" y="358"/>
                    </a:lnTo>
                    <a:lnTo>
                      <a:pt x="6216" y="1477"/>
                    </a:lnTo>
                    <a:lnTo>
                      <a:pt x="4275" y="393"/>
                    </a:lnTo>
                    <a:lnTo>
                      <a:pt x="3656" y="36"/>
                    </a:lnTo>
                    <a:lnTo>
                      <a:pt x="3453" y="715"/>
                    </a:lnTo>
                    <a:lnTo>
                      <a:pt x="2858" y="2894"/>
                    </a:lnTo>
                    <a:lnTo>
                      <a:pt x="703" y="3453"/>
                    </a:lnTo>
                    <a:lnTo>
                      <a:pt x="1" y="3632"/>
                    </a:lnTo>
                    <a:lnTo>
                      <a:pt x="382" y="4251"/>
                    </a:lnTo>
                    <a:lnTo>
                      <a:pt x="1537" y="6192"/>
                    </a:lnTo>
                    <a:lnTo>
                      <a:pt x="417" y="8073"/>
                    </a:lnTo>
                    <a:lnTo>
                      <a:pt x="48" y="8680"/>
                    </a:lnTo>
                    <a:lnTo>
                      <a:pt x="751" y="8859"/>
                    </a:lnTo>
                    <a:lnTo>
                      <a:pt x="2977" y="9442"/>
                    </a:lnTo>
                    <a:lnTo>
                      <a:pt x="3561" y="11538"/>
                    </a:lnTo>
                    <a:lnTo>
                      <a:pt x="3751" y="12228"/>
                    </a:lnTo>
                    <a:lnTo>
                      <a:pt x="4382" y="11871"/>
                    </a:lnTo>
                    <a:lnTo>
                      <a:pt x="6394" y="10752"/>
                    </a:lnTo>
                    <a:lnTo>
                      <a:pt x="8323" y="11835"/>
                    </a:lnTo>
                    <a:lnTo>
                      <a:pt x="8954" y="12192"/>
                    </a:lnTo>
                    <a:lnTo>
                      <a:pt x="9145" y="11514"/>
                    </a:lnTo>
                    <a:lnTo>
                      <a:pt x="9740" y="9335"/>
                    </a:lnTo>
                    <a:lnTo>
                      <a:pt x="11895" y="8775"/>
                    </a:lnTo>
                    <a:lnTo>
                      <a:pt x="12597" y="8597"/>
                    </a:lnTo>
                    <a:lnTo>
                      <a:pt x="12240" y="7978"/>
                    </a:lnTo>
                    <a:lnTo>
                      <a:pt x="11073" y="6037"/>
                    </a:lnTo>
                    <a:lnTo>
                      <a:pt x="12193" y="4156"/>
                    </a:lnTo>
                    <a:lnTo>
                      <a:pt x="12550" y="3548"/>
                    </a:lnTo>
                    <a:lnTo>
                      <a:pt x="11847" y="3370"/>
                    </a:lnTo>
                    <a:lnTo>
                      <a:pt x="9621" y="2786"/>
                    </a:lnTo>
                    <a:lnTo>
                      <a:pt x="9037" y="691"/>
                    </a:lnTo>
                    <a:lnTo>
                      <a:pt x="884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1" name="Google Shape;1061;p26"/>
              <p:cNvSpPr/>
              <p:nvPr/>
            </p:nvSpPr>
            <p:spPr>
              <a:xfrm>
                <a:off x="6700825" y="-1200025"/>
                <a:ext cx="314950" cy="305425"/>
              </a:xfrm>
              <a:custGeom>
                <a:avLst/>
                <a:gdLst/>
                <a:ahLst/>
                <a:cxnLst/>
                <a:rect l="l" t="t" r="r" b="b"/>
                <a:pathLst>
                  <a:path w="12598" h="12217" extrusionOk="0">
                    <a:moveTo>
                      <a:pt x="4084" y="1072"/>
                    </a:moveTo>
                    <a:lnTo>
                      <a:pt x="5942" y="2108"/>
                    </a:lnTo>
                    <a:lnTo>
                      <a:pt x="5942" y="5275"/>
                    </a:lnTo>
                    <a:lnTo>
                      <a:pt x="3560" y="2977"/>
                    </a:lnTo>
                    <a:lnTo>
                      <a:pt x="4084" y="1072"/>
                    </a:lnTo>
                    <a:close/>
                    <a:moveTo>
                      <a:pt x="8406" y="1037"/>
                    </a:moveTo>
                    <a:lnTo>
                      <a:pt x="8954" y="3049"/>
                    </a:lnTo>
                    <a:lnTo>
                      <a:pt x="6644" y="5299"/>
                    </a:lnTo>
                    <a:lnTo>
                      <a:pt x="6644" y="2025"/>
                    </a:lnTo>
                    <a:lnTo>
                      <a:pt x="8406" y="1037"/>
                    </a:lnTo>
                    <a:close/>
                    <a:moveTo>
                      <a:pt x="3132" y="3525"/>
                    </a:moveTo>
                    <a:lnTo>
                      <a:pt x="5442" y="5775"/>
                    </a:lnTo>
                    <a:lnTo>
                      <a:pt x="2072" y="5775"/>
                    </a:lnTo>
                    <a:lnTo>
                      <a:pt x="1060" y="4061"/>
                    </a:lnTo>
                    <a:lnTo>
                      <a:pt x="3132" y="3525"/>
                    </a:lnTo>
                    <a:close/>
                    <a:moveTo>
                      <a:pt x="9514" y="3466"/>
                    </a:moveTo>
                    <a:lnTo>
                      <a:pt x="11478" y="3966"/>
                    </a:lnTo>
                    <a:lnTo>
                      <a:pt x="10407" y="5775"/>
                    </a:lnTo>
                    <a:lnTo>
                      <a:pt x="7132" y="5775"/>
                    </a:lnTo>
                    <a:lnTo>
                      <a:pt x="9514" y="3466"/>
                    </a:lnTo>
                    <a:close/>
                    <a:moveTo>
                      <a:pt x="10514" y="6454"/>
                    </a:moveTo>
                    <a:lnTo>
                      <a:pt x="11526" y="8168"/>
                    </a:lnTo>
                    <a:lnTo>
                      <a:pt x="9454" y="8704"/>
                    </a:lnTo>
                    <a:lnTo>
                      <a:pt x="7156" y="6454"/>
                    </a:lnTo>
                    <a:close/>
                    <a:moveTo>
                      <a:pt x="5442" y="6454"/>
                    </a:moveTo>
                    <a:lnTo>
                      <a:pt x="3060" y="8764"/>
                    </a:lnTo>
                    <a:lnTo>
                      <a:pt x="1096" y="8252"/>
                    </a:lnTo>
                    <a:lnTo>
                      <a:pt x="2167" y="6454"/>
                    </a:lnTo>
                    <a:close/>
                    <a:moveTo>
                      <a:pt x="6644" y="6942"/>
                    </a:moveTo>
                    <a:lnTo>
                      <a:pt x="9025" y="9252"/>
                    </a:lnTo>
                    <a:lnTo>
                      <a:pt x="8502" y="11157"/>
                    </a:lnTo>
                    <a:lnTo>
                      <a:pt x="6644" y="10121"/>
                    </a:lnTo>
                    <a:lnTo>
                      <a:pt x="6644" y="6942"/>
                    </a:lnTo>
                    <a:close/>
                    <a:moveTo>
                      <a:pt x="5942" y="6930"/>
                    </a:moveTo>
                    <a:lnTo>
                      <a:pt x="5942" y="10204"/>
                    </a:lnTo>
                    <a:lnTo>
                      <a:pt x="4192" y="11193"/>
                    </a:lnTo>
                    <a:lnTo>
                      <a:pt x="3644" y="9181"/>
                    </a:lnTo>
                    <a:lnTo>
                      <a:pt x="5942" y="6930"/>
                    </a:lnTo>
                    <a:close/>
                    <a:moveTo>
                      <a:pt x="8847" y="1"/>
                    </a:moveTo>
                    <a:lnTo>
                      <a:pt x="8216" y="358"/>
                    </a:lnTo>
                    <a:lnTo>
                      <a:pt x="6216" y="1465"/>
                    </a:lnTo>
                    <a:lnTo>
                      <a:pt x="4275" y="382"/>
                    </a:lnTo>
                    <a:lnTo>
                      <a:pt x="3656" y="25"/>
                    </a:lnTo>
                    <a:lnTo>
                      <a:pt x="3453" y="715"/>
                    </a:lnTo>
                    <a:lnTo>
                      <a:pt x="2858" y="2882"/>
                    </a:lnTo>
                    <a:lnTo>
                      <a:pt x="703" y="3454"/>
                    </a:lnTo>
                    <a:lnTo>
                      <a:pt x="1" y="3632"/>
                    </a:lnTo>
                    <a:lnTo>
                      <a:pt x="382" y="4239"/>
                    </a:lnTo>
                    <a:lnTo>
                      <a:pt x="1536" y="6192"/>
                    </a:lnTo>
                    <a:lnTo>
                      <a:pt x="417" y="8061"/>
                    </a:lnTo>
                    <a:lnTo>
                      <a:pt x="48" y="8680"/>
                    </a:lnTo>
                    <a:lnTo>
                      <a:pt x="751" y="8859"/>
                    </a:lnTo>
                    <a:lnTo>
                      <a:pt x="2977" y="9431"/>
                    </a:lnTo>
                    <a:lnTo>
                      <a:pt x="3560" y="11538"/>
                    </a:lnTo>
                    <a:lnTo>
                      <a:pt x="3751" y="12217"/>
                    </a:lnTo>
                    <a:lnTo>
                      <a:pt x="4382" y="11859"/>
                    </a:lnTo>
                    <a:lnTo>
                      <a:pt x="6394" y="10740"/>
                    </a:lnTo>
                    <a:lnTo>
                      <a:pt x="8323" y="11836"/>
                    </a:lnTo>
                    <a:lnTo>
                      <a:pt x="8954" y="12193"/>
                    </a:lnTo>
                    <a:lnTo>
                      <a:pt x="9145" y="11502"/>
                    </a:lnTo>
                    <a:lnTo>
                      <a:pt x="9740" y="9335"/>
                    </a:lnTo>
                    <a:lnTo>
                      <a:pt x="11895" y="8764"/>
                    </a:lnTo>
                    <a:lnTo>
                      <a:pt x="12597" y="8585"/>
                    </a:lnTo>
                    <a:lnTo>
                      <a:pt x="12240" y="7978"/>
                    </a:lnTo>
                    <a:lnTo>
                      <a:pt x="11085" y="6025"/>
                    </a:lnTo>
                    <a:lnTo>
                      <a:pt x="12193" y="4156"/>
                    </a:lnTo>
                    <a:lnTo>
                      <a:pt x="12550" y="3537"/>
                    </a:lnTo>
                    <a:lnTo>
                      <a:pt x="11859" y="3358"/>
                    </a:lnTo>
                    <a:lnTo>
                      <a:pt x="9621" y="2775"/>
                    </a:lnTo>
                    <a:lnTo>
                      <a:pt x="9037" y="679"/>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2" name="Google Shape;1062;p26"/>
              <p:cNvSpPr/>
              <p:nvPr/>
            </p:nvSpPr>
            <p:spPr>
              <a:xfrm>
                <a:off x="7647075" y="-894325"/>
                <a:ext cx="311975" cy="305725"/>
              </a:xfrm>
              <a:custGeom>
                <a:avLst/>
                <a:gdLst/>
                <a:ahLst/>
                <a:cxnLst/>
                <a:rect l="l" t="t" r="r" b="b"/>
                <a:pathLst>
                  <a:path w="12479" h="12229" extrusionOk="0">
                    <a:moveTo>
                      <a:pt x="4084" y="1084"/>
                    </a:moveTo>
                    <a:lnTo>
                      <a:pt x="5942" y="2132"/>
                    </a:lnTo>
                    <a:lnTo>
                      <a:pt x="5942" y="5299"/>
                    </a:lnTo>
                    <a:lnTo>
                      <a:pt x="3560" y="2989"/>
                    </a:lnTo>
                    <a:lnTo>
                      <a:pt x="4084" y="1084"/>
                    </a:lnTo>
                    <a:close/>
                    <a:moveTo>
                      <a:pt x="8394" y="1048"/>
                    </a:moveTo>
                    <a:lnTo>
                      <a:pt x="8954" y="3048"/>
                    </a:lnTo>
                    <a:lnTo>
                      <a:pt x="6644" y="5299"/>
                    </a:lnTo>
                    <a:lnTo>
                      <a:pt x="6644" y="2025"/>
                    </a:lnTo>
                    <a:lnTo>
                      <a:pt x="8394" y="1048"/>
                    </a:lnTo>
                    <a:close/>
                    <a:moveTo>
                      <a:pt x="3132" y="3525"/>
                    </a:moveTo>
                    <a:lnTo>
                      <a:pt x="5442" y="5775"/>
                    </a:lnTo>
                    <a:lnTo>
                      <a:pt x="2072" y="5775"/>
                    </a:lnTo>
                    <a:lnTo>
                      <a:pt x="1060" y="4061"/>
                    </a:lnTo>
                    <a:lnTo>
                      <a:pt x="3132" y="3525"/>
                    </a:lnTo>
                    <a:close/>
                    <a:moveTo>
                      <a:pt x="9514" y="3465"/>
                    </a:moveTo>
                    <a:lnTo>
                      <a:pt x="11478" y="3977"/>
                    </a:lnTo>
                    <a:lnTo>
                      <a:pt x="10407" y="5775"/>
                    </a:lnTo>
                    <a:lnTo>
                      <a:pt x="7132" y="5775"/>
                    </a:lnTo>
                    <a:lnTo>
                      <a:pt x="9514" y="3465"/>
                    </a:lnTo>
                    <a:close/>
                    <a:moveTo>
                      <a:pt x="10514" y="6466"/>
                    </a:moveTo>
                    <a:lnTo>
                      <a:pt x="11526" y="8168"/>
                    </a:lnTo>
                    <a:lnTo>
                      <a:pt x="9454" y="8704"/>
                    </a:lnTo>
                    <a:lnTo>
                      <a:pt x="7144" y="6466"/>
                    </a:lnTo>
                    <a:close/>
                    <a:moveTo>
                      <a:pt x="5442" y="6466"/>
                    </a:moveTo>
                    <a:lnTo>
                      <a:pt x="3060" y="8763"/>
                    </a:lnTo>
                    <a:lnTo>
                      <a:pt x="1096" y="8263"/>
                    </a:lnTo>
                    <a:lnTo>
                      <a:pt x="2167" y="6466"/>
                    </a:lnTo>
                    <a:close/>
                    <a:moveTo>
                      <a:pt x="6644" y="6954"/>
                    </a:moveTo>
                    <a:lnTo>
                      <a:pt x="9025" y="9264"/>
                    </a:lnTo>
                    <a:lnTo>
                      <a:pt x="8502" y="11169"/>
                    </a:lnTo>
                    <a:lnTo>
                      <a:pt x="6644" y="10121"/>
                    </a:lnTo>
                    <a:lnTo>
                      <a:pt x="6644" y="6954"/>
                    </a:lnTo>
                    <a:close/>
                    <a:moveTo>
                      <a:pt x="5942" y="6942"/>
                    </a:moveTo>
                    <a:lnTo>
                      <a:pt x="5942" y="10216"/>
                    </a:lnTo>
                    <a:lnTo>
                      <a:pt x="4191" y="11192"/>
                    </a:lnTo>
                    <a:lnTo>
                      <a:pt x="3632" y="9180"/>
                    </a:lnTo>
                    <a:lnTo>
                      <a:pt x="5942" y="6942"/>
                    </a:lnTo>
                    <a:close/>
                    <a:moveTo>
                      <a:pt x="8847" y="0"/>
                    </a:moveTo>
                    <a:lnTo>
                      <a:pt x="8216" y="358"/>
                    </a:lnTo>
                    <a:lnTo>
                      <a:pt x="6216" y="1477"/>
                    </a:lnTo>
                    <a:lnTo>
                      <a:pt x="4275" y="393"/>
                    </a:lnTo>
                    <a:lnTo>
                      <a:pt x="3656" y="36"/>
                    </a:lnTo>
                    <a:lnTo>
                      <a:pt x="3453" y="715"/>
                    </a:lnTo>
                    <a:lnTo>
                      <a:pt x="2858" y="2894"/>
                    </a:lnTo>
                    <a:lnTo>
                      <a:pt x="703" y="3453"/>
                    </a:lnTo>
                    <a:lnTo>
                      <a:pt x="0" y="3632"/>
                    </a:lnTo>
                    <a:lnTo>
                      <a:pt x="381" y="4251"/>
                    </a:lnTo>
                    <a:lnTo>
                      <a:pt x="1536" y="6192"/>
                    </a:lnTo>
                    <a:lnTo>
                      <a:pt x="417" y="8073"/>
                    </a:lnTo>
                    <a:lnTo>
                      <a:pt x="48" y="8680"/>
                    </a:lnTo>
                    <a:lnTo>
                      <a:pt x="751" y="8859"/>
                    </a:lnTo>
                    <a:lnTo>
                      <a:pt x="2977" y="9442"/>
                    </a:lnTo>
                    <a:lnTo>
                      <a:pt x="3560" y="11538"/>
                    </a:lnTo>
                    <a:lnTo>
                      <a:pt x="3751" y="12228"/>
                    </a:lnTo>
                    <a:lnTo>
                      <a:pt x="4382" y="11871"/>
                    </a:lnTo>
                    <a:lnTo>
                      <a:pt x="6394" y="10752"/>
                    </a:lnTo>
                    <a:lnTo>
                      <a:pt x="8323" y="11835"/>
                    </a:lnTo>
                    <a:lnTo>
                      <a:pt x="8954" y="12192"/>
                    </a:lnTo>
                    <a:lnTo>
                      <a:pt x="9144" y="11514"/>
                    </a:lnTo>
                    <a:lnTo>
                      <a:pt x="9740" y="9335"/>
                    </a:lnTo>
                    <a:lnTo>
                      <a:pt x="11895" y="8775"/>
                    </a:lnTo>
                    <a:lnTo>
                      <a:pt x="12478" y="8621"/>
                    </a:lnTo>
                    <a:lnTo>
                      <a:pt x="12478" y="8371"/>
                    </a:lnTo>
                    <a:lnTo>
                      <a:pt x="12240" y="7978"/>
                    </a:lnTo>
                    <a:lnTo>
                      <a:pt x="11073" y="6037"/>
                    </a:lnTo>
                    <a:lnTo>
                      <a:pt x="12192" y="4156"/>
                    </a:lnTo>
                    <a:lnTo>
                      <a:pt x="12466" y="3691"/>
                    </a:lnTo>
                    <a:lnTo>
                      <a:pt x="12466" y="3513"/>
                    </a:lnTo>
                    <a:lnTo>
                      <a:pt x="11847" y="3346"/>
                    </a:lnTo>
                    <a:lnTo>
                      <a:pt x="9621" y="2787"/>
                    </a:lnTo>
                    <a:lnTo>
                      <a:pt x="9037" y="691"/>
                    </a:lnTo>
                    <a:lnTo>
                      <a:pt x="884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3" name="Google Shape;1063;p26"/>
              <p:cNvSpPr/>
              <p:nvPr/>
            </p:nvSpPr>
            <p:spPr>
              <a:xfrm>
                <a:off x="7647075" y="-1200025"/>
                <a:ext cx="311675" cy="305425"/>
              </a:xfrm>
              <a:custGeom>
                <a:avLst/>
                <a:gdLst/>
                <a:ahLst/>
                <a:cxnLst/>
                <a:rect l="l" t="t" r="r" b="b"/>
                <a:pathLst>
                  <a:path w="12467" h="12217" extrusionOk="0">
                    <a:moveTo>
                      <a:pt x="4084" y="1072"/>
                    </a:moveTo>
                    <a:lnTo>
                      <a:pt x="5942" y="2108"/>
                    </a:lnTo>
                    <a:lnTo>
                      <a:pt x="5942" y="5275"/>
                    </a:lnTo>
                    <a:lnTo>
                      <a:pt x="3560" y="2977"/>
                    </a:lnTo>
                    <a:lnTo>
                      <a:pt x="4084" y="1072"/>
                    </a:lnTo>
                    <a:close/>
                    <a:moveTo>
                      <a:pt x="8394" y="1037"/>
                    </a:moveTo>
                    <a:lnTo>
                      <a:pt x="8954" y="3049"/>
                    </a:lnTo>
                    <a:lnTo>
                      <a:pt x="6644" y="5299"/>
                    </a:lnTo>
                    <a:lnTo>
                      <a:pt x="6644" y="2025"/>
                    </a:lnTo>
                    <a:lnTo>
                      <a:pt x="8394" y="1037"/>
                    </a:lnTo>
                    <a:close/>
                    <a:moveTo>
                      <a:pt x="3132" y="3525"/>
                    </a:moveTo>
                    <a:lnTo>
                      <a:pt x="5442" y="5775"/>
                    </a:lnTo>
                    <a:lnTo>
                      <a:pt x="2072" y="5775"/>
                    </a:lnTo>
                    <a:lnTo>
                      <a:pt x="1060" y="4061"/>
                    </a:lnTo>
                    <a:lnTo>
                      <a:pt x="3132" y="3525"/>
                    </a:lnTo>
                    <a:close/>
                    <a:moveTo>
                      <a:pt x="9514" y="3466"/>
                    </a:moveTo>
                    <a:lnTo>
                      <a:pt x="11478" y="3966"/>
                    </a:lnTo>
                    <a:lnTo>
                      <a:pt x="10407" y="5775"/>
                    </a:lnTo>
                    <a:lnTo>
                      <a:pt x="7132" y="5775"/>
                    </a:lnTo>
                    <a:lnTo>
                      <a:pt x="9514" y="3466"/>
                    </a:lnTo>
                    <a:close/>
                    <a:moveTo>
                      <a:pt x="10514" y="6454"/>
                    </a:moveTo>
                    <a:lnTo>
                      <a:pt x="11526" y="8168"/>
                    </a:lnTo>
                    <a:lnTo>
                      <a:pt x="9454" y="8704"/>
                    </a:lnTo>
                    <a:lnTo>
                      <a:pt x="7144" y="6454"/>
                    </a:lnTo>
                    <a:close/>
                    <a:moveTo>
                      <a:pt x="5442" y="6454"/>
                    </a:moveTo>
                    <a:lnTo>
                      <a:pt x="3060" y="8764"/>
                    </a:lnTo>
                    <a:lnTo>
                      <a:pt x="1096" y="8252"/>
                    </a:lnTo>
                    <a:lnTo>
                      <a:pt x="2167" y="6454"/>
                    </a:lnTo>
                    <a:close/>
                    <a:moveTo>
                      <a:pt x="6644" y="6942"/>
                    </a:moveTo>
                    <a:lnTo>
                      <a:pt x="9025" y="9252"/>
                    </a:lnTo>
                    <a:lnTo>
                      <a:pt x="8502" y="11157"/>
                    </a:lnTo>
                    <a:lnTo>
                      <a:pt x="6644" y="10121"/>
                    </a:lnTo>
                    <a:lnTo>
                      <a:pt x="6644" y="6942"/>
                    </a:lnTo>
                    <a:close/>
                    <a:moveTo>
                      <a:pt x="5942" y="6930"/>
                    </a:moveTo>
                    <a:lnTo>
                      <a:pt x="5942" y="10204"/>
                    </a:lnTo>
                    <a:lnTo>
                      <a:pt x="4191" y="11193"/>
                    </a:lnTo>
                    <a:lnTo>
                      <a:pt x="3632" y="9181"/>
                    </a:lnTo>
                    <a:lnTo>
                      <a:pt x="5942" y="6930"/>
                    </a:lnTo>
                    <a:close/>
                    <a:moveTo>
                      <a:pt x="8847" y="1"/>
                    </a:moveTo>
                    <a:lnTo>
                      <a:pt x="8216" y="358"/>
                    </a:lnTo>
                    <a:lnTo>
                      <a:pt x="6204" y="1465"/>
                    </a:lnTo>
                    <a:lnTo>
                      <a:pt x="4275" y="382"/>
                    </a:lnTo>
                    <a:lnTo>
                      <a:pt x="3644" y="25"/>
                    </a:lnTo>
                    <a:lnTo>
                      <a:pt x="3453" y="715"/>
                    </a:lnTo>
                    <a:lnTo>
                      <a:pt x="2858" y="2882"/>
                    </a:lnTo>
                    <a:lnTo>
                      <a:pt x="703" y="3454"/>
                    </a:lnTo>
                    <a:lnTo>
                      <a:pt x="0" y="3632"/>
                    </a:lnTo>
                    <a:lnTo>
                      <a:pt x="358" y="4239"/>
                    </a:lnTo>
                    <a:lnTo>
                      <a:pt x="1524" y="6192"/>
                    </a:lnTo>
                    <a:lnTo>
                      <a:pt x="405" y="8061"/>
                    </a:lnTo>
                    <a:lnTo>
                      <a:pt x="36" y="8680"/>
                    </a:lnTo>
                    <a:lnTo>
                      <a:pt x="727" y="8847"/>
                    </a:lnTo>
                    <a:lnTo>
                      <a:pt x="2965" y="9431"/>
                    </a:lnTo>
                    <a:lnTo>
                      <a:pt x="3549" y="11526"/>
                    </a:lnTo>
                    <a:lnTo>
                      <a:pt x="3739" y="12217"/>
                    </a:lnTo>
                    <a:lnTo>
                      <a:pt x="4370" y="11859"/>
                    </a:lnTo>
                    <a:lnTo>
                      <a:pt x="6370" y="10740"/>
                    </a:lnTo>
                    <a:lnTo>
                      <a:pt x="8311" y="11836"/>
                    </a:lnTo>
                    <a:lnTo>
                      <a:pt x="8930" y="12193"/>
                    </a:lnTo>
                    <a:lnTo>
                      <a:pt x="9133" y="11502"/>
                    </a:lnTo>
                    <a:lnTo>
                      <a:pt x="9728" y="9323"/>
                    </a:lnTo>
                    <a:lnTo>
                      <a:pt x="11883" y="8764"/>
                    </a:lnTo>
                    <a:lnTo>
                      <a:pt x="12466" y="8609"/>
                    </a:lnTo>
                    <a:lnTo>
                      <a:pt x="12466" y="8359"/>
                    </a:lnTo>
                    <a:lnTo>
                      <a:pt x="12228" y="7978"/>
                    </a:lnTo>
                    <a:lnTo>
                      <a:pt x="11061" y="6025"/>
                    </a:lnTo>
                    <a:lnTo>
                      <a:pt x="12181" y="4144"/>
                    </a:lnTo>
                    <a:lnTo>
                      <a:pt x="12466" y="3704"/>
                    </a:lnTo>
                    <a:lnTo>
                      <a:pt x="12466" y="3525"/>
                    </a:lnTo>
                    <a:lnTo>
                      <a:pt x="11847" y="3358"/>
                    </a:lnTo>
                    <a:lnTo>
                      <a:pt x="9621" y="2775"/>
                    </a:lnTo>
                    <a:lnTo>
                      <a:pt x="9037" y="679"/>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4" name="Google Shape;1064;p26"/>
              <p:cNvSpPr/>
              <p:nvPr/>
            </p:nvSpPr>
            <p:spPr>
              <a:xfrm>
                <a:off x="7329475" y="-894025"/>
                <a:ext cx="314650" cy="305725"/>
              </a:xfrm>
              <a:custGeom>
                <a:avLst/>
                <a:gdLst/>
                <a:ahLst/>
                <a:cxnLst/>
                <a:rect l="l" t="t" r="r" b="b"/>
                <a:pathLst>
                  <a:path w="12586" h="12229" extrusionOk="0">
                    <a:moveTo>
                      <a:pt x="4096" y="1072"/>
                    </a:moveTo>
                    <a:lnTo>
                      <a:pt x="5954" y="2120"/>
                    </a:lnTo>
                    <a:lnTo>
                      <a:pt x="5954" y="5287"/>
                    </a:lnTo>
                    <a:lnTo>
                      <a:pt x="3572" y="2977"/>
                    </a:lnTo>
                    <a:lnTo>
                      <a:pt x="4096" y="1072"/>
                    </a:lnTo>
                    <a:close/>
                    <a:moveTo>
                      <a:pt x="8406" y="1036"/>
                    </a:moveTo>
                    <a:lnTo>
                      <a:pt x="8954" y="3036"/>
                    </a:lnTo>
                    <a:lnTo>
                      <a:pt x="6656" y="5287"/>
                    </a:lnTo>
                    <a:lnTo>
                      <a:pt x="6656" y="2013"/>
                    </a:lnTo>
                    <a:lnTo>
                      <a:pt x="8406" y="1036"/>
                    </a:lnTo>
                    <a:close/>
                    <a:moveTo>
                      <a:pt x="3144" y="3513"/>
                    </a:moveTo>
                    <a:lnTo>
                      <a:pt x="5442" y="5763"/>
                    </a:lnTo>
                    <a:lnTo>
                      <a:pt x="2084" y="5763"/>
                    </a:lnTo>
                    <a:lnTo>
                      <a:pt x="1072" y="4049"/>
                    </a:lnTo>
                    <a:lnTo>
                      <a:pt x="3144" y="3513"/>
                    </a:lnTo>
                    <a:close/>
                    <a:moveTo>
                      <a:pt x="9526" y="3453"/>
                    </a:moveTo>
                    <a:lnTo>
                      <a:pt x="11490" y="3965"/>
                    </a:lnTo>
                    <a:lnTo>
                      <a:pt x="10418" y="5763"/>
                    </a:lnTo>
                    <a:lnTo>
                      <a:pt x="7144" y="5763"/>
                    </a:lnTo>
                    <a:lnTo>
                      <a:pt x="9526" y="3453"/>
                    </a:lnTo>
                    <a:close/>
                    <a:moveTo>
                      <a:pt x="10526" y="6454"/>
                    </a:moveTo>
                    <a:lnTo>
                      <a:pt x="11538" y="8156"/>
                    </a:lnTo>
                    <a:lnTo>
                      <a:pt x="9466" y="8692"/>
                    </a:lnTo>
                    <a:lnTo>
                      <a:pt x="7156" y="6454"/>
                    </a:lnTo>
                    <a:close/>
                    <a:moveTo>
                      <a:pt x="5442" y="6454"/>
                    </a:moveTo>
                    <a:lnTo>
                      <a:pt x="3060" y="8751"/>
                    </a:lnTo>
                    <a:lnTo>
                      <a:pt x="1096" y="8251"/>
                    </a:lnTo>
                    <a:lnTo>
                      <a:pt x="2167" y="6454"/>
                    </a:lnTo>
                    <a:close/>
                    <a:moveTo>
                      <a:pt x="6656" y="6942"/>
                    </a:moveTo>
                    <a:lnTo>
                      <a:pt x="9037" y="9252"/>
                    </a:lnTo>
                    <a:lnTo>
                      <a:pt x="8513" y="11157"/>
                    </a:lnTo>
                    <a:lnTo>
                      <a:pt x="6656" y="10109"/>
                    </a:lnTo>
                    <a:lnTo>
                      <a:pt x="6656" y="6942"/>
                    </a:lnTo>
                    <a:close/>
                    <a:moveTo>
                      <a:pt x="5954" y="6930"/>
                    </a:moveTo>
                    <a:lnTo>
                      <a:pt x="5954" y="10204"/>
                    </a:lnTo>
                    <a:lnTo>
                      <a:pt x="4192" y="11180"/>
                    </a:lnTo>
                    <a:lnTo>
                      <a:pt x="3644" y="9168"/>
                    </a:lnTo>
                    <a:lnTo>
                      <a:pt x="5954" y="6930"/>
                    </a:lnTo>
                    <a:close/>
                    <a:moveTo>
                      <a:pt x="8835" y="0"/>
                    </a:moveTo>
                    <a:lnTo>
                      <a:pt x="8216" y="358"/>
                    </a:lnTo>
                    <a:lnTo>
                      <a:pt x="6204" y="1477"/>
                    </a:lnTo>
                    <a:lnTo>
                      <a:pt x="4275" y="393"/>
                    </a:lnTo>
                    <a:lnTo>
                      <a:pt x="3644" y="36"/>
                    </a:lnTo>
                    <a:lnTo>
                      <a:pt x="3453" y="715"/>
                    </a:lnTo>
                    <a:lnTo>
                      <a:pt x="2858" y="2894"/>
                    </a:lnTo>
                    <a:lnTo>
                      <a:pt x="703" y="3453"/>
                    </a:lnTo>
                    <a:lnTo>
                      <a:pt x="1" y="3632"/>
                    </a:lnTo>
                    <a:lnTo>
                      <a:pt x="370" y="4251"/>
                    </a:lnTo>
                    <a:lnTo>
                      <a:pt x="1525" y="6192"/>
                    </a:lnTo>
                    <a:lnTo>
                      <a:pt x="417" y="8073"/>
                    </a:lnTo>
                    <a:lnTo>
                      <a:pt x="36" y="8680"/>
                    </a:lnTo>
                    <a:lnTo>
                      <a:pt x="739" y="8859"/>
                    </a:lnTo>
                    <a:lnTo>
                      <a:pt x="2977" y="9442"/>
                    </a:lnTo>
                    <a:lnTo>
                      <a:pt x="3560" y="11538"/>
                    </a:lnTo>
                    <a:lnTo>
                      <a:pt x="3751" y="12228"/>
                    </a:lnTo>
                    <a:lnTo>
                      <a:pt x="4370" y="11871"/>
                    </a:lnTo>
                    <a:lnTo>
                      <a:pt x="6382" y="10752"/>
                    </a:lnTo>
                    <a:lnTo>
                      <a:pt x="8323" y="11835"/>
                    </a:lnTo>
                    <a:lnTo>
                      <a:pt x="8942" y="12192"/>
                    </a:lnTo>
                    <a:lnTo>
                      <a:pt x="9133" y="11514"/>
                    </a:lnTo>
                    <a:lnTo>
                      <a:pt x="9728" y="9335"/>
                    </a:lnTo>
                    <a:lnTo>
                      <a:pt x="11895" y="8775"/>
                    </a:lnTo>
                    <a:lnTo>
                      <a:pt x="12585" y="8597"/>
                    </a:lnTo>
                    <a:lnTo>
                      <a:pt x="12228" y="7978"/>
                    </a:lnTo>
                    <a:lnTo>
                      <a:pt x="11073" y="6037"/>
                    </a:lnTo>
                    <a:lnTo>
                      <a:pt x="12193" y="4156"/>
                    </a:lnTo>
                    <a:lnTo>
                      <a:pt x="12550" y="3548"/>
                    </a:lnTo>
                    <a:lnTo>
                      <a:pt x="11847" y="3370"/>
                    </a:lnTo>
                    <a:lnTo>
                      <a:pt x="9609" y="2786"/>
                    </a:lnTo>
                    <a:lnTo>
                      <a:pt x="9037" y="691"/>
                    </a:lnTo>
                    <a:lnTo>
                      <a:pt x="8835"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5" name="Google Shape;1065;p26"/>
              <p:cNvSpPr/>
              <p:nvPr/>
            </p:nvSpPr>
            <p:spPr>
              <a:xfrm>
                <a:off x="7329775" y="-1200025"/>
                <a:ext cx="314950" cy="305425"/>
              </a:xfrm>
              <a:custGeom>
                <a:avLst/>
                <a:gdLst/>
                <a:ahLst/>
                <a:cxnLst/>
                <a:rect l="l" t="t" r="r" b="b"/>
                <a:pathLst>
                  <a:path w="12598" h="12217" extrusionOk="0">
                    <a:moveTo>
                      <a:pt x="4084" y="1072"/>
                    </a:moveTo>
                    <a:lnTo>
                      <a:pt x="5942" y="2108"/>
                    </a:lnTo>
                    <a:lnTo>
                      <a:pt x="5942" y="5275"/>
                    </a:lnTo>
                    <a:lnTo>
                      <a:pt x="3560" y="2977"/>
                    </a:lnTo>
                    <a:lnTo>
                      <a:pt x="4084" y="1072"/>
                    </a:lnTo>
                    <a:close/>
                    <a:moveTo>
                      <a:pt x="8394" y="1037"/>
                    </a:moveTo>
                    <a:lnTo>
                      <a:pt x="8942" y="3049"/>
                    </a:lnTo>
                    <a:lnTo>
                      <a:pt x="6644" y="5299"/>
                    </a:lnTo>
                    <a:lnTo>
                      <a:pt x="6644" y="2025"/>
                    </a:lnTo>
                    <a:lnTo>
                      <a:pt x="8394" y="1037"/>
                    </a:lnTo>
                    <a:close/>
                    <a:moveTo>
                      <a:pt x="3132" y="3525"/>
                    </a:moveTo>
                    <a:lnTo>
                      <a:pt x="5430" y="5775"/>
                    </a:lnTo>
                    <a:lnTo>
                      <a:pt x="2072" y="5775"/>
                    </a:lnTo>
                    <a:lnTo>
                      <a:pt x="1060" y="4061"/>
                    </a:lnTo>
                    <a:lnTo>
                      <a:pt x="3132" y="3525"/>
                    </a:lnTo>
                    <a:close/>
                    <a:moveTo>
                      <a:pt x="9514" y="3466"/>
                    </a:moveTo>
                    <a:lnTo>
                      <a:pt x="11478" y="3966"/>
                    </a:lnTo>
                    <a:lnTo>
                      <a:pt x="10406" y="5775"/>
                    </a:lnTo>
                    <a:lnTo>
                      <a:pt x="7132" y="5775"/>
                    </a:lnTo>
                    <a:lnTo>
                      <a:pt x="9514" y="3466"/>
                    </a:lnTo>
                    <a:close/>
                    <a:moveTo>
                      <a:pt x="10514" y="6454"/>
                    </a:moveTo>
                    <a:lnTo>
                      <a:pt x="11526" y="8168"/>
                    </a:lnTo>
                    <a:lnTo>
                      <a:pt x="9454" y="8704"/>
                    </a:lnTo>
                    <a:lnTo>
                      <a:pt x="7144" y="6454"/>
                    </a:lnTo>
                    <a:close/>
                    <a:moveTo>
                      <a:pt x="5430" y="6454"/>
                    </a:moveTo>
                    <a:lnTo>
                      <a:pt x="3048" y="8764"/>
                    </a:lnTo>
                    <a:lnTo>
                      <a:pt x="1084" y="8252"/>
                    </a:lnTo>
                    <a:lnTo>
                      <a:pt x="2155" y="6454"/>
                    </a:lnTo>
                    <a:close/>
                    <a:moveTo>
                      <a:pt x="6644" y="6942"/>
                    </a:moveTo>
                    <a:lnTo>
                      <a:pt x="9025" y="9252"/>
                    </a:lnTo>
                    <a:lnTo>
                      <a:pt x="8501" y="11157"/>
                    </a:lnTo>
                    <a:lnTo>
                      <a:pt x="6644" y="10121"/>
                    </a:lnTo>
                    <a:lnTo>
                      <a:pt x="6644" y="6942"/>
                    </a:lnTo>
                    <a:close/>
                    <a:moveTo>
                      <a:pt x="5942" y="6930"/>
                    </a:moveTo>
                    <a:lnTo>
                      <a:pt x="5942" y="10204"/>
                    </a:lnTo>
                    <a:lnTo>
                      <a:pt x="4180" y="11193"/>
                    </a:lnTo>
                    <a:lnTo>
                      <a:pt x="3632" y="9181"/>
                    </a:lnTo>
                    <a:lnTo>
                      <a:pt x="5942" y="6930"/>
                    </a:lnTo>
                    <a:close/>
                    <a:moveTo>
                      <a:pt x="8847" y="1"/>
                    </a:moveTo>
                    <a:lnTo>
                      <a:pt x="8216" y="358"/>
                    </a:lnTo>
                    <a:lnTo>
                      <a:pt x="6204" y="1465"/>
                    </a:lnTo>
                    <a:lnTo>
                      <a:pt x="4275" y="382"/>
                    </a:lnTo>
                    <a:lnTo>
                      <a:pt x="3644" y="25"/>
                    </a:lnTo>
                    <a:lnTo>
                      <a:pt x="3453" y="715"/>
                    </a:lnTo>
                    <a:lnTo>
                      <a:pt x="2858" y="2882"/>
                    </a:lnTo>
                    <a:lnTo>
                      <a:pt x="703" y="3454"/>
                    </a:lnTo>
                    <a:lnTo>
                      <a:pt x="0" y="3632"/>
                    </a:lnTo>
                    <a:lnTo>
                      <a:pt x="370" y="4239"/>
                    </a:lnTo>
                    <a:lnTo>
                      <a:pt x="1536" y="6192"/>
                    </a:lnTo>
                    <a:lnTo>
                      <a:pt x="417" y="8061"/>
                    </a:lnTo>
                    <a:lnTo>
                      <a:pt x="48" y="8680"/>
                    </a:lnTo>
                    <a:lnTo>
                      <a:pt x="739" y="8859"/>
                    </a:lnTo>
                    <a:lnTo>
                      <a:pt x="2977" y="9431"/>
                    </a:lnTo>
                    <a:lnTo>
                      <a:pt x="3560" y="11538"/>
                    </a:lnTo>
                    <a:lnTo>
                      <a:pt x="3751" y="12217"/>
                    </a:lnTo>
                    <a:lnTo>
                      <a:pt x="4382" y="11859"/>
                    </a:lnTo>
                    <a:lnTo>
                      <a:pt x="6382" y="10740"/>
                    </a:lnTo>
                    <a:lnTo>
                      <a:pt x="8323" y="11836"/>
                    </a:lnTo>
                    <a:lnTo>
                      <a:pt x="8942" y="12193"/>
                    </a:lnTo>
                    <a:lnTo>
                      <a:pt x="9144" y="11502"/>
                    </a:lnTo>
                    <a:lnTo>
                      <a:pt x="9740" y="9335"/>
                    </a:lnTo>
                    <a:lnTo>
                      <a:pt x="11895" y="8764"/>
                    </a:lnTo>
                    <a:lnTo>
                      <a:pt x="12597" y="8585"/>
                    </a:lnTo>
                    <a:lnTo>
                      <a:pt x="12228" y="7978"/>
                    </a:lnTo>
                    <a:lnTo>
                      <a:pt x="11073" y="6025"/>
                    </a:lnTo>
                    <a:lnTo>
                      <a:pt x="12192" y="4156"/>
                    </a:lnTo>
                    <a:lnTo>
                      <a:pt x="12550" y="3537"/>
                    </a:lnTo>
                    <a:lnTo>
                      <a:pt x="11847" y="3358"/>
                    </a:lnTo>
                    <a:lnTo>
                      <a:pt x="9621" y="2775"/>
                    </a:lnTo>
                    <a:lnTo>
                      <a:pt x="9037" y="679"/>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6" name="Google Shape;1066;p26"/>
              <p:cNvSpPr/>
              <p:nvPr/>
            </p:nvSpPr>
            <p:spPr>
              <a:xfrm>
                <a:off x="8276025" y="-894325"/>
                <a:ext cx="311675" cy="305725"/>
              </a:xfrm>
              <a:custGeom>
                <a:avLst/>
                <a:gdLst/>
                <a:ahLst/>
                <a:cxnLst/>
                <a:rect l="l" t="t" r="r" b="b"/>
                <a:pathLst>
                  <a:path w="12467" h="12229" extrusionOk="0">
                    <a:moveTo>
                      <a:pt x="4072" y="1084"/>
                    </a:moveTo>
                    <a:lnTo>
                      <a:pt x="5930" y="2132"/>
                    </a:lnTo>
                    <a:lnTo>
                      <a:pt x="5930" y="5299"/>
                    </a:lnTo>
                    <a:lnTo>
                      <a:pt x="3548" y="2989"/>
                    </a:lnTo>
                    <a:lnTo>
                      <a:pt x="4072" y="1084"/>
                    </a:lnTo>
                    <a:close/>
                    <a:moveTo>
                      <a:pt x="8394" y="1048"/>
                    </a:moveTo>
                    <a:lnTo>
                      <a:pt x="8942" y="3048"/>
                    </a:lnTo>
                    <a:lnTo>
                      <a:pt x="6632" y="5299"/>
                    </a:lnTo>
                    <a:lnTo>
                      <a:pt x="6632" y="2025"/>
                    </a:lnTo>
                    <a:lnTo>
                      <a:pt x="8394" y="1048"/>
                    </a:lnTo>
                    <a:close/>
                    <a:moveTo>
                      <a:pt x="3120" y="3525"/>
                    </a:moveTo>
                    <a:lnTo>
                      <a:pt x="5430" y="5775"/>
                    </a:lnTo>
                    <a:lnTo>
                      <a:pt x="2072" y="5775"/>
                    </a:lnTo>
                    <a:lnTo>
                      <a:pt x="1060" y="4061"/>
                    </a:lnTo>
                    <a:lnTo>
                      <a:pt x="3120" y="3525"/>
                    </a:lnTo>
                    <a:close/>
                    <a:moveTo>
                      <a:pt x="9502" y="3465"/>
                    </a:moveTo>
                    <a:lnTo>
                      <a:pt x="11466" y="3977"/>
                    </a:lnTo>
                    <a:lnTo>
                      <a:pt x="10395" y="5775"/>
                    </a:lnTo>
                    <a:lnTo>
                      <a:pt x="7120" y="5775"/>
                    </a:lnTo>
                    <a:lnTo>
                      <a:pt x="9502" y="3465"/>
                    </a:lnTo>
                    <a:close/>
                    <a:moveTo>
                      <a:pt x="10502" y="6466"/>
                    </a:moveTo>
                    <a:lnTo>
                      <a:pt x="11514" y="8168"/>
                    </a:lnTo>
                    <a:lnTo>
                      <a:pt x="9442" y="8704"/>
                    </a:lnTo>
                    <a:lnTo>
                      <a:pt x="7144" y="6466"/>
                    </a:lnTo>
                    <a:close/>
                    <a:moveTo>
                      <a:pt x="5430" y="6466"/>
                    </a:moveTo>
                    <a:lnTo>
                      <a:pt x="3048" y="8763"/>
                    </a:lnTo>
                    <a:lnTo>
                      <a:pt x="1084" y="8263"/>
                    </a:lnTo>
                    <a:lnTo>
                      <a:pt x="2155" y="6466"/>
                    </a:lnTo>
                    <a:close/>
                    <a:moveTo>
                      <a:pt x="6632" y="6954"/>
                    </a:moveTo>
                    <a:lnTo>
                      <a:pt x="9013" y="9264"/>
                    </a:lnTo>
                    <a:lnTo>
                      <a:pt x="8501" y="11169"/>
                    </a:lnTo>
                    <a:lnTo>
                      <a:pt x="6632" y="10121"/>
                    </a:lnTo>
                    <a:lnTo>
                      <a:pt x="6632" y="6954"/>
                    </a:lnTo>
                    <a:close/>
                    <a:moveTo>
                      <a:pt x="5930" y="6942"/>
                    </a:moveTo>
                    <a:lnTo>
                      <a:pt x="5930" y="10216"/>
                    </a:lnTo>
                    <a:lnTo>
                      <a:pt x="4179" y="11192"/>
                    </a:lnTo>
                    <a:lnTo>
                      <a:pt x="3632" y="9180"/>
                    </a:lnTo>
                    <a:lnTo>
                      <a:pt x="5930" y="6942"/>
                    </a:lnTo>
                    <a:close/>
                    <a:moveTo>
                      <a:pt x="8835" y="0"/>
                    </a:moveTo>
                    <a:lnTo>
                      <a:pt x="8216" y="358"/>
                    </a:lnTo>
                    <a:lnTo>
                      <a:pt x="6204" y="1477"/>
                    </a:lnTo>
                    <a:lnTo>
                      <a:pt x="4275" y="393"/>
                    </a:lnTo>
                    <a:lnTo>
                      <a:pt x="3644" y="36"/>
                    </a:lnTo>
                    <a:lnTo>
                      <a:pt x="3453" y="715"/>
                    </a:lnTo>
                    <a:lnTo>
                      <a:pt x="2858" y="2894"/>
                    </a:lnTo>
                    <a:lnTo>
                      <a:pt x="703" y="3453"/>
                    </a:lnTo>
                    <a:lnTo>
                      <a:pt x="0" y="3632"/>
                    </a:lnTo>
                    <a:lnTo>
                      <a:pt x="369" y="4251"/>
                    </a:lnTo>
                    <a:lnTo>
                      <a:pt x="1536" y="6192"/>
                    </a:lnTo>
                    <a:lnTo>
                      <a:pt x="417" y="8073"/>
                    </a:lnTo>
                    <a:lnTo>
                      <a:pt x="48" y="8680"/>
                    </a:lnTo>
                    <a:lnTo>
                      <a:pt x="739" y="8859"/>
                    </a:lnTo>
                    <a:lnTo>
                      <a:pt x="2977" y="9442"/>
                    </a:lnTo>
                    <a:lnTo>
                      <a:pt x="3560" y="11538"/>
                    </a:lnTo>
                    <a:lnTo>
                      <a:pt x="3751" y="12228"/>
                    </a:lnTo>
                    <a:lnTo>
                      <a:pt x="4370" y="11871"/>
                    </a:lnTo>
                    <a:lnTo>
                      <a:pt x="6382" y="10752"/>
                    </a:lnTo>
                    <a:lnTo>
                      <a:pt x="8180" y="11764"/>
                    </a:lnTo>
                    <a:cubicBezTo>
                      <a:pt x="8525" y="11692"/>
                      <a:pt x="8859" y="11550"/>
                      <a:pt x="9180" y="11395"/>
                    </a:cubicBezTo>
                    <a:lnTo>
                      <a:pt x="9752" y="9335"/>
                    </a:lnTo>
                    <a:lnTo>
                      <a:pt x="11907" y="8775"/>
                    </a:lnTo>
                    <a:lnTo>
                      <a:pt x="12133" y="8716"/>
                    </a:lnTo>
                    <a:cubicBezTo>
                      <a:pt x="12228" y="8573"/>
                      <a:pt x="12335" y="8430"/>
                      <a:pt x="12431" y="8275"/>
                    </a:cubicBezTo>
                    <a:lnTo>
                      <a:pt x="12252" y="7966"/>
                    </a:lnTo>
                    <a:lnTo>
                      <a:pt x="11085" y="6013"/>
                    </a:lnTo>
                    <a:lnTo>
                      <a:pt x="12204" y="4144"/>
                    </a:lnTo>
                    <a:lnTo>
                      <a:pt x="12466" y="3680"/>
                    </a:lnTo>
                    <a:lnTo>
                      <a:pt x="12466" y="3501"/>
                    </a:lnTo>
                    <a:lnTo>
                      <a:pt x="11859" y="3334"/>
                    </a:lnTo>
                    <a:lnTo>
                      <a:pt x="9609" y="2787"/>
                    </a:lnTo>
                    <a:lnTo>
                      <a:pt x="9037" y="691"/>
                    </a:lnTo>
                    <a:lnTo>
                      <a:pt x="8835"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7" name="Google Shape;1067;p26"/>
              <p:cNvSpPr/>
              <p:nvPr/>
            </p:nvSpPr>
            <p:spPr>
              <a:xfrm>
                <a:off x="8276625" y="-1199425"/>
                <a:ext cx="311950" cy="304825"/>
              </a:xfrm>
              <a:custGeom>
                <a:avLst/>
                <a:gdLst/>
                <a:ahLst/>
                <a:cxnLst/>
                <a:rect l="l" t="t" r="r" b="b"/>
                <a:pathLst>
                  <a:path w="12478" h="12193" extrusionOk="0">
                    <a:moveTo>
                      <a:pt x="4048" y="1048"/>
                    </a:moveTo>
                    <a:lnTo>
                      <a:pt x="5906" y="2084"/>
                    </a:lnTo>
                    <a:lnTo>
                      <a:pt x="5906" y="5251"/>
                    </a:lnTo>
                    <a:lnTo>
                      <a:pt x="3524" y="2953"/>
                    </a:lnTo>
                    <a:lnTo>
                      <a:pt x="4048" y="1048"/>
                    </a:lnTo>
                    <a:close/>
                    <a:moveTo>
                      <a:pt x="8370" y="1013"/>
                    </a:moveTo>
                    <a:lnTo>
                      <a:pt x="8918" y="3025"/>
                    </a:lnTo>
                    <a:lnTo>
                      <a:pt x="6608" y="5275"/>
                    </a:lnTo>
                    <a:lnTo>
                      <a:pt x="6608" y="2001"/>
                    </a:lnTo>
                    <a:lnTo>
                      <a:pt x="8370" y="1013"/>
                    </a:lnTo>
                    <a:close/>
                    <a:moveTo>
                      <a:pt x="3096" y="3501"/>
                    </a:moveTo>
                    <a:lnTo>
                      <a:pt x="5406" y="5751"/>
                    </a:lnTo>
                    <a:lnTo>
                      <a:pt x="2048" y="5751"/>
                    </a:lnTo>
                    <a:lnTo>
                      <a:pt x="1036" y="4037"/>
                    </a:lnTo>
                    <a:lnTo>
                      <a:pt x="3096" y="3501"/>
                    </a:lnTo>
                    <a:close/>
                    <a:moveTo>
                      <a:pt x="9478" y="3442"/>
                    </a:moveTo>
                    <a:lnTo>
                      <a:pt x="11442" y="3942"/>
                    </a:lnTo>
                    <a:lnTo>
                      <a:pt x="10371" y="5751"/>
                    </a:lnTo>
                    <a:lnTo>
                      <a:pt x="7096" y="5751"/>
                    </a:lnTo>
                    <a:lnTo>
                      <a:pt x="9478" y="3442"/>
                    </a:lnTo>
                    <a:close/>
                    <a:moveTo>
                      <a:pt x="10478" y="6430"/>
                    </a:moveTo>
                    <a:lnTo>
                      <a:pt x="11490" y="8144"/>
                    </a:lnTo>
                    <a:lnTo>
                      <a:pt x="9418" y="8680"/>
                    </a:lnTo>
                    <a:lnTo>
                      <a:pt x="7120" y="6430"/>
                    </a:lnTo>
                    <a:close/>
                    <a:moveTo>
                      <a:pt x="5406" y="6430"/>
                    </a:moveTo>
                    <a:lnTo>
                      <a:pt x="3024" y="8740"/>
                    </a:lnTo>
                    <a:lnTo>
                      <a:pt x="1060" y="8228"/>
                    </a:lnTo>
                    <a:lnTo>
                      <a:pt x="2131" y="6430"/>
                    </a:lnTo>
                    <a:close/>
                    <a:moveTo>
                      <a:pt x="6608" y="6918"/>
                    </a:moveTo>
                    <a:lnTo>
                      <a:pt x="8989" y="9228"/>
                    </a:lnTo>
                    <a:lnTo>
                      <a:pt x="8477" y="11133"/>
                    </a:lnTo>
                    <a:lnTo>
                      <a:pt x="6608" y="10097"/>
                    </a:lnTo>
                    <a:lnTo>
                      <a:pt x="6608" y="6918"/>
                    </a:lnTo>
                    <a:close/>
                    <a:moveTo>
                      <a:pt x="5906" y="6906"/>
                    </a:moveTo>
                    <a:lnTo>
                      <a:pt x="5906" y="10180"/>
                    </a:lnTo>
                    <a:lnTo>
                      <a:pt x="4155" y="11169"/>
                    </a:lnTo>
                    <a:lnTo>
                      <a:pt x="3608" y="9157"/>
                    </a:lnTo>
                    <a:lnTo>
                      <a:pt x="5906" y="6906"/>
                    </a:lnTo>
                    <a:close/>
                    <a:moveTo>
                      <a:pt x="3655" y="1"/>
                    </a:moveTo>
                    <a:lnTo>
                      <a:pt x="3453" y="691"/>
                    </a:lnTo>
                    <a:lnTo>
                      <a:pt x="2858" y="2858"/>
                    </a:lnTo>
                    <a:lnTo>
                      <a:pt x="703" y="3430"/>
                    </a:lnTo>
                    <a:lnTo>
                      <a:pt x="0" y="3608"/>
                    </a:lnTo>
                    <a:lnTo>
                      <a:pt x="381" y="4215"/>
                    </a:lnTo>
                    <a:lnTo>
                      <a:pt x="1536" y="6168"/>
                    </a:lnTo>
                    <a:lnTo>
                      <a:pt x="417" y="8037"/>
                    </a:lnTo>
                    <a:lnTo>
                      <a:pt x="48" y="8656"/>
                    </a:lnTo>
                    <a:lnTo>
                      <a:pt x="750" y="8835"/>
                    </a:lnTo>
                    <a:lnTo>
                      <a:pt x="2977" y="9407"/>
                    </a:lnTo>
                    <a:lnTo>
                      <a:pt x="3560" y="11514"/>
                    </a:lnTo>
                    <a:lnTo>
                      <a:pt x="3751" y="12193"/>
                    </a:lnTo>
                    <a:lnTo>
                      <a:pt x="4382" y="11835"/>
                    </a:lnTo>
                    <a:lnTo>
                      <a:pt x="6394" y="10716"/>
                    </a:lnTo>
                    <a:lnTo>
                      <a:pt x="8323" y="11812"/>
                    </a:lnTo>
                    <a:lnTo>
                      <a:pt x="8954" y="12169"/>
                    </a:lnTo>
                    <a:lnTo>
                      <a:pt x="9144" y="11478"/>
                    </a:lnTo>
                    <a:lnTo>
                      <a:pt x="9740" y="9311"/>
                    </a:lnTo>
                    <a:lnTo>
                      <a:pt x="11895" y="8740"/>
                    </a:lnTo>
                    <a:lnTo>
                      <a:pt x="12478" y="8597"/>
                    </a:lnTo>
                    <a:lnTo>
                      <a:pt x="12478" y="8335"/>
                    </a:lnTo>
                    <a:lnTo>
                      <a:pt x="12240" y="7954"/>
                    </a:lnTo>
                    <a:lnTo>
                      <a:pt x="11073" y="6001"/>
                    </a:lnTo>
                    <a:lnTo>
                      <a:pt x="12192" y="4132"/>
                    </a:lnTo>
                    <a:lnTo>
                      <a:pt x="12323" y="3858"/>
                    </a:lnTo>
                    <a:cubicBezTo>
                      <a:pt x="12204" y="3692"/>
                      <a:pt x="12109" y="3525"/>
                      <a:pt x="11990" y="3382"/>
                    </a:cubicBezTo>
                    <a:lnTo>
                      <a:pt x="11835" y="3334"/>
                    </a:lnTo>
                    <a:lnTo>
                      <a:pt x="9609" y="2751"/>
                    </a:lnTo>
                    <a:lnTo>
                      <a:pt x="9073" y="786"/>
                    </a:lnTo>
                    <a:cubicBezTo>
                      <a:pt x="8727" y="632"/>
                      <a:pt x="8370" y="513"/>
                      <a:pt x="8013" y="429"/>
                    </a:cubicBezTo>
                    <a:lnTo>
                      <a:pt x="6215" y="1441"/>
                    </a:lnTo>
                    <a:lnTo>
                      <a:pt x="4275" y="358"/>
                    </a:lnTo>
                    <a:lnTo>
                      <a:pt x="3655"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8" name="Google Shape;1068;p26"/>
              <p:cNvSpPr/>
              <p:nvPr/>
            </p:nvSpPr>
            <p:spPr>
              <a:xfrm>
                <a:off x="7958125" y="-894025"/>
                <a:ext cx="314950" cy="305725"/>
              </a:xfrm>
              <a:custGeom>
                <a:avLst/>
                <a:gdLst/>
                <a:ahLst/>
                <a:cxnLst/>
                <a:rect l="l" t="t" r="r" b="b"/>
                <a:pathLst>
                  <a:path w="12598" h="12229" extrusionOk="0">
                    <a:moveTo>
                      <a:pt x="4096" y="1072"/>
                    </a:moveTo>
                    <a:lnTo>
                      <a:pt x="5954" y="2120"/>
                    </a:lnTo>
                    <a:lnTo>
                      <a:pt x="5954" y="5287"/>
                    </a:lnTo>
                    <a:lnTo>
                      <a:pt x="3572" y="2977"/>
                    </a:lnTo>
                    <a:lnTo>
                      <a:pt x="4096" y="1072"/>
                    </a:lnTo>
                    <a:close/>
                    <a:moveTo>
                      <a:pt x="8418" y="1036"/>
                    </a:moveTo>
                    <a:lnTo>
                      <a:pt x="8966" y="3036"/>
                    </a:lnTo>
                    <a:lnTo>
                      <a:pt x="6656" y="5287"/>
                    </a:lnTo>
                    <a:lnTo>
                      <a:pt x="6656" y="2013"/>
                    </a:lnTo>
                    <a:lnTo>
                      <a:pt x="8418" y="1036"/>
                    </a:lnTo>
                    <a:close/>
                    <a:moveTo>
                      <a:pt x="3144" y="3513"/>
                    </a:moveTo>
                    <a:lnTo>
                      <a:pt x="5454" y="5763"/>
                    </a:lnTo>
                    <a:lnTo>
                      <a:pt x="2084" y="5763"/>
                    </a:lnTo>
                    <a:lnTo>
                      <a:pt x="1072" y="4049"/>
                    </a:lnTo>
                    <a:lnTo>
                      <a:pt x="3144" y="3513"/>
                    </a:lnTo>
                    <a:close/>
                    <a:moveTo>
                      <a:pt x="9526" y="3453"/>
                    </a:moveTo>
                    <a:lnTo>
                      <a:pt x="11490" y="3965"/>
                    </a:lnTo>
                    <a:lnTo>
                      <a:pt x="10418" y="5763"/>
                    </a:lnTo>
                    <a:lnTo>
                      <a:pt x="7144" y="5763"/>
                    </a:lnTo>
                    <a:lnTo>
                      <a:pt x="9526" y="3453"/>
                    </a:lnTo>
                    <a:close/>
                    <a:moveTo>
                      <a:pt x="10526" y="6454"/>
                    </a:moveTo>
                    <a:lnTo>
                      <a:pt x="11538" y="8156"/>
                    </a:lnTo>
                    <a:lnTo>
                      <a:pt x="9466" y="8692"/>
                    </a:lnTo>
                    <a:lnTo>
                      <a:pt x="7168" y="6454"/>
                    </a:lnTo>
                    <a:close/>
                    <a:moveTo>
                      <a:pt x="5454" y="6454"/>
                    </a:moveTo>
                    <a:lnTo>
                      <a:pt x="3072" y="8751"/>
                    </a:lnTo>
                    <a:lnTo>
                      <a:pt x="1108" y="8251"/>
                    </a:lnTo>
                    <a:lnTo>
                      <a:pt x="2179" y="6454"/>
                    </a:lnTo>
                    <a:close/>
                    <a:moveTo>
                      <a:pt x="6656" y="6942"/>
                    </a:moveTo>
                    <a:lnTo>
                      <a:pt x="9037" y="9252"/>
                    </a:lnTo>
                    <a:lnTo>
                      <a:pt x="8513" y="11157"/>
                    </a:lnTo>
                    <a:lnTo>
                      <a:pt x="6656" y="10109"/>
                    </a:lnTo>
                    <a:lnTo>
                      <a:pt x="6656" y="6942"/>
                    </a:lnTo>
                    <a:close/>
                    <a:moveTo>
                      <a:pt x="5954" y="6930"/>
                    </a:moveTo>
                    <a:lnTo>
                      <a:pt x="5954" y="10204"/>
                    </a:lnTo>
                    <a:lnTo>
                      <a:pt x="4203" y="11180"/>
                    </a:lnTo>
                    <a:lnTo>
                      <a:pt x="3656" y="9168"/>
                    </a:lnTo>
                    <a:lnTo>
                      <a:pt x="5954" y="6930"/>
                    </a:lnTo>
                    <a:close/>
                    <a:moveTo>
                      <a:pt x="8847" y="0"/>
                    </a:moveTo>
                    <a:lnTo>
                      <a:pt x="8216" y="358"/>
                    </a:lnTo>
                    <a:lnTo>
                      <a:pt x="6216" y="1477"/>
                    </a:lnTo>
                    <a:lnTo>
                      <a:pt x="4275" y="393"/>
                    </a:lnTo>
                    <a:lnTo>
                      <a:pt x="3656" y="36"/>
                    </a:lnTo>
                    <a:lnTo>
                      <a:pt x="3453" y="715"/>
                    </a:lnTo>
                    <a:lnTo>
                      <a:pt x="2858" y="2894"/>
                    </a:lnTo>
                    <a:lnTo>
                      <a:pt x="703" y="3453"/>
                    </a:lnTo>
                    <a:lnTo>
                      <a:pt x="1" y="3632"/>
                    </a:lnTo>
                    <a:lnTo>
                      <a:pt x="382" y="4251"/>
                    </a:lnTo>
                    <a:lnTo>
                      <a:pt x="1536" y="6192"/>
                    </a:lnTo>
                    <a:lnTo>
                      <a:pt x="417" y="8073"/>
                    </a:lnTo>
                    <a:lnTo>
                      <a:pt x="48" y="8680"/>
                    </a:lnTo>
                    <a:lnTo>
                      <a:pt x="751" y="8859"/>
                    </a:lnTo>
                    <a:lnTo>
                      <a:pt x="2977" y="9442"/>
                    </a:lnTo>
                    <a:lnTo>
                      <a:pt x="3560" y="11538"/>
                    </a:lnTo>
                    <a:lnTo>
                      <a:pt x="3751" y="12228"/>
                    </a:lnTo>
                    <a:lnTo>
                      <a:pt x="4382" y="11871"/>
                    </a:lnTo>
                    <a:lnTo>
                      <a:pt x="6394" y="10752"/>
                    </a:lnTo>
                    <a:lnTo>
                      <a:pt x="8323" y="11835"/>
                    </a:lnTo>
                    <a:lnTo>
                      <a:pt x="8954" y="12192"/>
                    </a:lnTo>
                    <a:lnTo>
                      <a:pt x="9145" y="11514"/>
                    </a:lnTo>
                    <a:lnTo>
                      <a:pt x="9740" y="9335"/>
                    </a:lnTo>
                    <a:lnTo>
                      <a:pt x="11895" y="8775"/>
                    </a:lnTo>
                    <a:lnTo>
                      <a:pt x="12597" y="8597"/>
                    </a:lnTo>
                    <a:lnTo>
                      <a:pt x="12240" y="7978"/>
                    </a:lnTo>
                    <a:lnTo>
                      <a:pt x="11073" y="6037"/>
                    </a:lnTo>
                    <a:lnTo>
                      <a:pt x="12193" y="4156"/>
                    </a:lnTo>
                    <a:lnTo>
                      <a:pt x="12550" y="3548"/>
                    </a:lnTo>
                    <a:lnTo>
                      <a:pt x="11847" y="3370"/>
                    </a:lnTo>
                    <a:lnTo>
                      <a:pt x="9621" y="2786"/>
                    </a:lnTo>
                    <a:lnTo>
                      <a:pt x="9037" y="691"/>
                    </a:lnTo>
                    <a:lnTo>
                      <a:pt x="884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69" name="Google Shape;1069;p26"/>
              <p:cNvSpPr/>
              <p:nvPr/>
            </p:nvSpPr>
            <p:spPr>
              <a:xfrm>
                <a:off x="7958725" y="-1200025"/>
                <a:ext cx="314350" cy="305425"/>
              </a:xfrm>
              <a:custGeom>
                <a:avLst/>
                <a:gdLst/>
                <a:ahLst/>
                <a:cxnLst/>
                <a:rect l="l" t="t" r="r" b="b"/>
                <a:pathLst>
                  <a:path w="12574" h="12217" extrusionOk="0">
                    <a:moveTo>
                      <a:pt x="4072" y="1072"/>
                    </a:moveTo>
                    <a:lnTo>
                      <a:pt x="5930" y="2108"/>
                    </a:lnTo>
                    <a:lnTo>
                      <a:pt x="5930" y="5275"/>
                    </a:lnTo>
                    <a:lnTo>
                      <a:pt x="3548" y="2977"/>
                    </a:lnTo>
                    <a:lnTo>
                      <a:pt x="4072" y="1072"/>
                    </a:lnTo>
                    <a:close/>
                    <a:moveTo>
                      <a:pt x="8394" y="1037"/>
                    </a:moveTo>
                    <a:lnTo>
                      <a:pt x="8942" y="3049"/>
                    </a:lnTo>
                    <a:lnTo>
                      <a:pt x="6632" y="5299"/>
                    </a:lnTo>
                    <a:lnTo>
                      <a:pt x="6632" y="2025"/>
                    </a:lnTo>
                    <a:lnTo>
                      <a:pt x="8394" y="1037"/>
                    </a:lnTo>
                    <a:close/>
                    <a:moveTo>
                      <a:pt x="3120" y="3525"/>
                    </a:moveTo>
                    <a:lnTo>
                      <a:pt x="5430" y="5775"/>
                    </a:lnTo>
                    <a:lnTo>
                      <a:pt x="2060" y="5775"/>
                    </a:lnTo>
                    <a:lnTo>
                      <a:pt x="1048" y="4061"/>
                    </a:lnTo>
                    <a:lnTo>
                      <a:pt x="3120" y="3525"/>
                    </a:lnTo>
                    <a:close/>
                    <a:moveTo>
                      <a:pt x="9502" y="3466"/>
                    </a:moveTo>
                    <a:lnTo>
                      <a:pt x="11466" y="3966"/>
                    </a:lnTo>
                    <a:lnTo>
                      <a:pt x="10394" y="5775"/>
                    </a:lnTo>
                    <a:lnTo>
                      <a:pt x="7120" y="5775"/>
                    </a:lnTo>
                    <a:lnTo>
                      <a:pt x="9502" y="3466"/>
                    </a:lnTo>
                    <a:close/>
                    <a:moveTo>
                      <a:pt x="10502" y="6454"/>
                    </a:moveTo>
                    <a:lnTo>
                      <a:pt x="11514" y="8168"/>
                    </a:lnTo>
                    <a:lnTo>
                      <a:pt x="9442" y="8704"/>
                    </a:lnTo>
                    <a:lnTo>
                      <a:pt x="7144" y="6454"/>
                    </a:lnTo>
                    <a:close/>
                    <a:moveTo>
                      <a:pt x="5430" y="6454"/>
                    </a:moveTo>
                    <a:lnTo>
                      <a:pt x="3048" y="8764"/>
                    </a:lnTo>
                    <a:lnTo>
                      <a:pt x="1084" y="8252"/>
                    </a:lnTo>
                    <a:lnTo>
                      <a:pt x="2155" y="6454"/>
                    </a:lnTo>
                    <a:close/>
                    <a:moveTo>
                      <a:pt x="6632" y="6942"/>
                    </a:moveTo>
                    <a:lnTo>
                      <a:pt x="9013" y="9252"/>
                    </a:lnTo>
                    <a:lnTo>
                      <a:pt x="8489" y="11157"/>
                    </a:lnTo>
                    <a:lnTo>
                      <a:pt x="6632" y="10121"/>
                    </a:lnTo>
                    <a:lnTo>
                      <a:pt x="6632" y="6942"/>
                    </a:lnTo>
                    <a:close/>
                    <a:moveTo>
                      <a:pt x="5930" y="6930"/>
                    </a:moveTo>
                    <a:lnTo>
                      <a:pt x="5930" y="10204"/>
                    </a:lnTo>
                    <a:lnTo>
                      <a:pt x="4179" y="11193"/>
                    </a:lnTo>
                    <a:lnTo>
                      <a:pt x="3632" y="9181"/>
                    </a:lnTo>
                    <a:lnTo>
                      <a:pt x="5930" y="6930"/>
                    </a:lnTo>
                    <a:close/>
                    <a:moveTo>
                      <a:pt x="8835" y="1"/>
                    </a:moveTo>
                    <a:lnTo>
                      <a:pt x="8216" y="358"/>
                    </a:lnTo>
                    <a:lnTo>
                      <a:pt x="6203" y="1465"/>
                    </a:lnTo>
                    <a:lnTo>
                      <a:pt x="4263" y="382"/>
                    </a:lnTo>
                    <a:lnTo>
                      <a:pt x="3644" y="25"/>
                    </a:lnTo>
                    <a:lnTo>
                      <a:pt x="3453" y="715"/>
                    </a:lnTo>
                    <a:lnTo>
                      <a:pt x="2858" y="2882"/>
                    </a:lnTo>
                    <a:lnTo>
                      <a:pt x="691" y="3454"/>
                    </a:lnTo>
                    <a:lnTo>
                      <a:pt x="0" y="3632"/>
                    </a:lnTo>
                    <a:lnTo>
                      <a:pt x="358" y="4239"/>
                    </a:lnTo>
                    <a:lnTo>
                      <a:pt x="1512" y="6192"/>
                    </a:lnTo>
                    <a:lnTo>
                      <a:pt x="393" y="8061"/>
                    </a:lnTo>
                    <a:lnTo>
                      <a:pt x="24" y="8680"/>
                    </a:lnTo>
                    <a:lnTo>
                      <a:pt x="727" y="8859"/>
                    </a:lnTo>
                    <a:lnTo>
                      <a:pt x="2953" y="9431"/>
                    </a:lnTo>
                    <a:lnTo>
                      <a:pt x="3536" y="11538"/>
                    </a:lnTo>
                    <a:lnTo>
                      <a:pt x="3727" y="12217"/>
                    </a:lnTo>
                    <a:lnTo>
                      <a:pt x="4358" y="11859"/>
                    </a:lnTo>
                    <a:lnTo>
                      <a:pt x="6370" y="10740"/>
                    </a:lnTo>
                    <a:lnTo>
                      <a:pt x="8299" y="11836"/>
                    </a:lnTo>
                    <a:lnTo>
                      <a:pt x="8930" y="12193"/>
                    </a:lnTo>
                    <a:lnTo>
                      <a:pt x="9121" y="11502"/>
                    </a:lnTo>
                    <a:lnTo>
                      <a:pt x="9716" y="9335"/>
                    </a:lnTo>
                    <a:lnTo>
                      <a:pt x="11871" y="8764"/>
                    </a:lnTo>
                    <a:lnTo>
                      <a:pt x="12573" y="8585"/>
                    </a:lnTo>
                    <a:lnTo>
                      <a:pt x="12216" y="7978"/>
                    </a:lnTo>
                    <a:lnTo>
                      <a:pt x="11049" y="6025"/>
                    </a:lnTo>
                    <a:lnTo>
                      <a:pt x="12169" y="4156"/>
                    </a:lnTo>
                    <a:lnTo>
                      <a:pt x="12538" y="3537"/>
                    </a:lnTo>
                    <a:lnTo>
                      <a:pt x="11847" y="3358"/>
                    </a:lnTo>
                    <a:lnTo>
                      <a:pt x="9609" y="2775"/>
                    </a:lnTo>
                    <a:lnTo>
                      <a:pt x="9025" y="679"/>
                    </a:lnTo>
                    <a:lnTo>
                      <a:pt x="8835"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0" name="Google Shape;1070;p26"/>
              <p:cNvSpPr/>
              <p:nvPr/>
            </p:nvSpPr>
            <p:spPr>
              <a:xfrm>
                <a:off x="8664750" y="-893425"/>
                <a:ext cx="32475" cy="47650"/>
              </a:xfrm>
              <a:custGeom>
                <a:avLst/>
                <a:gdLst/>
                <a:ahLst/>
                <a:cxnLst/>
                <a:rect l="l" t="t" r="r" b="b"/>
                <a:pathLst>
                  <a:path w="1299" h="1906" extrusionOk="0">
                    <a:moveTo>
                      <a:pt x="537" y="0"/>
                    </a:moveTo>
                    <a:lnTo>
                      <a:pt x="346" y="679"/>
                    </a:lnTo>
                    <a:lnTo>
                      <a:pt x="1" y="1905"/>
                    </a:lnTo>
                    <a:cubicBezTo>
                      <a:pt x="453" y="1250"/>
                      <a:pt x="894" y="774"/>
                      <a:pt x="1299" y="429"/>
                    </a:cubicBezTo>
                    <a:lnTo>
                      <a:pt x="1168" y="357"/>
                    </a:lnTo>
                    <a:lnTo>
                      <a:pt x="53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1" name="Google Shape;1071;p26"/>
              <p:cNvSpPr/>
              <p:nvPr/>
            </p:nvSpPr>
            <p:spPr>
              <a:xfrm>
                <a:off x="8587075" y="-819900"/>
                <a:ext cx="64025" cy="72650"/>
              </a:xfrm>
              <a:custGeom>
                <a:avLst/>
                <a:gdLst/>
                <a:ahLst/>
                <a:cxnLst/>
                <a:rect l="l" t="t" r="r" b="b"/>
                <a:pathLst>
                  <a:path w="2561" h="2906" extrusionOk="0">
                    <a:moveTo>
                      <a:pt x="2560" y="0"/>
                    </a:moveTo>
                    <a:lnTo>
                      <a:pt x="703" y="476"/>
                    </a:lnTo>
                    <a:lnTo>
                      <a:pt x="0" y="655"/>
                    </a:lnTo>
                    <a:lnTo>
                      <a:pt x="370" y="1262"/>
                    </a:lnTo>
                    <a:lnTo>
                      <a:pt x="1334" y="2905"/>
                    </a:lnTo>
                    <a:cubicBezTo>
                      <a:pt x="1453" y="2655"/>
                      <a:pt x="1572" y="2381"/>
                      <a:pt x="1691" y="2131"/>
                    </a:cubicBezTo>
                    <a:lnTo>
                      <a:pt x="1072" y="1084"/>
                    </a:lnTo>
                    <a:lnTo>
                      <a:pt x="2227" y="786"/>
                    </a:lnTo>
                    <a:cubicBezTo>
                      <a:pt x="2334" y="512"/>
                      <a:pt x="2441" y="238"/>
                      <a:pt x="2560" y="0"/>
                    </a:cubicBez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2" name="Google Shape;1072;p26"/>
              <p:cNvSpPr/>
              <p:nvPr/>
            </p:nvSpPr>
            <p:spPr>
              <a:xfrm>
                <a:off x="8668925" y="-936300"/>
                <a:ext cx="29500" cy="42000"/>
              </a:xfrm>
              <a:custGeom>
                <a:avLst/>
                <a:gdLst/>
                <a:ahLst/>
                <a:cxnLst/>
                <a:rect l="l" t="t" r="r" b="b"/>
                <a:pathLst>
                  <a:path w="1180" h="1680" extrusionOk="0">
                    <a:moveTo>
                      <a:pt x="1" y="1"/>
                    </a:moveTo>
                    <a:lnTo>
                      <a:pt x="286" y="1001"/>
                    </a:lnTo>
                    <a:lnTo>
                      <a:pt x="477" y="1679"/>
                    </a:lnTo>
                    <a:lnTo>
                      <a:pt x="1096" y="1322"/>
                    </a:lnTo>
                    <a:lnTo>
                      <a:pt x="1179" y="1275"/>
                    </a:lnTo>
                    <a:cubicBezTo>
                      <a:pt x="822" y="977"/>
                      <a:pt x="405" y="560"/>
                      <a:pt x="1" y="1"/>
                    </a:cubicBez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3" name="Google Shape;1073;p26"/>
              <p:cNvSpPr/>
              <p:nvPr/>
            </p:nvSpPr>
            <p:spPr>
              <a:xfrm>
                <a:off x="8587375" y="-1038975"/>
                <a:ext cx="63725" cy="72650"/>
              </a:xfrm>
              <a:custGeom>
                <a:avLst/>
                <a:gdLst/>
                <a:ahLst/>
                <a:cxnLst/>
                <a:rect l="l" t="t" r="r" b="b"/>
                <a:pathLst>
                  <a:path w="2549" h="2906" extrusionOk="0">
                    <a:moveTo>
                      <a:pt x="1346" y="0"/>
                    </a:moveTo>
                    <a:lnTo>
                      <a:pt x="369" y="1631"/>
                    </a:lnTo>
                    <a:lnTo>
                      <a:pt x="0" y="2250"/>
                    </a:lnTo>
                    <a:lnTo>
                      <a:pt x="703" y="2429"/>
                    </a:lnTo>
                    <a:lnTo>
                      <a:pt x="2548" y="2905"/>
                    </a:lnTo>
                    <a:cubicBezTo>
                      <a:pt x="2453" y="2667"/>
                      <a:pt x="2334" y="2393"/>
                      <a:pt x="2239" y="2107"/>
                    </a:cubicBezTo>
                    <a:lnTo>
                      <a:pt x="1084" y="1810"/>
                    </a:lnTo>
                    <a:lnTo>
                      <a:pt x="1703" y="774"/>
                    </a:lnTo>
                    <a:cubicBezTo>
                      <a:pt x="1584" y="524"/>
                      <a:pt x="1477" y="250"/>
                      <a:pt x="1346" y="0"/>
                    </a:cubicBez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4" name="Google Shape;1074;p26"/>
              <p:cNvSpPr/>
              <p:nvPr/>
            </p:nvSpPr>
            <p:spPr>
              <a:xfrm>
                <a:off x="6467750" y="-287700"/>
                <a:ext cx="233400" cy="217300"/>
              </a:xfrm>
              <a:custGeom>
                <a:avLst/>
                <a:gdLst/>
                <a:ahLst/>
                <a:cxnLst/>
                <a:rect l="l" t="t" r="r" b="b"/>
                <a:pathLst>
                  <a:path w="9336" h="8692" extrusionOk="0">
                    <a:moveTo>
                      <a:pt x="5716" y="0"/>
                    </a:moveTo>
                    <a:lnTo>
                      <a:pt x="5085" y="358"/>
                    </a:lnTo>
                    <a:lnTo>
                      <a:pt x="3085" y="1465"/>
                    </a:lnTo>
                    <a:lnTo>
                      <a:pt x="1144" y="381"/>
                    </a:lnTo>
                    <a:lnTo>
                      <a:pt x="525" y="24"/>
                    </a:lnTo>
                    <a:lnTo>
                      <a:pt x="322" y="715"/>
                    </a:lnTo>
                    <a:lnTo>
                      <a:pt x="1" y="1917"/>
                    </a:lnTo>
                    <a:cubicBezTo>
                      <a:pt x="227" y="1977"/>
                      <a:pt x="441" y="2036"/>
                      <a:pt x="680" y="2084"/>
                    </a:cubicBezTo>
                    <a:lnTo>
                      <a:pt x="965" y="1060"/>
                    </a:lnTo>
                    <a:lnTo>
                      <a:pt x="2823" y="2096"/>
                    </a:lnTo>
                    <a:lnTo>
                      <a:pt x="2823" y="2786"/>
                    </a:lnTo>
                    <a:cubicBezTo>
                      <a:pt x="2930" y="3156"/>
                      <a:pt x="3144" y="3870"/>
                      <a:pt x="3525" y="4656"/>
                    </a:cubicBezTo>
                    <a:lnTo>
                      <a:pt x="3525" y="2013"/>
                    </a:lnTo>
                    <a:lnTo>
                      <a:pt x="5287" y="1024"/>
                    </a:lnTo>
                    <a:lnTo>
                      <a:pt x="5835" y="3036"/>
                    </a:lnTo>
                    <a:lnTo>
                      <a:pt x="3739" y="5072"/>
                    </a:lnTo>
                    <a:cubicBezTo>
                      <a:pt x="3835" y="5263"/>
                      <a:pt x="3954" y="5442"/>
                      <a:pt x="4073" y="5644"/>
                    </a:cubicBezTo>
                    <a:cubicBezTo>
                      <a:pt x="4097" y="5656"/>
                      <a:pt x="4097" y="5668"/>
                      <a:pt x="4109" y="5680"/>
                    </a:cubicBezTo>
                    <a:lnTo>
                      <a:pt x="6395" y="3465"/>
                    </a:lnTo>
                    <a:lnTo>
                      <a:pt x="8359" y="3977"/>
                    </a:lnTo>
                    <a:lnTo>
                      <a:pt x="7288" y="5775"/>
                    </a:lnTo>
                    <a:lnTo>
                      <a:pt x="4180" y="5775"/>
                    </a:lnTo>
                    <a:cubicBezTo>
                      <a:pt x="4347" y="6013"/>
                      <a:pt x="4525" y="6251"/>
                      <a:pt x="4716" y="6454"/>
                    </a:cubicBezTo>
                    <a:lnTo>
                      <a:pt x="7383" y="6454"/>
                    </a:lnTo>
                    <a:lnTo>
                      <a:pt x="8395" y="8168"/>
                    </a:lnTo>
                    <a:lnTo>
                      <a:pt x="7585" y="8382"/>
                    </a:lnTo>
                    <a:cubicBezTo>
                      <a:pt x="8061" y="8525"/>
                      <a:pt x="8573" y="8644"/>
                      <a:pt x="9109" y="8692"/>
                    </a:cubicBezTo>
                    <a:lnTo>
                      <a:pt x="9335" y="8632"/>
                    </a:lnTo>
                    <a:lnTo>
                      <a:pt x="9335" y="8382"/>
                    </a:lnTo>
                    <a:lnTo>
                      <a:pt x="9097" y="7989"/>
                    </a:lnTo>
                    <a:lnTo>
                      <a:pt x="7930" y="6037"/>
                    </a:lnTo>
                    <a:lnTo>
                      <a:pt x="9050" y="4168"/>
                    </a:lnTo>
                    <a:lnTo>
                      <a:pt x="9312" y="3703"/>
                    </a:lnTo>
                    <a:lnTo>
                      <a:pt x="9312" y="3525"/>
                    </a:lnTo>
                    <a:lnTo>
                      <a:pt x="8704" y="3358"/>
                    </a:lnTo>
                    <a:lnTo>
                      <a:pt x="6490" y="2775"/>
                    </a:lnTo>
                    <a:lnTo>
                      <a:pt x="5906" y="679"/>
                    </a:lnTo>
                    <a:lnTo>
                      <a:pt x="5716"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5" name="Google Shape;1075;p26"/>
              <p:cNvSpPr/>
              <p:nvPr/>
            </p:nvSpPr>
            <p:spPr>
              <a:xfrm>
                <a:off x="6389475" y="-593700"/>
                <a:ext cx="311675" cy="305725"/>
              </a:xfrm>
              <a:custGeom>
                <a:avLst/>
                <a:gdLst/>
                <a:ahLst/>
                <a:cxnLst/>
                <a:rect l="l" t="t" r="r" b="b"/>
                <a:pathLst>
                  <a:path w="12467" h="12229" extrusionOk="0">
                    <a:moveTo>
                      <a:pt x="4084" y="1072"/>
                    </a:moveTo>
                    <a:lnTo>
                      <a:pt x="5942" y="2120"/>
                    </a:lnTo>
                    <a:lnTo>
                      <a:pt x="5942" y="5287"/>
                    </a:lnTo>
                    <a:lnTo>
                      <a:pt x="3561" y="2977"/>
                    </a:lnTo>
                    <a:lnTo>
                      <a:pt x="4084" y="1072"/>
                    </a:lnTo>
                    <a:close/>
                    <a:moveTo>
                      <a:pt x="8394" y="1049"/>
                    </a:moveTo>
                    <a:lnTo>
                      <a:pt x="8954" y="3049"/>
                    </a:lnTo>
                    <a:lnTo>
                      <a:pt x="6644" y="5299"/>
                    </a:lnTo>
                    <a:lnTo>
                      <a:pt x="6644" y="2025"/>
                    </a:lnTo>
                    <a:lnTo>
                      <a:pt x="8394" y="1049"/>
                    </a:lnTo>
                    <a:close/>
                    <a:moveTo>
                      <a:pt x="3132" y="3525"/>
                    </a:moveTo>
                    <a:lnTo>
                      <a:pt x="5442" y="5775"/>
                    </a:lnTo>
                    <a:lnTo>
                      <a:pt x="2072" y="5775"/>
                    </a:lnTo>
                    <a:lnTo>
                      <a:pt x="1060" y="4061"/>
                    </a:lnTo>
                    <a:lnTo>
                      <a:pt x="3132" y="3525"/>
                    </a:lnTo>
                    <a:close/>
                    <a:moveTo>
                      <a:pt x="9514" y="3465"/>
                    </a:moveTo>
                    <a:lnTo>
                      <a:pt x="11478" y="3977"/>
                    </a:lnTo>
                    <a:lnTo>
                      <a:pt x="10407" y="5775"/>
                    </a:lnTo>
                    <a:lnTo>
                      <a:pt x="7132" y="5775"/>
                    </a:lnTo>
                    <a:lnTo>
                      <a:pt x="9514" y="3465"/>
                    </a:lnTo>
                    <a:close/>
                    <a:moveTo>
                      <a:pt x="10514" y="6466"/>
                    </a:moveTo>
                    <a:lnTo>
                      <a:pt x="11526" y="8168"/>
                    </a:lnTo>
                    <a:lnTo>
                      <a:pt x="9454" y="8704"/>
                    </a:lnTo>
                    <a:lnTo>
                      <a:pt x="7144" y="6466"/>
                    </a:lnTo>
                    <a:close/>
                    <a:moveTo>
                      <a:pt x="5442" y="6466"/>
                    </a:moveTo>
                    <a:lnTo>
                      <a:pt x="3060" y="8764"/>
                    </a:lnTo>
                    <a:lnTo>
                      <a:pt x="1096" y="8264"/>
                    </a:lnTo>
                    <a:lnTo>
                      <a:pt x="2168" y="6466"/>
                    </a:lnTo>
                    <a:close/>
                    <a:moveTo>
                      <a:pt x="6644" y="6954"/>
                    </a:moveTo>
                    <a:lnTo>
                      <a:pt x="9026" y="9264"/>
                    </a:lnTo>
                    <a:lnTo>
                      <a:pt x="8502" y="11169"/>
                    </a:lnTo>
                    <a:lnTo>
                      <a:pt x="6644" y="10121"/>
                    </a:lnTo>
                    <a:lnTo>
                      <a:pt x="6644" y="6954"/>
                    </a:lnTo>
                    <a:close/>
                    <a:moveTo>
                      <a:pt x="5942" y="6942"/>
                    </a:moveTo>
                    <a:lnTo>
                      <a:pt x="5942" y="10216"/>
                    </a:lnTo>
                    <a:lnTo>
                      <a:pt x="4192" y="11193"/>
                    </a:lnTo>
                    <a:lnTo>
                      <a:pt x="3632" y="9192"/>
                    </a:lnTo>
                    <a:lnTo>
                      <a:pt x="5942" y="6942"/>
                    </a:lnTo>
                    <a:close/>
                    <a:moveTo>
                      <a:pt x="8847" y="1"/>
                    </a:moveTo>
                    <a:lnTo>
                      <a:pt x="8216" y="358"/>
                    </a:lnTo>
                    <a:lnTo>
                      <a:pt x="6216" y="1477"/>
                    </a:lnTo>
                    <a:lnTo>
                      <a:pt x="4275" y="394"/>
                    </a:lnTo>
                    <a:lnTo>
                      <a:pt x="3656" y="36"/>
                    </a:lnTo>
                    <a:lnTo>
                      <a:pt x="3453" y="715"/>
                    </a:lnTo>
                    <a:lnTo>
                      <a:pt x="2858" y="2894"/>
                    </a:lnTo>
                    <a:lnTo>
                      <a:pt x="703" y="3454"/>
                    </a:lnTo>
                    <a:lnTo>
                      <a:pt x="1" y="3632"/>
                    </a:lnTo>
                    <a:lnTo>
                      <a:pt x="358" y="4239"/>
                    </a:lnTo>
                    <a:lnTo>
                      <a:pt x="1525" y="6192"/>
                    </a:lnTo>
                    <a:lnTo>
                      <a:pt x="405" y="8073"/>
                    </a:lnTo>
                    <a:lnTo>
                      <a:pt x="36" y="8680"/>
                    </a:lnTo>
                    <a:lnTo>
                      <a:pt x="739" y="8859"/>
                    </a:lnTo>
                    <a:lnTo>
                      <a:pt x="2965" y="9442"/>
                    </a:lnTo>
                    <a:lnTo>
                      <a:pt x="3549" y="11538"/>
                    </a:lnTo>
                    <a:lnTo>
                      <a:pt x="3739" y="12228"/>
                    </a:lnTo>
                    <a:lnTo>
                      <a:pt x="4370" y="11871"/>
                    </a:lnTo>
                    <a:lnTo>
                      <a:pt x="6370" y="10752"/>
                    </a:lnTo>
                    <a:lnTo>
                      <a:pt x="8311" y="11836"/>
                    </a:lnTo>
                    <a:lnTo>
                      <a:pt x="8930" y="12193"/>
                    </a:lnTo>
                    <a:lnTo>
                      <a:pt x="9133" y="11514"/>
                    </a:lnTo>
                    <a:lnTo>
                      <a:pt x="9728" y="9335"/>
                    </a:lnTo>
                    <a:lnTo>
                      <a:pt x="11883" y="8776"/>
                    </a:lnTo>
                    <a:lnTo>
                      <a:pt x="12466" y="8621"/>
                    </a:lnTo>
                    <a:lnTo>
                      <a:pt x="12466" y="8371"/>
                    </a:lnTo>
                    <a:lnTo>
                      <a:pt x="12228" y="7978"/>
                    </a:lnTo>
                    <a:lnTo>
                      <a:pt x="11061" y="6025"/>
                    </a:lnTo>
                    <a:lnTo>
                      <a:pt x="12181" y="4156"/>
                    </a:lnTo>
                    <a:lnTo>
                      <a:pt x="12466" y="3704"/>
                    </a:lnTo>
                    <a:lnTo>
                      <a:pt x="12466" y="3525"/>
                    </a:lnTo>
                    <a:lnTo>
                      <a:pt x="11847" y="3370"/>
                    </a:lnTo>
                    <a:lnTo>
                      <a:pt x="9621" y="2787"/>
                    </a:lnTo>
                    <a:lnTo>
                      <a:pt x="9037" y="691"/>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6" name="Google Shape;1076;p26"/>
              <p:cNvSpPr/>
              <p:nvPr/>
            </p:nvSpPr>
            <p:spPr>
              <a:xfrm>
                <a:off x="6160875" y="-593400"/>
                <a:ext cx="225650" cy="219700"/>
              </a:xfrm>
              <a:custGeom>
                <a:avLst/>
                <a:gdLst/>
                <a:ahLst/>
                <a:cxnLst/>
                <a:rect l="l" t="t" r="r" b="b"/>
                <a:pathLst>
                  <a:path w="9026" h="8788" extrusionOk="0">
                    <a:moveTo>
                      <a:pt x="4846" y="1013"/>
                    </a:moveTo>
                    <a:lnTo>
                      <a:pt x="5394" y="3025"/>
                    </a:lnTo>
                    <a:lnTo>
                      <a:pt x="3096" y="5275"/>
                    </a:lnTo>
                    <a:lnTo>
                      <a:pt x="3096" y="2001"/>
                    </a:lnTo>
                    <a:lnTo>
                      <a:pt x="4846" y="1013"/>
                    </a:lnTo>
                    <a:close/>
                    <a:moveTo>
                      <a:pt x="5966" y="3453"/>
                    </a:moveTo>
                    <a:lnTo>
                      <a:pt x="7930" y="3965"/>
                    </a:lnTo>
                    <a:lnTo>
                      <a:pt x="6859" y="5763"/>
                    </a:lnTo>
                    <a:lnTo>
                      <a:pt x="3584" y="5763"/>
                    </a:lnTo>
                    <a:lnTo>
                      <a:pt x="5966" y="3453"/>
                    </a:lnTo>
                    <a:close/>
                    <a:moveTo>
                      <a:pt x="5275" y="1"/>
                    </a:moveTo>
                    <a:lnTo>
                      <a:pt x="4656" y="358"/>
                    </a:lnTo>
                    <a:lnTo>
                      <a:pt x="2644" y="1477"/>
                    </a:lnTo>
                    <a:lnTo>
                      <a:pt x="715" y="394"/>
                    </a:lnTo>
                    <a:lnTo>
                      <a:pt x="84" y="36"/>
                    </a:lnTo>
                    <a:lnTo>
                      <a:pt x="12" y="298"/>
                    </a:lnTo>
                    <a:cubicBezTo>
                      <a:pt x="12" y="405"/>
                      <a:pt x="1" y="584"/>
                      <a:pt x="1" y="810"/>
                    </a:cubicBezTo>
                    <a:cubicBezTo>
                      <a:pt x="1" y="1239"/>
                      <a:pt x="24" y="1822"/>
                      <a:pt x="132" y="2489"/>
                    </a:cubicBezTo>
                    <a:lnTo>
                      <a:pt x="513" y="1060"/>
                    </a:lnTo>
                    <a:lnTo>
                      <a:pt x="2382" y="2108"/>
                    </a:lnTo>
                    <a:lnTo>
                      <a:pt x="2382" y="5275"/>
                    </a:lnTo>
                    <a:lnTo>
                      <a:pt x="274" y="3239"/>
                    </a:lnTo>
                    <a:lnTo>
                      <a:pt x="274" y="3239"/>
                    </a:lnTo>
                    <a:cubicBezTo>
                      <a:pt x="393" y="3715"/>
                      <a:pt x="560" y="4204"/>
                      <a:pt x="786" y="4692"/>
                    </a:cubicBezTo>
                    <a:lnTo>
                      <a:pt x="1870" y="5751"/>
                    </a:lnTo>
                    <a:lnTo>
                      <a:pt x="1382" y="5751"/>
                    </a:lnTo>
                    <a:cubicBezTo>
                      <a:pt x="1846" y="6430"/>
                      <a:pt x="2406" y="7002"/>
                      <a:pt x="3072" y="7442"/>
                    </a:cubicBezTo>
                    <a:lnTo>
                      <a:pt x="3072" y="6906"/>
                    </a:lnTo>
                    <a:lnTo>
                      <a:pt x="4311" y="8097"/>
                    </a:lnTo>
                    <a:cubicBezTo>
                      <a:pt x="4763" y="8299"/>
                      <a:pt x="5251" y="8442"/>
                      <a:pt x="5775" y="8549"/>
                    </a:cubicBezTo>
                    <a:lnTo>
                      <a:pt x="3584" y="6418"/>
                    </a:lnTo>
                    <a:lnTo>
                      <a:pt x="6942" y="6418"/>
                    </a:lnTo>
                    <a:lnTo>
                      <a:pt x="7954" y="8133"/>
                    </a:lnTo>
                    <a:lnTo>
                      <a:pt x="6097" y="8609"/>
                    </a:lnTo>
                    <a:cubicBezTo>
                      <a:pt x="6740" y="8728"/>
                      <a:pt x="7418" y="8787"/>
                      <a:pt x="8156" y="8787"/>
                    </a:cubicBezTo>
                    <a:lnTo>
                      <a:pt x="8335" y="8740"/>
                    </a:lnTo>
                    <a:lnTo>
                      <a:pt x="9026" y="8561"/>
                    </a:lnTo>
                    <a:lnTo>
                      <a:pt x="8668" y="7954"/>
                    </a:lnTo>
                    <a:lnTo>
                      <a:pt x="7513" y="6037"/>
                    </a:lnTo>
                    <a:lnTo>
                      <a:pt x="8633" y="4156"/>
                    </a:lnTo>
                    <a:lnTo>
                      <a:pt x="8990" y="3549"/>
                    </a:lnTo>
                    <a:lnTo>
                      <a:pt x="8287" y="3370"/>
                    </a:lnTo>
                    <a:lnTo>
                      <a:pt x="6049" y="2787"/>
                    </a:lnTo>
                    <a:lnTo>
                      <a:pt x="5477" y="691"/>
                    </a:lnTo>
                    <a:lnTo>
                      <a:pt x="5275"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7" name="Google Shape;1077;p26"/>
              <p:cNvSpPr/>
              <p:nvPr/>
            </p:nvSpPr>
            <p:spPr>
              <a:xfrm>
                <a:off x="7018425" y="-287700"/>
                <a:ext cx="311975" cy="217900"/>
              </a:xfrm>
              <a:custGeom>
                <a:avLst/>
                <a:gdLst/>
                <a:ahLst/>
                <a:cxnLst/>
                <a:rect l="l" t="t" r="r" b="b"/>
                <a:pathLst>
                  <a:path w="12479" h="8716" extrusionOk="0">
                    <a:moveTo>
                      <a:pt x="4072" y="1084"/>
                    </a:moveTo>
                    <a:lnTo>
                      <a:pt x="5942" y="2120"/>
                    </a:lnTo>
                    <a:lnTo>
                      <a:pt x="5942" y="5299"/>
                    </a:lnTo>
                    <a:lnTo>
                      <a:pt x="3560" y="2989"/>
                    </a:lnTo>
                    <a:lnTo>
                      <a:pt x="4072" y="1084"/>
                    </a:lnTo>
                    <a:close/>
                    <a:moveTo>
                      <a:pt x="8394" y="1036"/>
                    </a:moveTo>
                    <a:lnTo>
                      <a:pt x="8942" y="3048"/>
                    </a:lnTo>
                    <a:lnTo>
                      <a:pt x="6632" y="5299"/>
                    </a:lnTo>
                    <a:lnTo>
                      <a:pt x="6632" y="2024"/>
                    </a:lnTo>
                    <a:lnTo>
                      <a:pt x="8394" y="1036"/>
                    </a:lnTo>
                    <a:close/>
                    <a:moveTo>
                      <a:pt x="3120" y="3525"/>
                    </a:moveTo>
                    <a:lnTo>
                      <a:pt x="5430" y="5775"/>
                    </a:lnTo>
                    <a:lnTo>
                      <a:pt x="2072" y="5775"/>
                    </a:lnTo>
                    <a:lnTo>
                      <a:pt x="1060" y="4060"/>
                    </a:lnTo>
                    <a:lnTo>
                      <a:pt x="3120" y="3525"/>
                    </a:lnTo>
                    <a:close/>
                    <a:moveTo>
                      <a:pt x="9514" y="3465"/>
                    </a:moveTo>
                    <a:lnTo>
                      <a:pt x="11478" y="3965"/>
                    </a:lnTo>
                    <a:lnTo>
                      <a:pt x="10407" y="5775"/>
                    </a:lnTo>
                    <a:lnTo>
                      <a:pt x="7132" y="5775"/>
                    </a:lnTo>
                    <a:lnTo>
                      <a:pt x="9514" y="3465"/>
                    </a:lnTo>
                    <a:close/>
                    <a:moveTo>
                      <a:pt x="10502" y="6454"/>
                    </a:moveTo>
                    <a:lnTo>
                      <a:pt x="11514" y="8168"/>
                    </a:lnTo>
                    <a:lnTo>
                      <a:pt x="9454" y="8704"/>
                    </a:lnTo>
                    <a:lnTo>
                      <a:pt x="7144" y="6454"/>
                    </a:lnTo>
                    <a:close/>
                    <a:moveTo>
                      <a:pt x="8835" y="0"/>
                    </a:moveTo>
                    <a:lnTo>
                      <a:pt x="8216" y="358"/>
                    </a:lnTo>
                    <a:lnTo>
                      <a:pt x="6204" y="1465"/>
                    </a:lnTo>
                    <a:lnTo>
                      <a:pt x="4275" y="381"/>
                    </a:lnTo>
                    <a:lnTo>
                      <a:pt x="3644" y="24"/>
                    </a:lnTo>
                    <a:lnTo>
                      <a:pt x="3453" y="715"/>
                    </a:lnTo>
                    <a:lnTo>
                      <a:pt x="2858" y="2882"/>
                    </a:lnTo>
                    <a:lnTo>
                      <a:pt x="703" y="3453"/>
                    </a:lnTo>
                    <a:lnTo>
                      <a:pt x="0" y="3632"/>
                    </a:lnTo>
                    <a:lnTo>
                      <a:pt x="370" y="4239"/>
                    </a:lnTo>
                    <a:lnTo>
                      <a:pt x="1536" y="6192"/>
                    </a:lnTo>
                    <a:lnTo>
                      <a:pt x="417" y="8061"/>
                    </a:lnTo>
                    <a:lnTo>
                      <a:pt x="48" y="8680"/>
                    </a:lnTo>
                    <a:lnTo>
                      <a:pt x="203" y="8716"/>
                    </a:lnTo>
                    <a:lnTo>
                      <a:pt x="2929" y="8716"/>
                    </a:lnTo>
                    <a:lnTo>
                      <a:pt x="1108" y="8239"/>
                    </a:lnTo>
                    <a:lnTo>
                      <a:pt x="2179" y="6442"/>
                    </a:lnTo>
                    <a:lnTo>
                      <a:pt x="5454" y="6442"/>
                    </a:lnTo>
                    <a:lnTo>
                      <a:pt x="3120" y="8716"/>
                    </a:lnTo>
                    <a:lnTo>
                      <a:pt x="4120" y="8716"/>
                    </a:lnTo>
                    <a:lnTo>
                      <a:pt x="5966" y="6930"/>
                    </a:lnTo>
                    <a:lnTo>
                      <a:pt x="5966" y="8716"/>
                    </a:lnTo>
                    <a:lnTo>
                      <a:pt x="6668" y="8716"/>
                    </a:lnTo>
                    <a:lnTo>
                      <a:pt x="6668" y="6930"/>
                    </a:lnTo>
                    <a:lnTo>
                      <a:pt x="8513" y="8716"/>
                    </a:lnTo>
                    <a:lnTo>
                      <a:pt x="12097" y="8716"/>
                    </a:lnTo>
                    <a:lnTo>
                      <a:pt x="12478" y="8620"/>
                    </a:lnTo>
                    <a:lnTo>
                      <a:pt x="12478" y="8359"/>
                    </a:lnTo>
                    <a:lnTo>
                      <a:pt x="12252" y="7978"/>
                    </a:lnTo>
                    <a:lnTo>
                      <a:pt x="11085" y="6025"/>
                    </a:lnTo>
                    <a:lnTo>
                      <a:pt x="12204" y="4156"/>
                    </a:lnTo>
                    <a:lnTo>
                      <a:pt x="12466" y="3691"/>
                    </a:lnTo>
                    <a:lnTo>
                      <a:pt x="12466" y="3513"/>
                    </a:lnTo>
                    <a:lnTo>
                      <a:pt x="11859" y="3346"/>
                    </a:lnTo>
                    <a:lnTo>
                      <a:pt x="9609" y="2775"/>
                    </a:lnTo>
                    <a:lnTo>
                      <a:pt x="9037" y="679"/>
                    </a:lnTo>
                    <a:lnTo>
                      <a:pt x="8835"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8" name="Google Shape;1078;p26"/>
              <p:cNvSpPr/>
              <p:nvPr/>
            </p:nvSpPr>
            <p:spPr>
              <a:xfrm>
                <a:off x="7018425" y="-593700"/>
                <a:ext cx="311375" cy="305725"/>
              </a:xfrm>
              <a:custGeom>
                <a:avLst/>
                <a:gdLst/>
                <a:ahLst/>
                <a:cxnLst/>
                <a:rect l="l" t="t" r="r" b="b"/>
                <a:pathLst>
                  <a:path w="12455" h="12229" extrusionOk="0">
                    <a:moveTo>
                      <a:pt x="4072" y="1072"/>
                    </a:moveTo>
                    <a:lnTo>
                      <a:pt x="5942" y="2120"/>
                    </a:lnTo>
                    <a:lnTo>
                      <a:pt x="5942" y="5287"/>
                    </a:lnTo>
                    <a:lnTo>
                      <a:pt x="3560" y="2977"/>
                    </a:lnTo>
                    <a:lnTo>
                      <a:pt x="4072" y="1072"/>
                    </a:lnTo>
                    <a:close/>
                    <a:moveTo>
                      <a:pt x="8394" y="1049"/>
                    </a:moveTo>
                    <a:lnTo>
                      <a:pt x="8942" y="3049"/>
                    </a:lnTo>
                    <a:lnTo>
                      <a:pt x="6632" y="5299"/>
                    </a:lnTo>
                    <a:lnTo>
                      <a:pt x="6632" y="2025"/>
                    </a:lnTo>
                    <a:lnTo>
                      <a:pt x="8394" y="1049"/>
                    </a:lnTo>
                    <a:close/>
                    <a:moveTo>
                      <a:pt x="3120" y="3525"/>
                    </a:moveTo>
                    <a:lnTo>
                      <a:pt x="5430" y="5775"/>
                    </a:lnTo>
                    <a:lnTo>
                      <a:pt x="2072" y="5775"/>
                    </a:lnTo>
                    <a:lnTo>
                      <a:pt x="1060" y="4061"/>
                    </a:lnTo>
                    <a:lnTo>
                      <a:pt x="3120" y="3525"/>
                    </a:lnTo>
                    <a:close/>
                    <a:moveTo>
                      <a:pt x="9514" y="3465"/>
                    </a:moveTo>
                    <a:lnTo>
                      <a:pt x="11478" y="3977"/>
                    </a:lnTo>
                    <a:lnTo>
                      <a:pt x="10407" y="5775"/>
                    </a:lnTo>
                    <a:lnTo>
                      <a:pt x="7132" y="5775"/>
                    </a:lnTo>
                    <a:lnTo>
                      <a:pt x="9514" y="3465"/>
                    </a:lnTo>
                    <a:close/>
                    <a:moveTo>
                      <a:pt x="10502" y="6466"/>
                    </a:moveTo>
                    <a:lnTo>
                      <a:pt x="11514" y="8168"/>
                    </a:lnTo>
                    <a:lnTo>
                      <a:pt x="9454" y="8704"/>
                    </a:lnTo>
                    <a:lnTo>
                      <a:pt x="7144" y="6466"/>
                    </a:lnTo>
                    <a:close/>
                    <a:moveTo>
                      <a:pt x="5430" y="6466"/>
                    </a:moveTo>
                    <a:lnTo>
                      <a:pt x="3048" y="8764"/>
                    </a:lnTo>
                    <a:lnTo>
                      <a:pt x="1084" y="8264"/>
                    </a:lnTo>
                    <a:lnTo>
                      <a:pt x="2156" y="6466"/>
                    </a:lnTo>
                    <a:close/>
                    <a:moveTo>
                      <a:pt x="6632" y="6954"/>
                    </a:moveTo>
                    <a:lnTo>
                      <a:pt x="9014" y="9264"/>
                    </a:lnTo>
                    <a:lnTo>
                      <a:pt x="8502" y="11169"/>
                    </a:lnTo>
                    <a:lnTo>
                      <a:pt x="6632" y="10121"/>
                    </a:lnTo>
                    <a:lnTo>
                      <a:pt x="6632" y="6954"/>
                    </a:lnTo>
                    <a:close/>
                    <a:moveTo>
                      <a:pt x="5942" y="6942"/>
                    </a:moveTo>
                    <a:lnTo>
                      <a:pt x="5942" y="10216"/>
                    </a:lnTo>
                    <a:lnTo>
                      <a:pt x="4180" y="11193"/>
                    </a:lnTo>
                    <a:lnTo>
                      <a:pt x="3632" y="9192"/>
                    </a:lnTo>
                    <a:lnTo>
                      <a:pt x="5942" y="6942"/>
                    </a:lnTo>
                    <a:close/>
                    <a:moveTo>
                      <a:pt x="8835" y="1"/>
                    </a:moveTo>
                    <a:lnTo>
                      <a:pt x="8216" y="358"/>
                    </a:lnTo>
                    <a:lnTo>
                      <a:pt x="6204" y="1477"/>
                    </a:lnTo>
                    <a:lnTo>
                      <a:pt x="4275" y="394"/>
                    </a:lnTo>
                    <a:lnTo>
                      <a:pt x="3644" y="36"/>
                    </a:lnTo>
                    <a:lnTo>
                      <a:pt x="3453" y="715"/>
                    </a:lnTo>
                    <a:lnTo>
                      <a:pt x="2858" y="2894"/>
                    </a:lnTo>
                    <a:lnTo>
                      <a:pt x="703" y="3454"/>
                    </a:lnTo>
                    <a:lnTo>
                      <a:pt x="0" y="3632"/>
                    </a:lnTo>
                    <a:lnTo>
                      <a:pt x="358" y="4239"/>
                    </a:lnTo>
                    <a:lnTo>
                      <a:pt x="1513" y="6192"/>
                    </a:lnTo>
                    <a:lnTo>
                      <a:pt x="405" y="8073"/>
                    </a:lnTo>
                    <a:lnTo>
                      <a:pt x="24" y="8680"/>
                    </a:lnTo>
                    <a:lnTo>
                      <a:pt x="727" y="8859"/>
                    </a:lnTo>
                    <a:lnTo>
                      <a:pt x="2965" y="9442"/>
                    </a:lnTo>
                    <a:lnTo>
                      <a:pt x="3537" y="11538"/>
                    </a:lnTo>
                    <a:lnTo>
                      <a:pt x="3739" y="12228"/>
                    </a:lnTo>
                    <a:lnTo>
                      <a:pt x="4358" y="11871"/>
                    </a:lnTo>
                    <a:lnTo>
                      <a:pt x="6370" y="10752"/>
                    </a:lnTo>
                    <a:lnTo>
                      <a:pt x="8299" y="11836"/>
                    </a:lnTo>
                    <a:lnTo>
                      <a:pt x="8930" y="12193"/>
                    </a:lnTo>
                    <a:lnTo>
                      <a:pt x="9121" y="11514"/>
                    </a:lnTo>
                    <a:lnTo>
                      <a:pt x="9716" y="9335"/>
                    </a:lnTo>
                    <a:lnTo>
                      <a:pt x="11871" y="8776"/>
                    </a:lnTo>
                    <a:lnTo>
                      <a:pt x="12454" y="8621"/>
                    </a:lnTo>
                    <a:lnTo>
                      <a:pt x="12454" y="8371"/>
                    </a:lnTo>
                    <a:lnTo>
                      <a:pt x="12216" y="7978"/>
                    </a:lnTo>
                    <a:lnTo>
                      <a:pt x="11061" y="6025"/>
                    </a:lnTo>
                    <a:lnTo>
                      <a:pt x="12169" y="4156"/>
                    </a:lnTo>
                    <a:lnTo>
                      <a:pt x="12454" y="3704"/>
                    </a:lnTo>
                    <a:lnTo>
                      <a:pt x="12454" y="3525"/>
                    </a:lnTo>
                    <a:lnTo>
                      <a:pt x="11847" y="3370"/>
                    </a:lnTo>
                    <a:lnTo>
                      <a:pt x="9609" y="2787"/>
                    </a:lnTo>
                    <a:lnTo>
                      <a:pt x="9037" y="691"/>
                    </a:lnTo>
                    <a:lnTo>
                      <a:pt x="8835"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79" name="Google Shape;1079;p26"/>
              <p:cNvSpPr/>
              <p:nvPr/>
            </p:nvSpPr>
            <p:spPr>
              <a:xfrm>
                <a:off x="6700525" y="-287400"/>
                <a:ext cx="316150" cy="217900"/>
              </a:xfrm>
              <a:custGeom>
                <a:avLst/>
                <a:gdLst/>
                <a:ahLst/>
                <a:cxnLst/>
                <a:rect l="l" t="t" r="r" b="b"/>
                <a:pathLst>
                  <a:path w="12646" h="8716" extrusionOk="0">
                    <a:moveTo>
                      <a:pt x="4096" y="1072"/>
                    </a:moveTo>
                    <a:lnTo>
                      <a:pt x="5954" y="2108"/>
                    </a:lnTo>
                    <a:lnTo>
                      <a:pt x="5954" y="5287"/>
                    </a:lnTo>
                    <a:lnTo>
                      <a:pt x="3572" y="2977"/>
                    </a:lnTo>
                    <a:lnTo>
                      <a:pt x="4096" y="1072"/>
                    </a:lnTo>
                    <a:close/>
                    <a:moveTo>
                      <a:pt x="8418" y="1024"/>
                    </a:moveTo>
                    <a:lnTo>
                      <a:pt x="8966" y="3036"/>
                    </a:lnTo>
                    <a:lnTo>
                      <a:pt x="6656" y="5287"/>
                    </a:lnTo>
                    <a:lnTo>
                      <a:pt x="6656" y="2012"/>
                    </a:lnTo>
                    <a:lnTo>
                      <a:pt x="8418" y="1024"/>
                    </a:lnTo>
                    <a:close/>
                    <a:moveTo>
                      <a:pt x="3144" y="3513"/>
                    </a:moveTo>
                    <a:lnTo>
                      <a:pt x="5454" y="5763"/>
                    </a:lnTo>
                    <a:lnTo>
                      <a:pt x="2084" y="5763"/>
                    </a:lnTo>
                    <a:lnTo>
                      <a:pt x="1072" y="4048"/>
                    </a:lnTo>
                    <a:lnTo>
                      <a:pt x="3144" y="3513"/>
                    </a:lnTo>
                    <a:close/>
                    <a:moveTo>
                      <a:pt x="9526" y="3453"/>
                    </a:moveTo>
                    <a:lnTo>
                      <a:pt x="11490" y="3953"/>
                    </a:lnTo>
                    <a:lnTo>
                      <a:pt x="10419" y="5763"/>
                    </a:lnTo>
                    <a:lnTo>
                      <a:pt x="7144" y="5763"/>
                    </a:lnTo>
                    <a:lnTo>
                      <a:pt x="9526" y="3453"/>
                    </a:lnTo>
                    <a:close/>
                    <a:moveTo>
                      <a:pt x="10526" y="6442"/>
                    </a:moveTo>
                    <a:lnTo>
                      <a:pt x="11538" y="8156"/>
                    </a:lnTo>
                    <a:lnTo>
                      <a:pt x="9466" y="8692"/>
                    </a:lnTo>
                    <a:lnTo>
                      <a:pt x="7168" y="6442"/>
                    </a:lnTo>
                    <a:close/>
                    <a:moveTo>
                      <a:pt x="8847" y="0"/>
                    </a:moveTo>
                    <a:lnTo>
                      <a:pt x="8216" y="357"/>
                    </a:lnTo>
                    <a:lnTo>
                      <a:pt x="6216" y="1477"/>
                    </a:lnTo>
                    <a:lnTo>
                      <a:pt x="4275" y="381"/>
                    </a:lnTo>
                    <a:lnTo>
                      <a:pt x="3656" y="24"/>
                    </a:lnTo>
                    <a:lnTo>
                      <a:pt x="3453" y="715"/>
                    </a:lnTo>
                    <a:lnTo>
                      <a:pt x="2858" y="2882"/>
                    </a:lnTo>
                    <a:lnTo>
                      <a:pt x="703" y="3453"/>
                    </a:lnTo>
                    <a:lnTo>
                      <a:pt x="1" y="3632"/>
                    </a:lnTo>
                    <a:lnTo>
                      <a:pt x="382" y="4239"/>
                    </a:lnTo>
                    <a:lnTo>
                      <a:pt x="1537" y="6192"/>
                    </a:lnTo>
                    <a:lnTo>
                      <a:pt x="417" y="8061"/>
                    </a:lnTo>
                    <a:lnTo>
                      <a:pt x="48" y="8680"/>
                    </a:lnTo>
                    <a:lnTo>
                      <a:pt x="167" y="8704"/>
                    </a:lnTo>
                    <a:cubicBezTo>
                      <a:pt x="334" y="8716"/>
                      <a:pt x="489" y="8716"/>
                      <a:pt x="655" y="8716"/>
                    </a:cubicBezTo>
                    <a:lnTo>
                      <a:pt x="2953" y="8716"/>
                    </a:lnTo>
                    <a:lnTo>
                      <a:pt x="1132" y="8239"/>
                    </a:lnTo>
                    <a:lnTo>
                      <a:pt x="2203" y="6442"/>
                    </a:lnTo>
                    <a:lnTo>
                      <a:pt x="5477" y="6442"/>
                    </a:lnTo>
                    <a:lnTo>
                      <a:pt x="3144" y="8716"/>
                    </a:lnTo>
                    <a:lnTo>
                      <a:pt x="4144" y="8716"/>
                    </a:lnTo>
                    <a:lnTo>
                      <a:pt x="5989" y="6930"/>
                    </a:lnTo>
                    <a:lnTo>
                      <a:pt x="5989" y="8716"/>
                    </a:lnTo>
                    <a:lnTo>
                      <a:pt x="6692" y="8716"/>
                    </a:lnTo>
                    <a:lnTo>
                      <a:pt x="6692" y="6930"/>
                    </a:lnTo>
                    <a:lnTo>
                      <a:pt x="8537" y="8716"/>
                    </a:lnTo>
                    <a:lnTo>
                      <a:pt x="12121" y="8716"/>
                    </a:lnTo>
                    <a:lnTo>
                      <a:pt x="12645" y="8585"/>
                    </a:lnTo>
                    <a:lnTo>
                      <a:pt x="12288" y="7977"/>
                    </a:lnTo>
                    <a:lnTo>
                      <a:pt x="11073" y="6025"/>
                    </a:lnTo>
                    <a:lnTo>
                      <a:pt x="12193" y="4156"/>
                    </a:lnTo>
                    <a:lnTo>
                      <a:pt x="12550" y="3536"/>
                    </a:lnTo>
                    <a:lnTo>
                      <a:pt x="11847" y="3358"/>
                    </a:lnTo>
                    <a:lnTo>
                      <a:pt x="9621" y="2786"/>
                    </a:lnTo>
                    <a:lnTo>
                      <a:pt x="9037" y="679"/>
                    </a:lnTo>
                    <a:lnTo>
                      <a:pt x="884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0" name="Google Shape;1080;p26"/>
              <p:cNvSpPr/>
              <p:nvPr/>
            </p:nvSpPr>
            <p:spPr>
              <a:xfrm>
                <a:off x="6700825" y="-593700"/>
                <a:ext cx="314950" cy="305725"/>
              </a:xfrm>
              <a:custGeom>
                <a:avLst/>
                <a:gdLst/>
                <a:ahLst/>
                <a:cxnLst/>
                <a:rect l="l" t="t" r="r" b="b"/>
                <a:pathLst>
                  <a:path w="12598" h="12229" extrusionOk="0">
                    <a:moveTo>
                      <a:pt x="4084" y="1072"/>
                    </a:moveTo>
                    <a:lnTo>
                      <a:pt x="5942" y="2120"/>
                    </a:lnTo>
                    <a:lnTo>
                      <a:pt x="5942" y="5287"/>
                    </a:lnTo>
                    <a:lnTo>
                      <a:pt x="3560" y="2977"/>
                    </a:lnTo>
                    <a:lnTo>
                      <a:pt x="4084" y="1072"/>
                    </a:lnTo>
                    <a:close/>
                    <a:moveTo>
                      <a:pt x="8406" y="1049"/>
                    </a:moveTo>
                    <a:lnTo>
                      <a:pt x="8954" y="3049"/>
                    </a:lnTo>
                    <a:lnTo>
                      <a:pt x="6644" y="5299"/>
                    </a:lnTo>
                    <a:lnTo>
                      <a:pt x="6644" y="2025"/>
                    </a:lnTo>
                    <a:lnTo>
                      <a:pt x="8406" y="1049"/>
                    </a:lnTo>
                    <a:close/>
                    <a:moveTo>
                      <a:pt x="3132" y="3525"/>
                    </a:moveTo>
                    <a:lnTo>
                      <a:pt x="5442" y="5775"/>
                    </a:lnTo>
                    <a:lnTo>
                      <a:pt x="2072" y="5775"/>
                    </a:lnTo>
                    <a:lnTo>
                      <a:pt x="1060" y="4061"/>
                    </a:lnTo>
                    <a:lnTo>
                      <a:pt x="3132" y="3525"/>
                    </a:lnTo>
                    <a:close/>
                    <a:moveTo>
                      <a:pt x="9514" y="3465"/>
                    </a:moveTo>
                    <a:lnTo>
                      <a:pt x="11478" y="3977"/>
                    </a:lnTo>
                    <a:lnTo>
                      <a:pt x="10407" y="5775"/>
                    </a:lnTo>
                    <a:lnTo>
                      <a:pt x="7132" y="5775"/>
                    </a:lnTo>
                    <a:lnTo>
                      <a:pt x="9514" y="3465"/>
                    </a:lnTo>
                    <a:close/>
                    <a:moveTo>
                      <a:pt x="10514" y="6466"/>
                    </a:moveTo>
                    <a:lnTo>
                      <a:pt x="11526" y="8168"/>
                    </a:lnTo>
                    <a:lnTo>
                      <a:pt x="9454" y="8704"/>
                    </a:lnTo>
                    <a:lnTo>
                      <a:pt x="7156" y="6466"/>
                    </a:lnTo>
                    <a:close/>
                    <a:moveTo>
                      <a:pt x="5442" y="6466"/>
                    </a:moveTo>
                    <a:lnTo>
                      <a:pt x="3060" y="8764"/>
                    </a:lnTo>
                    <a:lnTo>
                      <a:pt x="1096" y="8264"/>
                    </a:lnTo>
                    <a:lnTo>
                      <a:pt x="2167" y="6466"/>
                    </a:lnTo>
                    <a:close/>
                    <a:moveTo>
                      <a:pt x="6644" y="6954"/>
                    </a:moveTo>
                    <a:lnTo>
                      <a:pt x="9025" y="9264"/>
                    </a:lnTo>
                    <a:lnTo>
                      <a:pt x="8502" y="11169"/>
                    </a:lnTo>
                    <a:lnTo>
                      <a:pt x="6644" y="10121"/>
                    </a:lnTo>
                    <a:lnTo>
                      <a:pt x="6644" y="6954"/>
                    </a:lnTo>
                    <a:close/>
                    <a:moveTo>
                      <a:pt x="5942" y="6942"/>
                    </a:moveTo>
                    <a:lnTo>
                      <a:pt x="5942" y="10216"/>
                    </a:lnTo>
                    <a:lnTo>
                      <a:pt x="4192" y="11193"/>
                    </a:lnTo>
                    <a:lnTo>
                      <a:pt x="3644" y="9192"/>
                    </a:lnTo>
                    <a:lnTo>
                      <a:pt x="5942" y="6942"/>
                    </a:lnTo>
                    <a:close/>
                    <a:moveTo>
                      <a:pt x="8847" y="1"/>
                    </a:moveTo>
                    <a:lnTo>
                      <a:pt x="8216" y="358"/>
                    </a:lnTo>
                    <a:lnTo>
                      <a:pt x="6216" y="1477"/>
                    </a:lnTo>
                    <a:lnTo>
                      <a:pt x="4275" y="394"/>
                    </a:lnTo>
                    <a:lnTo>
                      <a:pt x="3656" y="36"/>
                    </a:lnTo>
                    <a:lnTo>
                      <a:pt x="3453" y="715"/>
                    </a:lnTo>
                    <a:lnTo>
                      <a:pt x="2858" y="2894"/>
                    </a:lnTo>
                    <a:lnTo>
                      <a:pt x="703" y="3454"/>
                    </a:lnTo>
                    <a:lnTo>
                      <a:pt x="1" y="3632"/>
                    </a:lnTo>
                    <a:lnTo>
                      <a:pt x="382" y="4239"/>
                    </a:lnTo>
                    <a:lnTo>
                      <a:pt x="1536" y="6192"/>
                    </a:lnTo>
                    <a:lnTo>
                      <a:pt x="417" y="8073"/>
                    </a:lnTo>
                    <a:lnTo>
                      <a:pt x="48" y="8680"/>
                    </a:lnTo>
                    <a:lnTo>
                      <a:pt x="751" y="8859"/>
                    </a:lnTo>
                    <a:lnTo>
                      <a:pt x="2977" y="9442"/>
                    </a:lnTo>
                    <a:lnTo>
                      <a:pt x="3560" y="11538"/>
                    </a:lnTo>
                    <a:lnTo>
                      <a:pt x="3751" y="12228"/>
                    </a:lnTo>
                    <a:lnTo>
                      <a:pt x="4382" y="11871"/>
                    </a:lnTo>
                    <a:lnTo>
                      <a:pt x="6394" y="10752"/>
                    </a:lnTo>
                    <a:lnTo>
                      <a:pt x="8323" y="11836"/>
                    </a:lnTo>
                    <a:lnTo>
                      <a:pt x="8954" y="12193"/>
                    </a:lnTo>
                    <a:lnTo>
                      <a:pt x="9145" y="11514"/>
                    </a:lnTo>
                    <a:lnTo>
                      <a:pt x="9740" y="9335"/>
                    </a:lnTo>
                    <a:lnTo>
                      <a:pt x="11895" y="8776"/>
                    </a:lnTo>
                    <a:lnTo>
                      <a:pt x="12597" y="8597"/>
                    </a:lnTo>
                    <a:lnTo>
                      <a:pt x="12240" y="7978"/>
                    </a:lnTo>
                    <a:lnTo>
                      <a:pt x="11085" y="6025"/>
                    </a:lnTo>
                    <a:lnTo>
                      <a:pt x="12193" y="4156"/>
                    </a:lnTo>
                    <a:lnTo>
                      <a:pt x="12550" y="3549"/>
                    </a:lnTo>
                    <a:lnTo>
                      <a:pt x="11859" y="3370"/>
                    </a:lnTo>
                    <a:lnTo>
                      <a:pt x="9621" y="2787"/>
                    </a:lnTo>
                    <a:lnTo>
                      <a:pt x="9037" y="691"/>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1" name="Google Shape;1081;p26"/>
              <p:cNvSpPr/>
              <p:nvPr/>
            </p:nvSpPr>
            <p:spPr>
              <a:xfrm>
                <a:off x="7647075" y="-287700"/>
                <a:ext cx="311975" cy="217900"/>
              </a:xfrm>
              <a:custGeom>
                <a:avLst/>
                <a:gdLst/>
                <a:ahLst/>
                <a:cxnLst/>
                <a:rect l="l" t="t" r="r" b="b"/>
                <a:pathLst>
                  <a:path w="12479" h="8716" extrusionOk="0">
                    <a:moveTo>
                      <a:pt x="4084" y="1084"/>
                    </a:moveTo>
                    <a:lnTo>
                      <a:pt x="5942" y="2120"/>
                    </a:lnTo>
                    <a:lnTo>
                      <a:pt x="5942" y="5299"/>
                    </a:lnTo>
                    <a:lnTo>
                      <a:pt x="3560" y="2989"/>
                    </a:lnTo>
                    <a:lnTo>
                      <a:pt x="4084" y="1084"/>
                    </a:lnTo>
                    <a:close/>
                    <a:moveTo>
                      <a:pt x="8394" y="1036"/>
                    </a:moveTo>
                    <a:lnTo>
                      <a:pt x="8954" y="3048"/>
                    </a:lnTo>
                    <a:lnTo>
                      <a:pt x="6644" y="5299"/>
                    </a:lnTo>
                    <a:lnTo>
                      <a:pt x="6644" y="2024"/>
                    </a:lnTo>
                    <a:lnTo>
                      <a:pt x="8394" y="1036"/>
                    </a:lnTo>
                    <a:close/>
                    <a:moveTo>
                      <a:pt x="3132" y="3525"/>
                    </a:moveTo>
                    <a:lnTo>
                      <a:pt x="5442" y="5775"/>
                    </a:lnTo>
                    <a:lnTo>
                      <a:pt x="2072" y="5775"/>
                    </a:lnTo>
                    <a:lnTo>
                      <a:pt x="1060" y="4060"/>
                    </a:lnTo>
                    <a:lnTo>
                      <a:pt x="3132" y="3525"/>
                    </a:lnTo>
                    <a:close/>
                    <a:moveTo>
                      <a:pt x="9514" y="3465"/>
                    </a:moveTo>
                    <a:lnTo>
                      <a:pt x="11478" y="3965"/>
                    </a:lnTo>
                    <a:lnTo>
                      <a:pt x="10407" y="5775"/>
                    </a:lnTo>
                    <a:lnTo>
                      <a:pt x="7132" y="5775"/>
                    </a:lnTo>
                    <a:lnTo>
                      <a:pt x="9514" y="3465"/>
                    </a:lnTo>
                    <a:close/>
                    <a:moveTo>
                      <a:pt x="10514" y="6454"/>
                    </a:moveTo>
                    <a:lnTo>
                      <a:pt x="11526" y="8168"/>
                    </a:lnTo>
                    <a:lnTo>
                      <a:pt x="9454" y="8704"/>
                    </a:lnTo>
                    <a:lnTo>
                      <a:pt x="7144" y="6454"/>
                    </a:lnTo>
                    <a:close/>
                    <a:moveTo>
                      <a:pt x="8847" y="0"/>
                    </a:moveTo>
                    <a:lnTo>
                      <a:pt x="8216" y="358"/>
                    </a:lnTo>
                    <a:lnTo>
                      <a:pt x="6216" y="1465"/>
                    </a:lnTo>
                    <a:lnTo>
                      <a:pt x="4275" y="381"/>
                    </a:lnTo>
                    <a:lnTo>
                      <a:pt x="3656" y="24"/>
                    </a:lnTo>
                    <a:lnTo>
                      <a:pt x="3453" y="715"/>
                    </a:lnTo>
                    <a:lnTo>
                      <a:pt x="2858" y="2882"/>
                    </a:lnTo>
                    <a:lnTo>
                      <a:pt x="703" y="3453"/>
                    </a:lnTo>
                    <a:lnTo>
                      <a:pt x="0" y="3632"/>
                    </a:lnTo>
                    <a:lnTo>
                      <a:pt x="381" y="4239"/>
                    </a:lnTo>
                    <a:lnTo>
                      <a:pt x="1536" y="6192"/>
                    </a:lnTo>
                    <a:lnTo>
                      <a:pt x="417" y="8061"/>
                    </a:lnTo>
                    <a:lnTo>
                      <a:pt x="48" y="8680"/>
                    </a:lnTo>
                    <a:lnTo>
                      <a:pt x="215" y="8716"/>
                    </a:lnTo>
                    <a:lnTo>
                      <a:pt x="2929" y="8716"/>
                    </a:lnTo>
                    <a:lnTo>
                      <a:pt x="1120" y="8239"/>
                    </a:lnTo>
                    <a:lnTo>
                      <a:pt x="2191" y="6442"/>
                    </a:lnTo>
                    <a:lnTo>
                      <a:pt x="5465" y="6442"/>
                    </a:lnTo>
                    <a:lnTo>
                      <a:pt x="3132" y="8716"/>
                    </a:lnTo>
                    <a:lnTo>
                      <a:pt x="4120" y="8716"/>
                    </a:lnTo>
                    <a:lnTo>
                      <a:pt x="5977" y="6930"/>
                    </a:lnTo>
                    <a:lnTo>
                      <a:pt x="5977" y="8716"/>
                    </a:lnTo>
                    <a:lnTo>
                      <a:pt x="6668" y="8716"/>
                    </a:lnTo>
                    <a:lnTo>
                      <a:pt x="6668" y="6930"/>
                    </a:lnTo>
                    <a:lnTo>
                      <a:pt x="8513" y="8716"/>
                    </a:lnTo>
                    <a:lnTo>
                      <a:pt x="9906" y="8716"/>
                    </a:lnTo>
                    <a:cubicBezTo>
                      <a:pt x="10823" y="8716"/>
                      <a:pt x="11669" y="8585"/>
                      <a:pt x="12443" y="8299"/>
                    </a:cubicBezTo>
                    <a:lnTo>
                      <a:pt x="12252" y="7978"/>
                    </a:lnTo>
                    <a:lnTo>
                      <a:pt x="11085" y="6025"/>
                    </a:lnTo>
                    <a:lnTo>
                      <a:pt x="12204" y="4156"/>
                    </a:lnTo>
                    <a:lnTo>
                      <a:pt x="12478" y="3691"/>
                    </a:lnTo>
                    <a:lnTo>
                      <a:pt x="12478" y="3513"/>
                    </a:lnTo>
                    <a:lnTo>
                      <a:pt x="11871" y="3346"/>
                    </a:lnTo>
                    <a:lnTo>
                      <a:pt x="9621" y="2775"/>
                    </a:lnTo>
                    <a:lnTo>
                      <a:pt x="9037" y="679"/>
                    </a:lnTo>
                    <a:lnTo>
                      <a:pt x="8847"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2" name="Google Shape;1082;p26"/>
              <p:cNvSpPr/>
              <p:nvPr/>
            </p:nvSpPr>
            <p:spPr>
              <a:xfrm>
                <a:off x="7647075" y="-593700"/>
                <a:ext cx="311675" cy="305725"/>
              </a:xfrm>
              <a:custGeom>
                <a:avLst/>
                <a:gdLst/>
                <a:ahLst/>
                <a:cxnLst/>
                <a:rect l="l" t="t" r="r" b="b"/>
                <a:pathLst>
                  <a:path w="12467" h="12229" extrusionOk="0">
                    <a:moveTo>
                      <a:pt x="4084" y="1072"/>
                    </a:moveTo>
                    <a:lnTo>
                      <a:pt x="5942" y="2120"/>
                    </a:lnTo>
                    <a:lnTo>
                      <a:pt x="5942" y="5287"/>
                    </a:lnTo>
                    <a:lnTo>
                      <a:pt x="3560" y="2977"/>
                    </a:lnTo>
                    <a:lnTo>
                      <a:pt x="4084" y="1072"/>
                    </a:lnTo>
                    <a:close/>
                    <a:moveTo>
                      <a:pt x="8394" y="1049"/>
                    </a:moveTo>
                    <a:lnTo>
                      <a:pt x="8954" y="3049"/>
                    </a:lnTo>
                    <a:lnTo>
                      <a:pt x="6644" y="5299"/>
                    </a:lnTo>
                    <a:lnTo>
                      <a:pt x="6644" y="2025"/>
                    </a:lnTo>
                    <a:lnTo>
                      <a:pt x="8394" y="1049"/>
                    </a:lnTo>
                    <a:close/>
                    <a:moveTo>
                      <a:pt x="3132" y="3525"/>
                    </a:moveTo>
                    <a:lnTo>
                      <a:pt x="5442" y="5775"/>
                    </a:lnTo>
                    <a:lnTo>
                      <a:pt x="2072" y="5775"/>
                    </a:lnTo>
                    <a:lnTo>
                      <a:pt x="1060" y="4061"/>
                    </a:lnTo>
                    <a:lnTo>
                      <a:pt x="3132" y="3525"/>
                    </a:lnTo>
                    <a:close/>
                    <a:moveTo>
                      <a:pt x="9514" y="3465"/>
                    </a:moveTo>
                    <a:lnTo>
                      <a:pt x="11478" y="3977"/>
                    </a:lnTo>
                    <a:lnTo>
                      <a:pt x="10407" y="5775"/>
                    </a:lnTo>
                    <a:lnTo>
                      <a:pt x="7132" y="5775"/>
                    </a:lnTo>
                    <a:lnTo>
                      <a:pt x="9514" y="3465"/>
                    </a:lnTo>
                    <a:close/>
                    <a:moveTo>
                      <a:pt x="10514" y="6466"/>
                    </a:moveTo>
                    <a:lnTo>
                      <a:pt x="11526" y="8168"/>
                    </a:lnTo>
                    <a:lnTo>
                      <a:pt x="9454" y="8704"/>
                    </a:lnTo>
                    <a:lnTo>
                      <a:pt x="7144" y="6466"/>
                    </a:lnTo>
                    <a:close/>
                    <a:moveTo>
                      <a:pt x="5442" y="6466"/>
                    </a:moveTo>
                    <a:lnTo>
                      <a:pt x="3060" y="8764"/>
                    </a:lnTo>
                    <a:lnTo>
                      <a:pt x="1096" y="8264"/>
                    </a:lnTo>
                    <a:lnTo>
                      <a:pt x="2167" y="6466"/>
                    </a:lnTo>
                    <a:close/>
                    <a:moveTo>
                      <a:pt x="6644" y="6954"/>
                    </a:moveTo>
                    <a:lnTo>
                      <a:pt x="9025" y="9264"/>
                    </a:lnTo>
                    <a:lnTo>
                      <a:pt x="8502" y="11169"/>
                    </a:lnTo>
                    <a:lnTo>
                      <a:pt x="6644" y="10121"/>
                    </a:lnTo>
                    <a:lnTo>
                      <a:pt x="6644" y="6954"/>
                    </a:lnTo>
                    <a:close/>
                    <a:moveTo>
                      <a:pt x="5942" y="6942"/>
                    </a:moveTo>
                    <a:lnTo>
                      <a:pt x="5942" y="10216"/>
                    </a:lnTo>
                    <a:lnTo>
                      <a:pt x="4191" y="11193"/>
                    </a:lnTo>
                    <a:lnTo>
                      <a:pt x="3632" y="9192"/>
                    </a:lnTo>
                    <a:lnTo>
                      <a:pt x="5942" y="6942"/>
                    </a:lnTo>
                    <a:close/>
                    <a:moveTo>
                      <a:pt x="8847" y="1"/>
                    </a:moveTo>
                    <a:lnTo>
                      <a:pt x="8216" y="358"/>
                    </a:lnTo>
                    <a:lnTo>
                      <a:pt x="6204" y="1477"/>
                    </a:lnTo>
                    <a:lnTo>
                      <a:pt x="4275" y="394"/>
                    </a:lnTo>
                    <a:lnTo>
                      <a:pt x="3644" y="36"/>
                    </a:lnTo>
                    <a:lnTo>
                      <a:pt x="3453" y="715"/>
                    </a:lnTo>
                    <a:lnTo>
                      <a:pt x="2858" y="2894"/>
                    </a:lnTo>
                    <a:lnTo>
                      <a:pt x="703" y="3454"/>
                    </a:lnTo>
                    <a:lnTo>
                      <a:pt x="0" y="3632"/>
                    </a:lnTo>
                    <a:lnTo>
                      <a:pt x="358" y="4239"/>
                    </a:lnTo>
                    <a:lnTo>
                      <a:pt x="1524" y="6192"/>
                    </a:lnTo>
                    <a:lnTo>
                      <a:pt x="405" y="8073"/>
                    </a:lnTo>
                    <a:lnTo>
                      <a:pt x="36" y="8680"/>
                    </a:lnTo>
                    <a:lnTo>
                      <a:pt x="727" y="8859"/>
                    </a:lnTo>
                    <a:lnTo>
                      <a:pt x="2965" y="9442"/>
                    </a:lnTo>
                    <a:lnTo>
                      <a:pt x="3549" y="11538"/>
                    </a:lnTo>
                    <a:lnTo>
                      <a:pt x="3739" y="12228"/>
                    </a:lnTo>
                    <a:lnTo>
                      <a:pt x="4370" y="11871"/>
                    </a:lnTo>
                    <a:lnTo>
                      <a:pt x="6370" y="10752"/>
                    </a:lnTo>
                    <a:lnTo>
                      <a:pt x="8311" y="11836"/>
                    </a:lnTo>
                    <a:lnTo>
                      <a:pt x="8930" y="12193"/>
                    </a:lnTo>
                    <a:lnTo>
                      <a:pt x="9133" y="11514"/>
                    </a:lnTo>
                    <a:lnTo>
                      <a:pt x="9728" y="9335"/>
                    </a:lnTo>
                    <a:lnTo>
                      <a:pt x="11883" y="8776"/>
                    </a:lnTo>
                    <a:lnTo>
                      <a:pt x="12466" y="8621"/>
                    </a:lnTo>
                    <a:lnTo>
                      <a:pt x="12466" y="8371"/>
                    </a:lnTo>
                    <a:lnTo>
                      <a:pt x="12228" y="7978"/>
                    </a:lnTo>
                    <a:lnTo>
                      <a:pt x="11061" y="6025"/>
                    </a:lnTo>
                    <a:lnTo>
                      <a:pt x="12181" y="4156"/>
                    </a:lnTo>
                    <a:lnTo>
                      <a:pt x="12466" y="3704"/>
                    </a:lnTo>
                    <a:lnTo>
                      <a:pt x="12466" y="3525"/>
                    </a:lnTo>
                    <a:lnTo>
                      <a:pt x="11847" y="3370"/>
                    </a:lnTo>
                    <a:lnTo>
                      <a:pt x="9621" y="2787"/>
                    </a:lnTo>
                    <a:lnTo>
                      <a:pt x="9037" y="691"/>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3" name="Google Shape;1083;p26"/>
              <p:cNvSpPr/>
              <p:nvPr/>
            </p:nvSpPr>
            <p:spPr>
              <a:xfrm>
                <a:off x="7329475" y="-287400"/>
                <a:ext cx="315550" cy="217900"/>
              </a:xfrm>
              <a:custGeom>
                <a:avLst/>
                <a:gdLst/>
                <a:ahLst/>
                <a:cxnLst/>
                <a:rect l="l" t="t" r="r" b="b"/>
                <a:pathLst>
                  <a:path w="12622" h="8716" extrusionOk="0">
                    <a:moveTo>
                      <a:pt x="4096" y="1072"/>
                    </a:moveTo>
                    <a:lnTo>
                      <a:pt x="5954" y="2108"/>
                    </a:lnTo>
                    <a:lnTo>
                      <a:pt x="5954" y="5287"/>
                    </a:lnTo>
                    <a:lnTo>
                      <a:pt x="3572" y="2977"/>
                    </a:lnTo>
                    <a:lnTo>
                      <a:pt x="4096" y="1072"/>
                    </a:lnTo>
                    <a:close/>
                    <a:moveTo>
                      <a:pt x="8406" y="1024"/>
                    </a:moveTo>
                    <a:lnTo>
                      <a:pt x="8954" y="3036"/>
                    </a:lnTo>
                    <a:lnTo>
                      <a:pt x="6656" y="5287"/>
                    </a:lnTo>
                    <a:lnTo>
                      <a:pt x="6656" y="2012"/>
                    </a:lnTo>
                    <a:lnTo>
                      <a:pt x="8406" y="1024"/>
                    </a:lnTo>
                    <a:close/>
                    <a:moveTo>
                      <a:pt x="3144" y="3513"/>
                    </a:moveTo>
                    <a:lnTo>
                      <a:pt x="5442" y="5763"/>
                    </a:lnTo>
                    <a:lnTo>
                      <a:pt x="2084" y="5763"/>
                    </a:lnTo>
                    <a:lnTo>
                      <a:pt x="1072" y="4048"/>
                    </a:lnTo>
                    <a:lnTo>
                      <a:pt x="3144" y="3513"/>
                    </a:lnTo>
                    <a:close/>
                    <a:moveTo>
                      <a:pt x="9526" y="3453"/>
                    </a:moveTo>
                    <a:lnTo>
                      <a:pt x="11490" y="3953"/>
                    </a:lnTo>
                    <a:lnTo>
                      <a:pt x="10418" y="5763"/>
                    </a:lnTo>
                    <a:lnTo>
                      <a:pt x="7144" y="5763"/>
                    </a:lnTo>
                    <a:lnTo>
                      <a:pt x="9526" y="3453"/>
                    </a:lnTo>
                    <a:close/>
                    <a:moveTo>
                      <a:pt x="10526" y="6442"/>
                    </a:moveTo>
                    <a:lnTo>
                      <a:pt x="11538" y="8156"/>
                    </a:lnTo>
                    <a:lnTo>
                      <a:pt x="9466" y="8692"/>
                    </a:lnTo>
                    <a:lnTo>
                      <a:pt x="7156" y="6442"/>
                    </a:lnTo>
                    <a:close/>
                    <a:moveTo>
                      <a:pt x="8835" y="0"/>
                    </a:moveTo>
                    <a:lnTo>
                      <a:pt x="8216" y="357"/>
                    </a:lnTo>
                    <a:lnTo>
                      <a:pt x="6204" y="1477"/>
                    </a:lnTo>
                    <a:lnTo>
                      <a:pt x="4275" y="381"/>
                    </a:lnTo>
                    <a:lnTo>
                      <a:pt x="3644" y="24"/>
                    </a:lnTo>
                    <a:lnTo>
                      <a:pt x="3453" y="715"/>
                    </a:lnTo>
                    <a:lnTo>
                      <a:pt x="2858" y="2882"/>
                    </a:lnTo>
                    <a:lnTo>
                      <a:pt x="703" y="3453"/>
                    </a:lnTo>
                    <a:lnTo>
                      <a:pt x="1" y="3632"/>
                    </a:lnTo>
                    <a:lnTo>
                      <a:pt x="370" y="4239"/>
                    </a:lnTo>
                    <a:lnTo>
                      <a:pt x="1525" y="6192"/>
                    </a:lnTo>
                    <a:lnTo>
                      <a:pt x="417" y="8061"/>
                    </a:lnTo>
                    <a:lnTo>
                      <a:pt x="36" y="8680"/>
                    </a:lnTo>
                    <a:lnTo>
                      <a:pt x="203" y="8716"/>
                    </a:lnTo>
                    <a:lnTo>
                      <a:pt x="2929" y="8716"/>
                    </a:lnTo>
                    <a:lnTo>
                      <a:pt x="1108" y="8251"/>
                    </a:lnTo>
                    <a:lnTo>
                      <a:pt x="2179" y="6442"/>
                    </a:lnTo>
                    <a:lnTo>
                      <a:pt x="5454" y="6442"/>
                    </a:lnTo>
                    <a:lnTo>
                      <a:pt x="3120" y="8716"/>
                    </a:lnTo>
                    <a:lnTo>
                      <a:pt x="4120" y="8716"/>
                    </a:lnTo>
                    <a:lnTo>
                      <a:pt x="5966" y="6930"/>
                    </a:lnTo>
                    <a:lnTo>
                      <a:pt x="5966" y="8716"/>
                    </a:lnTo>
                    <a:lnTo>
                      <a:pt x="6668" y="8716"/>
                    </a:lnTo>
                    <a:lnTo>
                      <a:pt x="6668" y="6930"/>
                    </a:lnTo>
                    <a:lnTo>
                      <a:pt x="8513" y="8716"/>
                    </a:lnTo>
                    <a:lnTo>
                      <a:pt x="12097" y="8716"/>
                    </a:lnTo>
                    <a:lnTo>
                      <a:pt x="12621" y="8585"/>
                    </a:lnTo>
                    <a:lnTo>
                      <a:pt x="12264" y="7977"/>
                    </a:lnTo>
                    <a:lnTo>
                      <a:pt x="11073" y="6025"/>
                    </a:lnTo>
                    <a:lnTo>
                      <a:pt x="12193" y="4156"/>
                    </a:lnTo>
                    <a:lnTo>
                      <a:pt x="12550" y="3536"/>
                    </a:lnTo>
                    <a:lnTo>
                      <a:pt x="11847" y="3358"/>
                    </a:lnTo>
                    <a:lnTo>
                      <a:pt x="9609" y="2786"/>
                    </a:lnTo>
                    <a:lnTo>
                      <a:pt x="9037" y="679"/>
                    </a:lnTo>
                    <a:lnTo>
                      <a:pt x="8835"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4" name="Google Shape;1084;p26"/>
              <p:cNvSpPr/>
              <p:nvPr/>
            </p:nvSpPr>
            <p:spPr>
              <a:xfrm>
                <a:off x="7329775" y="-593700"/>
                <a:ext cx="314950" cy="305725"/>
              </a:xfrm>
              <a:custGeom>
                <a:avLst/>
                <a:gdLst/>
                <a:ahLst/>
                <a:cxnLst/>
                <a:rect l="l" t="t" r="r" b="b"/>
                <a:pathLst>
                  <a:path w="12598" h="12229" extrusionOk="0">
                    <a:moveTo>
                      <a:pt x="4084" y="1072"/>
                    </a:moveTo>
                    <a:lnTo>
                      <a:pt x="5942" y="2120"/>
                    </a:lnTo>
                    <a:lnTo>
                      <a:pt x="5942" y="5287"/>
                    </a:lnTo>
                    <a:lnTo>
                      <a:pt x="3560" y="2977"/>
                    </a:lnTo>
                    <a:lnTo>
                      <a:pt x="4084" y="1072"/>
                    </a:lnTo>
                    <a:close/>
                    <a:moveTo>
                      <a:pt x="8394" y="1049"/>
                    </a:moveTo>
                    <a:lnTo>
                      <a:pt x="8942" y="3049"/>
                    </a:lnTo>
                    <a:lnTo>
                      <a:pt x="6644" y="5299"/>
                    </a:lnTo>
                    <a:lnTo>
                      <a:pt x="6644" y="2025"/>
                    </a:lnTo>
                    <a:lnTo>
                      <a:pt x="8394" y="1049"/>
                    </a:lnTo>
                    <a:close/>
                    <a:moveTo>
                      <a:pt x="3132" y="3525"/>
                    </a:moveTo>
                    <a:lnTo>
                      <a:pt x="5430" y="5775"/>
                    </a:lnTo>
                    <a:lnTo>
                      <a:pt x="2072" y="5775"/>
                    </a:lnTo>
                    <a:lnTo>
                      <a:pt x="1060" y="4061"/>
                    </a:lnTo>
                    <a:lnTo>
                      <a:pt x="3132" y="3525"/>
                    </a:lnTo>
                    <a:close/>
                    <a:moveTo>
                      <a:pt x="9514" y="3465"/>
                    </a:moveTo>
                    <a:lnTo>
                      <a:pt x="11478" y="3977"/>
                    </a:lnTo>
                    <a:lnTo>
                      <a:pt x="10406" y="5775"/>
                    </a:lnTo>
                    <a:lnTo>
                      <a:pt x="7132" y="5775"/>
                    </a:lnTo>
                    <a:lnTo>
                      <a:pt x="9514" y="3465"/>
                    </a:lnTo>
                    <a:close/>
                    <a:moveTo>
                      <a:pt x="10514" y="6466"/>
                    </a:moveTo>
                    <a:lnTo>
                      <a:pt x="11526" y="8168"/>
                    </a:lnTo>
                    <a:lnTo>
                      <a:pt x="9454" y="8704"/>
                    </a:lnTo>
                    <a:lnTo>
                      <a:pt x="7144" y="6466"/>
                    </a:lnTo>
                    <a:close/>
                    <a:moveTo>
                      <a:pt x="5430" y="6466"/>
                    </a:moveTo>
                    <a:lnTo>
                      <a:pt x="3048" y="8764"/>
                    </a:lnTo>
                    <a:lnTo>
                      <a:pt x="1084" y="8264"/>
                    </a:lnTo>
                    <a:lnTo>
                      <a:pt x="2155" y="6466"/>
                    </a:lnTo>
                    <a:close/>
                    <a:moveTo>
                      <a:pt x="6644" y="6954"/>
                    </a:moveTo>
                    <a:lnTo>
                      <a:pt x="9025" y="9264"/>
                    </a:lnTo>
                    <a:lnTo>
                      <a:pt x="8501" y="11169"/>
                    </a:lnTo>
                    <a:lnTo>
                      <a:pt x="6644" y="10121"/>
                    </a:lnTo>
                    <a:lnTo>
                      <a:pt x="6644" y="6954"/>
                    </a:lnTo>
                    <a:close/>
                    <a:moveTo>
                      <a:pt x="5942" y="6942"/>
                    </a:moveTo>
                    <a:lnTo>
                      <a:pt x="5942" y="10216"/>
                    </a:lnTo>
                    <a:lnTo>
                      <a:pt x="4180" y="11193"/>
                    </a:lnTo>
                    <a:lnTo>
                      <a:pt x="3632" y="9192"/>
                    </a:lnTo>
                    <a:lnTo>
                      <a:pt x="5942" y="6942"/>
                    </a:lnTo>
                    <a:close/>
                    <a:moveTo>
                      <a:pt x="8847" y="1"/>
                    </a:moveTo>
                    <a:lnTo>
                      <a:pt x="8216" y="358"/>
                    </a:lnTo>
                    <a:lnTo>
                      <a:pt x="6204" y="1477"/>
                    </a:lnTo>
                    <a:lnTo>
                      <a:pt x="4275" y="394"/>
                    </a:lnTo>
                    <a:lnTo>
                      <a:pt x="3644" y="36"/>
                    </a:lnTo>
                    <a:lnTo>
                      <a:pt x="3453" y="715"/>
                    </a:lnTo>
                    <a:lnTo>
                      <a:pt x="2858" y="2894"/>
                    </a:lnTo>
                    <a:lnTo>
                      <a:pt x="703" y="3454"/>
                    </a:lnTo>
                    <a:lnTo>
                      <a:pt x="0" y="3632"/>
                    </a:lnTo>
                    <a:lnTo>
                      <a:pt x="370" y="4239"/>
                    </a:lnTo>
                    <a:lnTo>
                      <a:pt x="1536" y="6192"/>
                    </a:lnTo>
                    <a:lnTo>
                      <a:pt x="417" y="8073"/>
                    </a:lnTo>
                    <a:lnTo>
                      <a:pt x="48" y="8680"/>
                    </a:lnTo>
                    <a:lnTo>
                      <a:pt x="739" y="8859"/>
                    </a:lnTo>
                    <a:lnTo>
                      <a:pt x="2977" y="9442"/>
                    </a:lnTo>
                    <a:lnTo>
                      <a:pt x="3560" y="11538"/>
                    </a:lnTo>
                    <a:lnTo>
                      <a:pt x="3751" y="12228"/>
                    </a:lnTo>
                    <a:lnTo>
                      <a:pt x="4382" y="11871"/>
                    </a:lnTo>
                    <a:lnTo>
                      <a:pt x="6382" y="10752"/>
                    </a:lnTo>
                    <a:lnTo>
                      <a:pt x="8323" y="11836"/>
                    </a:lnTo>
                    <a:lnTo>
                      <a:pt x="8942" y="12193"/>
                    </a:lnTo>
                    <a:lnTo>
                      <a:pt x="9144" y="11514"/>
                    </a:lnTo>
                    <a:lnTo>
                      <a:pt x="9740" y="9335"/>
                    </a:lnTo>
                    <a:lnTo>
                      <a:pt x="11895" y="8776"/>
                    </a:lnTo>
                    <a:lnTo>
                      <a:pt x="12597" y="8597"/>
                    </a:lnTo>
                    <a:lnTo>
                      <a:pt x="12228" y="7978"/>
                    </a:lnTo>
                    <a:lnTo>
                      <a:pt x="11073" y="6025"/>
                    </a:lnTo>
                    <a:lnTo>
                      <a:pt x="12192" y="4156"/>
                    </a:lnTo>
                    <a:lnTo>
                      <a:pt x="12550" y="3549"/>
                    </a:lnTo>
                    <a:lnTo>
                      <a:pt x="11847" y="3370"/>
                    </a:lnTo>
                    <a:lnTo>
                      <a:pt x="9621" y="2787"/>
                    </a:lnTo>
                    <a:lnTo>
                      <a:pt x="9037" y="691"/>
                    </a:lnTo>
                    <a:lnTo>
                      <a:pt x="8847"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5" name="Google Shape;1085;p26"/>
              <p:cNvSpPr/>
              <p:nvPr/>
            </p:nvSpPr>
            <p:spPr>
              <a:xfrm>
                <a:off x="8276025" y="-593400"/>
                <a:ext cx="173550" cy="217625"/>
              </a:xfrm>
              <a:custGeom>
                <a:avLst/>
                <a:gdLst/>
                <a:ahLst/>
                <a:cxnLst/>
                <a:rect l="l" t="t" r="r" b="b"/>
                <a:pathLst>
                  <a:path w="6942" h="8705" extrusionOk="0">
                    <a:moveTo>
                      <a:pt x="3120" y="3513"/>
                    </a:moveTo>
                    <a:lnTo>
                      <a:pt x="5430" y="5763"/>
                    </a:lnTo>
                    <a:lnTo>
                      <a:pt x="2072" y="5763"/>
                    </a:lnTo>
                    <a:lnTo>
                      <a:pt x="1060" y="4049"/>
                    </a:lnTo>
                    <a:lnTo>
                      <a:pt x="3120" y="3513"/>
                    </a:lnTo>
                    <a:close/>
                    <a:moveTo>
                      <a:pt x="3644" y="1"/>
                    </a:moveTo>
                    <a:lnTo>
                      <a:pt x="3453" y="691"/>
                    </a:lnTo>
                    <a:lnTo>
                      <a:pt x="2858" y="2870"/>
                    </a:lnTo>
                    <a:lnTo>
                      <a:pt x="691" y="3430"/>
                    </a:lnTo>
                    <a:lnTo>
                      <a:pt x="0" y="3608"/>
                    </a:lnTo>
                    <a:lnTo>
                      <a:pt x="369" y="4215"/>
                    </a:lnTo>
                    <a:lnTo>
                      <a:pt x="1536" y="6168"/>
                    </a:lnTo>
                    <a:lnTo>
                      <a:pt x="417" y="8049"/>
                    </a:lnTo>
                    <a:lnTo>
                      <a:pt x="48" y="8657"/>
                    </a:lnTo>
                    <a:lnTo>
                      <a:pt x="239" y="8704"/>
                    </a:lnTo>
                    <a:cubicBezTo>
                      <a:pt x="786" y="8645"/>
                      <a:pt x="1310" y="8537"/>
                      <a:pt x="1786" y="8406"/>
                    </a:cubicBezTo>
                    <a:lnTo>
                      <a:pt x="1120" y="8228"/>
                    </a:lnTo>
                    <a:lnTo>
                      <a:pt x="2191" y="6418"/>
                    </a:lnTo>
                    <a:lnTo>
                      <a:pt x="5037" y="6418"/>
                    </a:lnTo>
                    <a:cubicBezTo>
                      <a:pt x="5275" y="6156"/>
                      <a:pt x="5501" y="5870"/>
                      <a:pt x="5703" y="5561"/>
                    </a:cubicBezTo>
                    <a:cubicBezTo>
                      <a:pt x="5775" y="5442"/>
                      <a:pt x="5834" y="5335"/>
                      <a:pt x="5906" y="5216"/>
                    </a:cubicBezTo>
                    <a:lnTo>
                      <a:pt x="3572" y="2953"/>
                    </a:lnTo>
                    <a:lnTo>
                      <a:pt x="4096" y="1048"/>
                    </a:lnTo>
                    <a:lnTo>
                      <a:pt x="5930" y="2108"/>
                    </a:lnTo>
                    <a:lnTo>
                      <a:pt x="5930" y="5144"/>
                    </a:lnTo>
                    <a:cubicBezTo>
                      <a:pt x="6263" y="4525"/>
                      <a:pt x="6489" y="3906"/>
                      <a:pt x="6632" y="3311"/>
                    </a:cubicBezTo>
                    <a:lnTo>
                      <a:pt x="6632" y="2001"/>
                    </a:lnTo>
                    <a:lnTo>
                      <a:pt x="6882" y="1846"/>
                    </a:lnTo>
                    <a:cubicBezTo>
                      <a:pt x="6918" y="1548"/>
                      <a:pt x="6930" y="1275"/>
                      <a:pt x="6942" y="1037"/>
                    </a:cubicBezTo>
                    <a:lnTo>
                      <a:pt x="6942" y="1037"/>
                    </a:lnTo>
                    <a:lnTo>
                      <a:pt x="6204" y="1453"/>
                    </a:lnTo>
                    <a:lnTo>
                      <a:pt x="4263" y="358"/>
                    </a:lnTo>
                    <a:lnTo>
                      <a:pt x="3644"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6" name="Google Shape;1086;p26"/>
              <p:cNvSpPr/>
              <p:nvPr/>
            </p:nvSpPr>
            <p:spPr>
              <a:xfrm>
                <a:off x="7958725" y="-287700"/>
                <a:ext cx="228325" cy="203925"/>
              </a:xfrm>
              <a:custGeom>
                <a:avLst/>
                <a:gdLst/>
                <a:ahLst/>
                <a:cxnLst/>
                <a:rect l="l" t="t" r="r" b="b"/>
                <a:pathLst>
                  <a:path w="9133" h="8157" extrusionOk="0">
                    <a:moveTo>
                      <a:pt x="8835" y="0"/>
                    </a:moveTo>
                    <a:lnTo>
                      <a:pt x="8216" y="358"/>
                    </a:lnTo>
                    <a:lnTo>
                      <a:pt x="6203" y="1465"/>
                    </a:lnTo>
                    <a:lnTo>
                      <a:pt x="4263" y="381"/>
                    </a:lnTo>
                    <a:lnTo>
                      <a:pt x="3644" y="24"/>
                    </a:lnTo>
                    <a:lnTo>
                      <a:pt x="3453" y="715"/>
                    </a:lnTo>
                    <a:lnTo>
                      <a:pt x="2858" y="2882"/>
                    </a:lnTo>
                    <a:lnTo>
                      <a:pt x="691" y="3453"/>
                    </a:lnTo>
                    <a:lnTo>
                      <a:pt x="0" y="3632"/>
                    </a:lnTo>
                    <a:lnTo>
                      <a:pt x="369" y="4239"/>
                    </a:lnTo>
                    <a:lnTo>
                      <a:pt x="1524" y="6192"/>
                    </a:lnTo>
                    <a:lnTo>
                      <a:pt x="417" y="8061"/>
                    </a:lnTo>
                    <a:lnTo>
                      <a:pt x="358" y="8156"/>
                    </a:lnTo>
                    <a:cubicBezTo>
                      <a:pt x="786" y="7966"/>
                      <a:pt x="1203" y="7739"/>
                      <a:pt x="1584" y="7454"/>
                    </a:cubicBezTo>
                    <a:lnTo>
                      <a:pt x="2179" y="6442"/>
                    </a:lnTo>
                    <a:lnTo>
                      <a:pt x="2691" y="6442"/>
                    </a:lnTo>
                    <a:cubicBezTo>
                      <a:pt x="2882" y="6239"/>
                      <a:pt x="3060" y="6001"/>
                      <a:pt x="3227" y="5751"/>
                    </a:cubicBezTo>
                    <a:lnTo>
                      <a:pt x="2096" y="5751"/>
                    </a:lnTo>
                    <a:lnTo>
                      <a:pt x="1084" y="4048"/>
                    </a:lnTo>
                    <a:lnTo>
                      <a:pt x="3155" y="3513"/>
                    </a:lnTo>
                    <a:lnTo>
                      <a:pt x="4025" y="4358"/>
                    </a:lnTo>
                    <a:cubicBezTo>
                      <a:pt x="4144" y="4120"/>
                      <a:pt x="4239" y="3882"/>
                      <a:pt x="4310" y="3667"/>
                    </a:cubicBezTo>
                    <a:lnTo>
                      <a:pt x="3584" y="2953"/>
                    </a:lnTo>
                    <a:lnTo>
                      <a:pt x="4108" y="1048"/>
                    </a:lnTo>
                    <a:lnTo>
                      <a:pt x="5965" y="2096"/>
                    </a:lnTo>
                    <a:lnTo>
                      <a:pt x="5965" y="2179"/>
                    </a:lnTo>
                    <a:cubicBezTo>
                      <a:pt x="6168" y="2179"/>
                      <a:pt x="6406" y="2155"/>
                      <a:pt x="6632" y="2108"/>
                    </a:cubicBezTo>
                    <a:lnTo>
                      <a:pt x="6632" y="2024"/>
                    </a:lnTo>
                    <a:lnTo>
                      <a:pt x="8394" y="1036"/>
                    </a:lnTo>
                    <a:lnTo>
                      <a:pt x="8513" y="1453"/>
                    </a:lnTo>
                    <a:cubicBezTo>
                      <a:pt x="8728" y="1334"/>
                      <a:pt x="8942" y="1203"/>
                      <a:pt x="9132" y="1048"/>
                    </a:cubicBezTo>
                    <a:lnTo>
                      <a:pt x="9025" y="679"/>
                    </a:lnTo>
                    <a:lnTo>
                      <a:pt x="8835" y="0"/>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87" name="Google Shape;1087;p26"/>
              <p:cNvSpPr/>
              <p:nvPr/>
            </p:nvSpPr>
            <p:spPr>
              <a:xfrm>
                <a:off x="7958725" y="-593700"/>
                <a:ext cx="314350" cy="305725"/>
              </a:xfrm>
              <a:custGeom>
                <a:avLst/>
                <a:gdLst/>
                <a:ahLst/>
                <a:cxnLst/>
                <a:rect l="l" t="t" r="r" b="b"/>
                <a:pathLst>
                  <a:path w="12574" h="12229" extrusionOk="0">
                    <a:moveTo>
                      <a:pt x="4072" y="1072"/>
                    </a:moveTo>
                    <a:lnTo>
                      <a:pt x="5930" y="2120"/>
                    </a:lnTo>
                    <a:lnTo>
                      <a:pt x="5930" y="5287"/>
                    </a:lnTo>
                    <a:lnTo>
                      <a:pt x="3548" y="2977"/>
                    </a:lnTo>
                    <a:lnTo>
                      <a:pt x="4072" y="1072"/>
                    </a:lnTo>
                    <a:close/>
                    <a:moveTo>
                      <a:pt x="8394" y="1049"/>
                    </a:moveTo>
                    <a:lnTo>
                      <a:pt x="8942" y="3049"/>
                    </a:lnTo>
                    <a:lnTo>
                      <a:pt x="6632" y="5299"/>
                    </a:lnTo>
                    <a:lnTo>
                      <a:pt x="6632" y="2025"/>
                    </a:lnTo>
                    <a:lnTo>
                      <a:pt x="8394" y="1049"/>
                    </a:lnTo>
                    <a:close/>
                    <a:moveTo>
                      <a:pt x="3120" y="3525"/>
                    </a:moveTo>
                    <a:lnTo>
                      <a:pt x="5430" y="5775"/>
                    </a:lnTo>
                    <a:lnTo>
                      <a:pt x="2060" y="5775"/>
                    </a:lnTo>
                    <a:lnTo>
                      <a:pt x="1048" y="4061"/>
                    </a:lnTo>
                    <a:lnTo>
                      <a:pt x="3120" y="3525"/>
                    </a:lnTo>
                    <a:close/>
                    <a:moveTo>
                      <a:pt x="9502" y="3465"/>
                    </a:moveTo>
                    <a:lnTo>
                      <a:pt x="11466" y="3977"/>
                    </a:lnTo>
                    <a:lnTo>
                      <a:pt x="10394" y="5775"/>
                    </a:lnTo>
                    <a:lnTo>
                      <a:pt x="7120" y="5775"/>
                    </a:lnTo>
                    <a:lnTo>
                      <a:pt x="9502" y="3465"/>
                    </a:lnTo>
                    <a:close/>
                    <a:moveTo>
                      <a:pt x="10502" y="6466"/>
                    </a:moveTo>
                    <a:lnTo>
                      <a:pt x="11514" y="8168"/>
                    </a:lnTo>
                    <a:lnTo>
                      <a:pt x="9442" y="8704"/>
                    </a:lnTo>
                    <a:lnTo>
                      <a:pt x="7144" y="6466"/>
                    </a:lnTo>
                    <a:close/>
                    <a:moveTo>
                      <a:pt x="5430" y="6466"/>
                    </a:moveTo>
                    <a:lnTo>
                      <a:pt x="3048" y="8764"/>
                    </a:lnTo>
                    <a:lnTo>
                      <a:pt x="1084" y="8264"/>
                    </a:lnTo>
                    <a:lnTo>
                      <a:pt x="2155" y="6466"/>
                    </a:lnTo>
                    <a:close/>
                    <a:moveTo>
                      <a:pt x="6632" y="6954"/>
                    </a:moveTo>
                    <a:lnTo>
                      <a:pt x="9013" y="9264"/>
                    </a:lnTo>
                    <a:lnTo>
                      <a:pt x="8489" y="11169"/>
                    </a:lnTo>
                    <a:lnTo>
                      <a:pt x="6632" y="10121"/>
                    </a:lnTo>
                    <a:lnTo>
                      <a:pt x="6632" y="6954"/>
                    </a:lnTo>
                    <a:close/>
                    <a:moveTo>
                      <a:pt x="5930" y="6942"/>
                    </a:moveTo>
                    <a:lnTo>
                      <a:pt x="5930" y="10216"/>
                    </a:lnTo>
                    <a:lnTo>
                      <a:pt x="4179" y="11193"/>
                    </a:lnTo>
                    <a:lnTo>
                      <a:pt x="3632" y="9192"/>
                    </a:lnTo>
                    <a:lnTo>
                      <a:pt x="5930" y="6942"/>
                    </a:lnTo>
                    <a:close/>
                    <a:moveTo>
                      <a:pt x="8835" y="1"/>
                    </a:moveTo>
                    <a:lnTo>
                      <a:pt x="8216" y="358"/>
                    </a:lnTo>
                    <a:lnTo>
                      <a:pt x="6203" y="1477"/>
                    </a:lnTo>
                    <a:lnTo>
                      <a:pt x="4263" y="394"/>
                    </a:lnTo>
                    <a:lnTo>
                      <a:pt x="3644" y="36"/>
                    </a:lnTo>
                    <a:lnTo>
                      <a:pt x="3453" y="715"/>
                    </a:lnTo>
                    <a:lnTo>
                      <a:pt x="2858" y="2894"/>
                    </a:lnTo>
                    <a:lnTo>
                      <a:pt x="691" y="3454"/>
                    </a:lnTo>
                    <a:lnTo>
                      <a:pt x="0" y="3632"/>
                    </a:lnTo>
                    <a:lnTo>
                      <a:pt x="358" y="4239"/>
                    </a:lnTo>
                    <a:lnTo>
                      <a:pt x="1512" y="6192"/>
                    </a:lnTo>
                    <a:lnTo>
                      <a:pt x="393" y="8073"/>
                    </a:lnTo>
                    <a:lnTo>
                      <a:pt x="24" y="8680"/>
                    </a:lnTo>
                    <a:lnTo>
                      <a:pt x="727" y="8859"/>
                    </a:lnTo>
                    <a:lnTo>
                      <a:pt x="2953" y="9442"/>
                    </a:lnTo>
                    <a:lnTo>
                      <a:pt x="3536" y="11538"/>
                    </a:lnTo>
                    <a:lnTo>
                      <a:pt x="3727" y="12228"/>
                    </a:lnTo>
                    <a:lnTo>
                      <a:pt x="4358" y="11871"/>
                    </a:lnTo>
                    <a:lnTo>
                      <a:pt x="6370" y="10752"/>
                    </a:lnTo>
                    <a:lnTo>
                      <a:pt x="8299" y="11836"/>
                    </a:lnTo>
                    <a:lnTo>
                      <a:pt x="8930" y="12193"/>
                    </a:lnTo>
                    <a:lnTo>
                      <a:pt x="9121" y="11514"/>
                    </a:lnTo>
                    <a:lnTo>
                      <a:pt x="9716" y="9335"/>
                    </a:lnTo>
                    <a:lnTo>
                      <a:pt x="11871" y="8776"/>
                    </a:lnTo>
                    <a:lnTo>
                      <a:pt x="12573" y="8597"/>
                    </a:lnTo>
                    <a:lnTo>
                      <a:pt x="12216" y="7978"/>
                    </a:lnTo>
                    <a:lnTo>
                      <a:pt x="11049" y="6025"/>
                    </a:lnTo>
                    <a:lnTo>
                      <a:pt x="12169" y="4156"/>
                    </a:lnTo>
                    <a:lnTo>
                      <a:pt x="12538" y="3549"/>
                    </a:lnTo>
                    <a:lnTo>
                      <a:pt x="11847" y="3370"/>
                    </a:lnTo>
                    <a:lnTo>
                      <a:pt x="9609" y="2787"/>
                    </a:lnTo>
                    <a:lnTo>
                      <a:pt x="9025" y="691"/>
                    </a:lnTo>
                    <a:lnTo>
                      <a:pt x="8835" y="1"/>
                    </a:lnTo>
                    <a:close/>
                  </a:path>
                </a:pathLst>
              </a:custGeom>
              <a:solidFill>
                <a:srgbClr val="000000">
                  <a:alpha val="39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1088" name="Google Shape;1088;p26"/>
            <p:cNvGrpSpPr/>
            <p:nvPr/>
          </p:nvGrpSpPr>
          <p:grpSpPr>
            <a:xfrm>
              <a:off x="2999644" y="2503296"/>
              <a:ext cx="3144711" cy="2100136"/>
              <a:chOff x="2265450" y="-2416250"/>
              <a:chExt cx="1130825" cy="755200"/>
            </a:xfrm>
          </p:grpSpPr>
          <p:sp>
            <p:nvSpPr>
              <p:cNvPr id="1089" name="Google Shape;1089;p26"/>
              <p:cNvSpPr/>
              <p:nvPr/>
            </p:nvSpPr>
            <p:spPr>
              <a:xfrm>
                <a:off x="2480650" y="-2416250"/>
                <a:ext cx="701000" cy="755200"/>
              </a:xfrm>
              <a:custGeom>
                <a:avLst/>
                <a:gdLst/>
                <a:ahLst/>
                <a:cxnLst/>
                <a:rect l="l" t="t" r="r" b="b"/>
                <a:pathLst>
                  <a:path w="28040" h="30208" extrusionOk="0">
                    <a:moveTo>
                      <a:pt x="4477" y="18122"/>
                    </a:moveTo>
                    <a:lnTo>
                      <a:pt x="4477" y="18182"/>
                    </a:lnTo>
                    <a:cubicBezTo>
                      <a:pt x="4466" y="18146"/>
                      <a:pt x="4466" y="18134"/>
                      <a:pt x="4477" y="18122"/>
                    </a:cubicBezTo>
                    <a:close/>
                    <a:moveTo>
                      <a:pt x="24492" y="16753"/>
                    </a:moveTo>
                    <a:lnTo>
                      <a:pt x="24492" y="16753"/>
                    </a:lnTo>
                    <a:cubicBezTo>
                      <a:pt x="24480" y="16860"/>
                      <a:pt x="24468" y="17063"/>
                      <a:pt x="24468" y="17170"/>
                    </a:cubicBezTo>
                    <a:cubicBezTo>
                      <a:pt x="24373" y="17194"/>
                      <a:pt x="24313" y="17277"/>
                      <a:pt x="24313" y="17372"/>
                    </a:cubicBezTo>
                    <a:cubicBezTo>
                      <a:pt x="24313" y="17408"/>
                      <a:pt x="24313" y="17420"/>
                      <a:pt x="24337" y="17455"/>
                    </a:cubicBezTo>
                    <a:lnTo>
                      <a:pt x="24278" y="17455"/>
                    </a:lnTo>
                    <a:cubicBezTo>
                      <a:pt x="24289" y="17515"/>
                      <a:pt x="24349" y="17539"/>
                      <a:pt x="24385" y="17551"/>
                    </a:cubicBezTo>
                    <a:lnTo>
                      <a:pt x="24385" y="19158"/>
                    </a:lnTo>
                    <a:lnTo>
                      <a:pt x="24039" y="19158"/>
                    </a:lnTo>
                    <a:lnTo>
                      <a:pt x="24039" y="17039"/>
                    </a:lnTo>
                    <a:lnTo>
                      <a:pt x="24301" y="17074"/>
                    </a:lnTo>
                    <a:lnTo>
                      <a:pt x="24492" y="16753"/>
                    </a:lnTo>
                    <a:close/>
                    <a:moveTo>
                      <a:pt x="3513" y="16753"/>
                    </a:moveTo>
                    <a:lnTo>
                      <a:pt x="3692" y="17098"/>
                    </a:lnTo>
                    <a:lnTo>
                      <a:pt x="3954" y="17051"/>
                    </a:lnTo>
                    <a:lnTo>
                      <a:pt x="3954" y="19182"/>
                    </a:lnTo>
                    <a:lnTo>
                      <a:pt x="3620" y="19182"/>
                    </a:lnTo>
                    <a:lnTo>
                      <a:pt x="3620" y="17551"/>
                    </a:lnTo>
                    <a:cubicBezTo>
                      <a:pt x="3680" y="17539"/>
                      <a:pt x="3715" y="17515"/>
                      <a:pt x="3727" y="17455"/>
                    </a:cubicBezTo>
                    <a:lnTo>
                      <a:pt x="3680" y="17455"/>
                    </a:lnTo>
                    <a:cubicBezTo>
                      <a:pt x="3692" y="17420"/>
                      <a:pt x="3692" y="17408"/>
                      <a:pt x="3692" y="17372"/>
                    </a:cubicBezTo>
                    <a:cubicBezTo>
                      <a:pt x="3692" y="17289"/>
                      <a:pt x="3632" y="17194"/>
                      <a:pt x="3537" y="17170"/>
                    </a:cubicBezTo>
                    <a:cubicBezTo>
                      <a:pt x="3537" y="17063"/>
                      <a:pt x="3525" y="16860"/>
                      <a:pt x="3513" y="16753"/>
                    </a:cubicBezTo>
                    <a:close/>
                    <a:moveTo>
                      <a:pt x="477" y="17670"/>
                    </a:moveTo>
                    <a:lnTo>
                      <a:pt x="477" y="19563"/>
                    </a:lnTo>
                    <a:lnTo>
                      <a:pt x="429" y="19563"/>
                    </a:lnTo>
                    <a:lnTo>
                      <a:pt x="429" y="17694"/>
                    </a:lnTo>
                    <a:cubicBezTo>
                      <a:pt x="441" y="17694"/>
                      <a:pt x="465" y="17670"/>
                      <a:pt x="477" y="17670"/>
                    </a:cubicBezTo>
                    <a:close/>
                    <a:moveTo>
                      <a:pt x="27528" y="17670"/>
                    </a:moveTo>
                    <a:cubicBezTo>
                      <a:pt x="27552" y="17694"/>
                      <a:pt x="27564" y="17694"/>
                      <a:pt x="27576" y="17694"/>
                    </a:cubicBezTo>
                    <a:lnTo>
                      <a:pt x="27576" y="19575"/>
                    </a:lnTo>
                    <a:lnTo>
                      <a:pt x="27528" y="19575"/>
                    </a:lnTo>
                    <a:lnTo>
                      <a:pt x="27528" y="17670"/>
                    </a:lnTo>
                    <a:close/>
                    <a:moveTo>
                      <a:pt x="14002" y="1"/>
                    </a:moveTo>
                    <a:lnTo>
                      <a:pt x="13860" y="334"/>
                    </a:lnTo>
                    <a:cubicBezTo>
                      <a:pt x="13860" y="334"/>
                      <a:pt x="13871" y="370"/>
                      <a:pt x="13955" y="382"/>
                    </a:cubicBezTo>
                    <a:lnTo>
                      <a:pt x="13955" y="406"/>
                    </a:lnTo>
                    <a:cubicBezTo>
                      <a:pt x="13895" y="430"/>
                      <a:pt x="13871" y="489"/>
                      <a:pt x="13871" y="549"/>
                    </a:cubicBezTo>
                    <a:cubicBezTo>
                      <a:pt x="13871" y="608"/>
                      <a:pt x="13919" y="656"/>
                      <a:pt x="13955" y="680"/>
                    </a:cubicBezTo>
                    <a:lnTo>
                      <a:pt x="13955" y="846"/>
                    </a:lnTo>
                    <a:cubicBezTo>
                      <a:pt x="13776" y="822"/>
                      <a:pt x="13633" y="692"/>
                      <a:pt x="13598" y="513"/>
                    </a:cubicBezTo>
                    <a:cubicBezTo>
                      <a:pt x="13598" y="549"/>
                      <a:pt x="13586" y="561"/>
                      <a:pt x="13586" y="584"/>
                    </a:cubicBezTo>
                    <a:cubicBezTo>
                      <a:pt x="13586" y="799"/>
                      <a:pt x="13752" y="977"/>
                      <a:pt x="13943" y="989"/>
                    </a:cubicBezTo>
                    <a:lnTo>
                      <a:pt x="13943" y="1203"/>
                    </a:lnTo>
                    <a:cubicBezTo>
                      <a:pt x="13824" y="1227"/>
                      <a:pt x="13752" y="1323"/>
                      <a:pt x="13752" y="1442"/>
                    </a:cubicBezTo>
                    <a:cubicBezTo>
                      <a:pt x="13752" y="1561"/>
                      <a:pt x="13836" y="1644"/>
                      <a:pt x="13943" y="1680"/>
                    </a:cubicBezTo>
                    <a:lnTo>
                      <a:pt x="13943" y="1799"/>
                    </a:lnTo>
                    <a:cubicBezTo>
                      <a:pt x="13871" y="1811"/>
                      <a:pt x="13824" y="1823"/>
                      <a:pt x="13824" y="1858"/>
                    </a:cubicBezTo>
                    <a:cubicBezTo>
                      <a:pt x="13824" y="1882"/>
                      <a:pt x="13871" y="1894"/>
                      <a:pt x="13943" y="1918"/>
                    </a:cubicBezTo>
                    <a:lnTo>
                      <a:pt x="13943" y="2168"/>
                    </a:lnTo>
                    <a:cubicBezTo>
                      <a:pt x="13883" y="2180"/>
                      <a:pt x="13824" y="2192"/>
                      <a:pt x="13824" y="2227"/>
                    </a:cubicBezTo>
                    <a:cubicBezTo>
                      <a:pt x="13824" y="2227"/>
                      <a:pt x="13824" y="2239"/>
                      <a:pt x="13836" y="2239"/>
                    </a:cubicBezTo>
                    <a:cubicBezTo>
                      <a:pt x="13705" y="2299"/>
                      <a:pt x="13598" y="2430"/>
                      <a:pt x="13598" y="2597"/>
                    </a:cubicBezTo>
                    <a:cubicBezTo>
                      <a:pt x="13598" y="2787"/>
                      <a:pt x="13752" y="2954"/>
                      <a:pt x="13931" y="2989"/>
                    </a:cubicBezTo>
                    <a:lnTo>
                      <a:pt x="13931" y="3085"/>
                    </a:lnTo>
                    <a:cubicBezTo>
                      <a:pt x="13812" y="3120"/>
                      <a:pt x="13717" y="3228"/>
                      <a:pt x="13717" y="3359"/>
                    </a:cubicBezTo>
                    <a:cubicBezTo>
                      <a:pt x="13717" y="3489"/>
                      <a:pt x="13812" y="3597"/>
                      <a:pt x="13931" y="3620"/>
                    </a:cubicBezTo>
                    <a:lnTo>
                      <a:pt x="13931" y="3668"/>
                    </a:lnTo>
                    <a:cubicBezTo>
                      <a:pt x="13800" y="3704"/>
                      <a:pt x="13693" y="3823"/>
                      <a:pt x="13681" y="3954"/>
                    </a:cubicBezTo>
                    <a:lnTo>
                      <a:pt x="13645" y="3954"/>
                    </a:lnTo>
                    <a:cubicBezTo>
                      <a:pt x="13621" y="3954"/>
                      <a:pt x="13586" y="3978"/>
                      <a:pt x="13586" y="4013"/>
                    </a:cubicBezTo>
                    <a:cubicBezTo>
                      <a:pt x="13586" y="4037"/>
                      <a:pt x="13621" y="4073"/>
                      <a:pt x="13645" y="4073"/>
                    </a:cubicBezTo>
                    <a:cubicBezTo>
                      <a:pt x="13645" y="4073"/>
                      <a:pt x="13467" y="4097"/>
                      <a:pt x="13479" y="4192"/>
                    </a:cubicBezTo>
                    <a:cubicBezTo>
                      <a:pt x="13479" y="4192"/>
                      <a:pt x="13109" y="4323"/>
                      <a:pt x="13264" y="4371"/>
                    </a:cubicBezTo>
                    <a:lnTo>
                      <a:pt x="13348" y="4371"/>
                    </a:lnTo>
                    <a:lnTo>
                      <a:pt x="11990" y="5633"/>
                    </a:lnTo>
                    <a:cubicBezTo>
                      <a:pt x="11919" y="5645"/>
                      <a:pt x="11847" y="5680"/>
                      <a:pt x="11776" y="5704"/>
                    </a:cubicBezTo>
                    <a:cubicBezTo>
                      <a:pt x="11240" y="5942"/>
                      <a:pt x="11312" y="6264"/>
                      <a:pt x="11312" y="6264"/>
                    </a:cubicBezTo>
                    <a:cubicBezTo>
                      <a:pt x="11312" y="6264"/>
                      <a:pt x="5704" y="9121"/>
                      <a:pt x="8216" y="15134"/>
                    </a:cubicBezTo>
                    <a:lnTo>
                      <a:pt x="8216" y="15289"/>
                    </a:lnTo>
                    <a:cubicBezTo>
                      <a:pt x="7823" y="14634"/>
                      <a:pt x="7204" y="14324"/>
                      <a:pt x="7204" y="14324"/>
                    </a:cubicBezTo>
                    <a:cubicBezTo>
                      <a:pt x="7204" y="14324"/>
                      <a:pt x="7228" y="14217"/>
                      <a:pt x="7037" y="14134"/>
                    </a:cubicBezTo>
                    <a:cubicBezTo>
                      <a:pt x="7013" y="14122"/>
                      <a:pt x="6990" y="14122"/>
                      <a:pt x="6966" y="14098"/>
                    </a:cubicBezTo>
                    <a:lnTo>
                      <a:pt x="6490" y="13657"/>
                    </a:lnTo>
                    <a:lnTo>
                      <a:pt x="6513" y="13657"/>
                    </a:lnTo>
                    <a:cubicBezTo>
                      <a:pt x="6561" y="13646"/>
                      <a:pt x="6442" y="13598"/>
                      <a:pt x="6442" y="13598"/>
                    </a:cubicBezTo>
                    <a:cubicBezTo>
                      <a:pt x="6442" y="13562"/>
                      <a:pt x="6382" y="13550"/>
                      <a:pt x="6382" y="13550"/>
                    </a:cubicBezTo>
                    <a:cubicBezTo>
                      <a:pt x="6394" y="13550"/>
                      <a:pt x="6394" y="13538"/>
                      <a:pt x="6394" y="13538"/>
                    </a:cubicBezTo>
                    <a:cubicBezTo>
                      <a:pt x="6394" y="13526"/>
                      <a:pt x="6382" y="13526"/>
                      <a:pt x="6382" y="13526"/>
                    </a:cubicBezTo>
                    <a:lnTo>
                      <a:pt x="6371" y="13526"/>
                    </a:lnTo>
                    <a:cubicBezTo>
                      <a:pt x="6371" y="13479"/>
                      <a:pt x="6323" y="13431"/>
                      <a:pt x="6275" y="13419"/>
                    </a:cubicBezTo>
                    <a:lnTo>
                      <a:pt x="6275" y="13407"/>
                    </a:lnTo>
                    <a:cubicBezTo>
                      <a:pt x="6323" y="13384"/>
                      <a:pt x="6359" y="13360"/>
                      <a:pt x="6359" y="13312"/>
                    </a:cubicBezTo>
                    <a:cubicBezTo>
                      <a:pt x="6359" y="13265"/>
                      <a:pt x="6323" y="13229"/>
                      <a:pt x="6275" y="13229"/>
                    </a:cubicBezTo>
                    <a:lnTo>
                      <a:pt x="6275" y="13181"/>
                    </a:lnTo>
                    <a:cubicBezTo>
                      <a:pt x="6335" y="13169"/>
                      <a:pt x="6394" y="13122"/>
                      <a:pt x="6394" y="13050"/>
                    </a:cubicBezTo>
                    <a:cubicBezTo>
                      <a:pt x="6394" y="12991"/>
                      <a:pt x="6371" y="12943"/>
                      <a:pt x="6311" y="12907"/>
                    </a:cubicBezTo>
                    <a:cubicBezTo>
                      <a:pt x="6311" y="12895"/>
                      <a:pt x="6299" y="12895"/>
                      <a:pt x="6275" y="12895"/>
                    </a:cubicBezTo>
                    <a:lnTo>
                      <a:pt x="6275" y="12812"/>
                    </a:lnTo>
                    <a:cubicBezTo>
                      <a:pt x="6299" y="12812"/>
                      <a:pt x="6311" y="12788"/>
                      <a:pt x="6311" y="12788"/>
                    </a:cubicBezTo>
                    <a:cubicBezTo>
                      <a:pt x="6311" y="12776"/>
                      <a:pt x="6299" y="12776"/>
                      <a:pt x="6275" y="12776"/>
                    </a:cubicBezTo>
                    <a:lnTo>
                      <a:pt x="6275" y="12729"/>
                    </a:lnTo>
                    <a:cubicBezTo>
                      <a:pt x="6311" y="12717"/>
                      <a:pt x="6335" y="12693"/>
                      <a:pt x="6335" y="12657"/>
                    </a:cubicBezTo>
                    <a:cubicBezTo>
                      <a:pt x="6335" y="12610"/>
                      <a:pt x="6311" y="12586"/>
                      <a:pt x="6275" y="12586"/>
                    </a:cubicBezTo>
                    <a:lnTo>
                      <a:pt x="6275" y="12514"/>
                    </a:lnTo>
                    <a:cubicBezTo>
                      <a:pt x="6359" y="12491"/>
                      <a:pt x="6394" y="12431"/>
                      <a:pt x="6394" y="12372"/>
                    </a:cubicBezTo>
                    <a:lnTo>
                      <a:pt x="6394" y="12348"/>
                    </a:lnTo>
                    <a:cubicBezTo>
                      <a:pt x="6382" y="12407"/>
                      <a:pt x="6335" y="12455"/>
                      <a:pt x="6275" y="12467"/>
                    </a:cubicBezTo>
                    <a:lnTo>
                      <a:pt x="6275" y="12407"/>
                    </a:lnTo>
                    <a:cubicBezTo>
                      <a:pt x="6299" y="12395"/>
                      <a:pt x="6311" y="12395"/>
                      <a:pt x="6311" y="12360"/>
                    </a:cubicBezTo>
                    <a:cubicBezTo>
                      <a:pt x="6311" y="12336"/>
                      <a:pt x="6299" y="12336"/>
                      <a:pt x="6275" y="12312"/>
                    </a:cubicBezTo>
                    <a:lnTo>
                      <a:pt x="6275" y="12300"/>
                    </a:lnTo>
                    <a:cubicBezTo>
                      <a:pt x="6311" y="12300"/>
                      <a:pt x="6311" y="12288"/>
                      <a:pt x="6311" y="12288"/>
                    </a:cubicBezTo>
                    <a:lnTo>
                      <a:pt x="6251" y="12193"/>
                    </a:lnTo>
                    <a:lnTo>
                      <a:pt x="6192" y="12288"/>
                    </a:lnTo>
                    <a:cubicBezTo>
                      <a:pt x="6192" y="12288"/>
                      <a:pt x="6192" y="12300"/>
                      <a:pt x="6216" y="12300"/>
                    </a:cubicBezTo>
                    <a:lnTo>
                      <a:pt x="6216" y="12312"/>
                    </a:lnTo>
                    <a:cubicBezTo>
                      <a:pt x="6204" y="12336"/>
                      <a:pt x="6192" y="12336"/>
                      <a:pt x="6192" y="12360"/>
                    </a:cubicBezTo>
                    <a:cubicBezTo>
                      <a:pt x="6192" y="12372"/>
                      <a:pt x="6204" y="12395"/>
                      <a:pt x="6216" y="12407"/>
                    </a:cubicBezTo>
                    <a:lnTo>
                      <a:pt x="6216" y="12467"/>
                    </a:lnTo>
                    <a:cubicBezTo>
                      <a:pt x="6156" y="12455"/>
                      <a:pt x="6121" y="12407"/>
                      <a:pt x="6097" y="12348"/>
                    </a:cubicBezTo>
                    <a:lnTo>
                      <a:pt x="6097" y="12372"/>
                    </a:lnTo>
                    <a:cubicBezTo>
                      <a:pt x="6097" y="12455"/>
                      <a:pt x="6156" y="12514"/>
                      <a:pt x="6216" y="12514"/>
                    </a:cubicBezTo>
                    <a:lnTo>
                      <a:pt x="6216" y="12586"/>
                    </a:lnTo>
                    <a:cubicBezTo>
                      <a:pt x="6192" y="12598"/>
                      <a:pt x="6156" y="12633"/>
                      <a:pt x="6156" y="12657"/>
                    </a:cubicBezTo>
                    <a:cubicBezTo>
                      <a:pt x="6156" y="12705"/>
                      <a:pt x="6192" y="12729"/>
                      <a:pt x="6216" y="12729"/>
                    </a:cubicBezTo>
                    <a:lnTo>
                      <a:pt x="6216" y="12776"/>
                    </a:lnTo>
                    <a:cubicBezTo>
                      <a:pt x="6204" y="12776"/>
                      <a:pt x="6192" y="12788"/>
                      <a:pt x="6192" y="12788"/>
                    </a:cubicBezTo>
                    <a:cubicBezTo>
                      <a:pt x="6192" y="12812"/>
                      <a:pt x="6204" y="12812"/>
                      <a:pt x="6216" y="12812"/>
                    </a:cubicBezTo>
                    <a:lnTo>
                      <a:pt x="6216" y="12895"/>
                    </a:lnTo>
                    <a:cubicBezTo>
                      <a:pt x="6204" y="12895"/>
                      <a:pt x="6192" y="12907"/>
                      <a:pt x="6192" y="12907"/>
                    </a:cubicBezTo>
                    <a:cubicBezTo>
                      <a:pt x="6144" y="12931"/>
                      <a:pt x="6097" y="12991"/>
                      <a:pt x="6097" y="13050"/>
                    </a:cubicBezTo>
                    <a:cubicBezTo>
                      <a:pt x="6097" y="13122"/>
                      <a:pt x="6144" y="13169"/>
                      <a:pt x="6216" y="13181"/>
                    </a:cubicBezTo>
                    <a:lnTo>
                      <a:pt x="6216" y="13229"/>
                    </a:lnTo>
                    <a:cubicBezTo>
                      <a:pt x="6180" y="13241"/>
                      <a:pt x="6144" y="13265"/>
                      <a:pt x="6144" y="13312"/>
                    </a:cubicBezTo>
                    <a:cubicBezTo>
                      <a:pt x="6144" y="13360"/>
                      <a:pt x="6180" y="13407"/>
                      <a:pt x="6216" y="13407"/>
                    </a:cubicBezTo>
                    <a:lnTo>
                      <a:pt x="6216" y="13419"/>
                    </a:lnTo>
                    <a:cubicBezTo>
                      <a:pt x="6180" y="13431"/>
                      <a:pt x="6132" y="13467"/>
                      <a:pt x="6132" y="13526"/>
                    </a:cubicBezTo>
                    <a:lnTo>
                      <a:pt x="6109" y="13526"/>
                    </a:lnTo>
                    <a:cubicBezTo>
                      <a:pt x="6097" y="13526"/>
                      <a:pt x="6097" y="13538"/>
                      <a:pt x="6097" y="13538"/>
                    </a:cubicBezTo>
                    <a:cubicBezTo>
                      <a:pt x="6097" y="13550"/>
                      <a:pt x="6109" y="13550"/>
                      <a:pt x="6109" y="13550"/>
                    </a:cubicBezTo>
                    <a:cubicBezTo>
                      <a:pt x="6109" y="13550"/>
                      <a:pt x="6061" y="13562"/>
                      <a:pt x="6061" y="13598"/>
                    </a:cubicBezTo>
                    <a:cubicBezTo>
                      <a:pt x="6061" y="13598"/>
                      <a:pt x="5918" y="13646"/>
                      <a:pt x="5978" y="13657"/>
                    </a:cubicBezTo>
                    <a:lnTo>
                      <a:pt x="6013" y="13657"/>
                    </a:lnTo>
                    <a:lnTo>
                      <a:pt x="5537" y="14098"/>
                    </a:lnTo>
                    <a:cubicBezTo>
                      <a:pt x="5501" y="14098"/>
                      <a:pt x="5489" y="14122"/>
                      <a:pt x="5466" y="14134"/>
                    </a:cubicBezTo>
                    <a:cubicBezTo>
                      <a:pt x="5263" y="14217"/>
                      <a:pt x="5299" y="14324"/>
                      <a:pt x="5299" y="14324"/>
                    </a:cubicBezTo>
                    <a:cubicBezTo>
                      <a:pt x="5299" y="14324"/>
                      <a:pt x="3823" y="15086"/>
                      <a:pt x="3989" y="16634"/>
                    </a:cubicBezTo>
                    <a:lnTo>
                      <a:pt x="3501" y="16717"/>
                    </a:lnTo>
                    <a:cubicBezTo>
                      <a:pt x="3501" y="16693"/>
                      <a:pt x="3477" y="16682"/>
                      <a:pt x="3477" y="16682"/>
                    </a:cubicBezTo>
                    <a:cubicBezTo>
                      <a:pt x="3442" y="16682"/>
                      <a:pt x="3418" y="17015"/>
                      <a:pt x="3406" y="17170"/>
                    </a:cubicBezTo>
                    <a:cubicBezTo>
                      <a:pt x="3323" y="17194"/>
                      <a:pt x="3263" y="17277"/>
                      <a:pt x="3263" y="17372"/>
                    </a:cubicBezTo>
                    <a:cubicBezTo>
                      <a:pt x="3263" y="17408"/>
                      <a:pt x="3263" y="17420"/>
                      <a:pt x="3275" y="17455"/>
                    </a:cubicBezTo>
                    <a:lnTo>
                      <a:pt x="3215" y="17455"/>
                    </a:lnTo>
                    <a:cubicBezTo>
                      <a:pt x="3227" y="17515"/>
                      <a:pt x="3287" y="17539"/>
                      <a:pt x="3334" y="17551"/>
                    </a:cubicBezTo>
                    <a:lnTo>
                      <a:pt x="3334" y="19158"/>
                    </a:lnTo>
                    <a:lnTo>
                      <a:pt x="2263" y="19313"/>
                    </a:lnTo>
                    <a:lnTo>
                      <a:pt x="2263" y="19146"/>
                    </a:lnTo>
                    <a:lnTo>
                      <a:pt x="2501" y="18920"/>
                    </a:lnTo>
                    <a:lnTo>
                      <a:pt x="2275" y="18741"/>
                    </a:lnTo>
                    <a:lnTo>
                      <a:pt x="2275" y="18468"/>
                    </a:lnTo>
                    <a:lnTo>
                      <a:pt x="1632" y="17646"/>
                    </a:lnTo>
                    <a:lnTo>
                      <a:pt x="1632" y="16824"/>
                    </a:lnTo>
                    <a:cubicBezTo>
                      <a:pt x="1691" y="16813"/>
                      <a:pt x="1739" y="16777"/>
                      <a:pt x="1751" y="16717"/>
                    </a:cubicBezTo>
                    <a:lnTo>
                      <a:pt x="1679" y="16717"/>
                    </a:lnTo>
                    <a:cubicBezTo>
                      <a:pt x="1691" y="16693"/>
                      <a:pt x="1691" y="16682"/>
                      <a:pt x="1691" y="16646"/>
                    </a:cubicBezTo>
                    <a:cubicBezTo>
                      <a:pt x="1691" y="16563"/>
                      <a:pt x="1632" y="16467"/>
                      <a:pt x="1549" y="16443"/>
                    </a:cubicBezTo>
                    <a:cubicBezTo>
                      <a:pt x="1549" y="16289"/>
                      <a:pt x="1513" y="15943"/>
                      <a:pt x="1489" y="15943"/>
                    </a:cubicBezTo>
                    <a:cubicBezTo>
                      <a:pt x="1441" y="15943"/>
                      <a:pt x="1429" y="16289"/>
                      <a:pt x="1418" y="16443"/>
                    </a:cubicBezTo>
                    <a:cubicBezTo>
                      <a:pt x="1322" y="16467"/>
                      <a:pt x="1263" y="16539"/>
                      <a:pt x="1263" y="16646"/>
                    </a:cubicBezTo>
                    <a:cubicBezTo>
                      <a:pt x="1263" y="16682"/>
                      <a:pt x="1263" y="16693"/>
                      <a:pt x="1275" y="16717"/>
                    </a:cubicBezTo>
                    <a:lnTo>
                      <a:pt x="1215" y="16717"/>
                    </a:lnTo>
                    <a:cubicBezTo>
                      <a:pt x="1239" y="16777"/>
                      <a:pt x="1298" y="16813"/>
                      <a:pt x="1334" y="16824"/>
                    </a:cubicBezTo>
                    <a:lnTo>
                      <a:pt x="1334" y="17479"/>
                    </a:lnTo>
                    <a:lnTo>
                      <a:pt x="775" y="17479"/>
                    </a:lnTo>
                    <a:lnTo>
                      <a:pt x="775" y="15753"/>
                    </a:lnTo>
                    <a:cubicBezTo>
                      <a:pt x="834" y="15741"/>
                      <a:pt x="882" y="15705"/>
                      <a:pt x="894" y="15646"/>
                    </a:cubicBezTo>
                    <a:lnTo>
                      <a:pt x="834" y="15646"/>
                    </a:lnTo>
                    <a:cubicBezTo>
                      <a:pt x="846" y="15622"/>
                      <a:pt x="846" y="15610"/>
                      <a:pt x="846" y="15574"/>
                    </a:cubicBezTo>
                    <a:cubicBezTo>
                      <a:pt x="846" y="15491"/>
                      <a:pt x="787" y="15396"/>
                      <a:pt x="703" y="15372"/>
                    </a:cubicBezTo>
                    <a:cubicBezTo>
                      <a:pt x="703" y="15217"/>
                      <a:pt x="667" y="14872"/>
                      <a:pt x="644" y="14872"/>
                    </a:cubicBezTo>
                    <a:cubicBezTo>
                      <a:pt x="596" y="14872"/>
                      <a:pt x="584" y="15217"/>
                      <a:pt x="560" y="15372"/>
                    </a:cubicBezTo>
                    <a:cubicBezTo>
                      <a:pt x="477" y="15396"/>
                      <a:pt x="417" y="15467"/>
                      <a:pt x="417" y="15574"/>
                    </a:cubicBezTo>
                    <a:cubicBezTo>
                      <a:pt x="417" y="15610"/>
                      <a:pt x="417" y="15622"/>
                      <a:pt x="429" y="15646"/>
                    </a:cubicBezTo>
                    <a:lnTo>
                      <a:pt x="370" y="15646"/>
                    </a:lnTo>
                    <a:cubicBezTo>
                      <a:pt x="382" y="15705"/>
                      <a:pt x="441" y="15741"/>
                      <a:pt x="489" y="15753"/>
                    </a:cubicBezTo>
                    <a:lnTo>
                      <a:pt x="489" y="17396"/>
                    </a:lnTo>
                    <a:cubicBezTo>
                      <a:pt x="465" y="17348"/>
                      <a:pt x="417" y="17301"/>
                      <a:pt x="370" y="17289"/>
                    </a:cubicBezTo>
                    <a:cubicBezTo>
                      <a:pt x="370" y="17134"/>
                      <a:pt x="346" y="16801"/>
                      <a:pt x="310" y="16801"/>
                    </a:cubicBezTo>
                    <a:cubicBezTo>
                      <a:pt x="263" y="16801"/>
                      <a:pt x="251" y="17134"/>
                      <a:pt x="239" y="17289"/>
                    </a:cubicBezTo>
                    <a:cubicBezTo>
                      <a:pt x="144" y="17313"/>
                      <a:pt x="84" y="17396"/>
                      <a:pt x="84" y="17491"/>
                    </a:cubicBezTo>
                    <a:cubicBezTo>
                      <a:pt x="84" y="17527"/>
                      <a:pt x="84" y="17539"/>
                      <a:pt x="108" y="17575"/>
                    </a:cubicBezTo>
                    <a:lnTo>
                      <a:pt x="48" y="17575"/>
                    </a:lnTo>
                    <a:cubicBezTo>
                      <a:pt x="60" y="17634"/>
                      <a:pt x="120" y="17658"/>
                      <a:pt x="167" y="17670"/>
                    </a:cubicBezTo>
                    <a:lnTo>
                      <a:pt x="167" y="20170"/>
                    </a:lnTo>
                    <a:lnTo>
                      <a:pt x="84" y="20194"/>
                    </a:lnTo>
                    <a:cubicBezTo>
                      <a:pt x="25" y="20194"/>
                      <a:pt x="1" y="20253"/>
                      <a:pt x="1" y="20289"/>
                    </a:cubicBezTo>
                    <a:cubicBezTo>
                      <a:pt x="1" y="20344"/>
                      <a:pt x="50" y="20398"/>
                      <a:pt x="104" y="20398"/>
                    </a:cubicBezTo>
                    <a:cubicBezTo>
                      <a:pt x="109" y="20398"/>
                      <a:pt x="115" y="20397"/>
                      <a:pt x="120" y="20396"/>
                    </a:cubicBezTo>
                    <a:lnTo>
                      <a:pt x="167" y="20396"/>
                    </a:lnTo>
                    <a:lnTo>
                      <a:pt x="167" y="30207"/>
                    </a:lnTo>
                    <a:lnTo>
                      <a:pt x="27802" y="30207"/>
                    </a:lnTo>
                    <a:lnTo>
                      <a:pt x="27802" y="20396"/>
                    </a:lnTo>
                    <a:lnTo>
                      <a:pt x="27838" y="20396"/>
                    </a:lnTo>
                    <a:cubicBezTo>
                      <a:pt x="27843" y="20397"/>
                      <a:pt x="27848" y="20398"/>
                      <a:pt x="27853" y="20398"/>
                    </a:cubicBezTo>
                    <a:cubicBezTo>
                      <a:pt x="27907" y="20398"/>
                      <a:pt x="27957" y="20344"/>
                      <a:pt x="27957" y="20289"/>
                    </a:cubicBezTo>
                    <a:cubicBezTo>
                      <a:pt x="28040" y="20253"/>
                      <a:pt x="27992" y="20206"/>
                      <a:pt x="27933" y="20194"/>
                    </a:cubicBezTo>
                    <a:lnTo>
                      <a:pt x="27861" y="20170"/>
                    </a:lnTo>
                    <a:lnTo>
                      <a:pt x="27861" y="17670"/>
                    </a:lnTo>
                    <a:cubicBezTo>
                      <a:pt x="27921" y="17658"/>
                      <a:pt x="27968" y="17634"/>
                      <a:pt x="27980" y="17575"/>
                    </a:cubicBezTo>
                    <a:lnTo>
                      <a:pt x="27921" y="17575"/>
                    </a:lnTo>
                    <a:cubicBezTo>
                      <a:pt x="27933" y="17539"/>
                      <a:pt x="27933" y="17527"/>
                      <a:pt x="27933" y="17491"/>
                    </a:cubicBezTo>
                    <a:cubicBezTo>
                      <a:pt x="27933" y="17408"/>
                      <a:pt x="27873" y="17313"/>
                      <a:pt x="27790" y="17289"/>
                    </a:cubicBezTo>
                    <a:cubicBezTo>
                      <a:pt x="27790" y="17134"/>
                      <a:pt x="27766" y="16801"/>
                      <a:pt x="27707" y="16801"/>
                    </a:cubicBezTo>
                    <a:cubicBezTo>
                      <a:pt x="27671" y="16801"/>
                      <a:pt x="27647" y="17134"/>
                      <a:pt x="27647" y="17289"/>
                    </a:cubicBezTo>
                    <a:cubicBezTo>
                      <a:pt x="27587" y="17301"/>
                      <a:pt x="27552" y="17348"/>
                      <a:pt x="27528" y="17396"/>
                    </a:cubicBezTo>
                    <a:lnTo>
                      <a:pt x="27528" y="15753"/>
                    </a:lnTo>
                    <a:cubicBezTo>
                      <a:pt x="27587" y="15741"/>
                      <a:pt x="27635" y="15717"/>
                      <a:pt x="27647" y="15646"/>
                    </a:cubicBezTo>
                    <a:lnTo>
                      <a:pt x="27576" y="15646"/>
                    </a:lnTo>
                    <a:cubicBezTo>
                      <a:pt x="27587" y="15622"/>
                      <a:pt x="27587" y="15610"/>
                      <a:pt x="27587" y="15574"/>
                    </a:cubicBezTo>
                    <a:cubicBezTo>
                      <a:pt x="27587" y="15491"/>
                      <a:pt x="27528" y="15396"/>
                      <a:pt x="27445" y="15372"/>
                    </a:cubicBezTo>
                    <a:cubicBezTo>
                      <a:pt x="27445" y="15217"/>
                      <a:pt x="27433" y="14884"/>
                      <a:pt x="27373" y="14884"/>
                    </a:cubicBezTo>
                    <a:cubicBezTo>
                      <a:pt x="27326" y="14884"/>
                      <a:pt x="27314" y="15217"/>
                      <a:pt x="27314" y="15372"/>
                    </a:cubicBezTo>
                    <a:cubicBezTo>
                      <a:pt x="27218" y="15396"/>
                      <a:pt x="27159" y="15479"/>
                      <a:pt x="27159" y="15574"/>
                    </a:cubicBezTo>
                    <a:cubicBezTo>
                      <a:pt x="27159" y="15610"/>
                      <a:pt x="27159" y="15622"/>
                      <a:pt x="27171" y="15646"/>
                    </a:cubicBezTo>
                    <a:lnTo>
                      <a:pt x="27111" y="15646"/>
                    </a:lnTo>
                    <a:cubicBezTo>
                      <a:pt x="27135" y="15705"/>
                      <a:pt x="27195" y="15741"/>
                      <a:pt x="27230" y="15753"/>
                    </a:cubicBezTo>
                    <a:lnTo>
                      <a:pt x="27230" y="17479"/>
                    </a:lnTo>
                    <a:lnTo>
                      <a:pt x="26671" y="17479"/>
                    </a:lnTo>
                    <a:lnTo>
                      <a:pt x="26671" y="16824"/>
                    </a:lnTo>
                    <a:cubicBezTo>
                      <a:pt x="26730" y="16813"/>
                      <a:pt x="26778" y="16789"/>
                      <a:pt x="26790" y="16729"/>
                    </a:cubicBezTo>
                    <a:lnTo>
                      <a:pt x="26730" y="16729"/>
                    </a:lnTo>
                    <a:cubicBezTo>
                      <a:pt x="26742" y="16693"/>
                      <a:pt x="26742" y="16682"/>
                      <a:pt x="26742" y="16646"/>
                    </a:cubicBezTo>
                    <a:cubicBezTo>
                      <a:pt x="26742" y="16563"/>
                      <a:pt x="26683" y="16467"/>
                      <a:pt x="26599" y="16443"/>
                    </a:cubicBezTo>
                    <a:cubicBezTo>
                      <a:pt x="26599" y="16289"/>
                      <a:pt x="26575" y="15955"/>
                      <a:pt x="26516" y="15955"/>
                    </a:cubicBezTo>
                    <a:cubicBezTo>
                      <a:pt x="26480" y="15955"/>
                      <a:pt x="26456" y="16289"/>
                      <a:pt x="26456" y="16443"/>
                    </a:cubicBezTo>
                    <a:cubicBezTo>
                      <a:pt x="26373" y="16467"/>
                      <a:pt x="26314" y="16551"/>
                      <a:pt x="26314" y="16646"/>
                    </a:cubicBezTo>
                    <a:cubicBezTo>
                      <a:pt x="26314" y="16682"/>
                      <a:pt x="26314" y="16693"/>
                      <a:pt x="26325" y="16729"/>
                    </a:cubicBezTo>
                    <a:lnTo>
                      <a:pt x="26266" y="16729"/>
                    </a:lnTo>
                    <a:cubicBezTo>
                      <a:pt x="26278" y="16777"/>
                      <a:pt x="26337" y="16813"/>
                      <a:pt x="26385" y="16824"/>
                    </a:cubicBezTo>
                    <a:lnTo>
                      <a:pt x="26385" y="17646"/>
                    </a:lnTo>
                    <a:lnTo>
                      <a:pt x="25742" y="18468"/>
                    </a:lnTo>
                    <a:lnTo>
                      <a:pt x="25742" y="18753"/>
                    </a:lnTo>
                    <a:lnTo>
                      <a:pt x="25528" y="18932"/>
                    </a:lnTo>
                    <a:lnTo>
                      <a:pt x="25766" y="19146"/>
                    </a:lnTo>
                    <a:lnTo>
                      <a:pt x="25766" y="19313"/>
                    </a:lnTo>
                    <a:lnTo>
                      <a:pt x="24694" y="19170"/>
                    </a:lnTo>
                    <a:lnTo>
                      <a:pt x="24694" y="17551"/>
                    </a:lnTo>
                    <a:cubicBezTo>
                      <a:pt x="24754" y="17539"/>
                      <a:pt x="24790" y="17515"/>
                      <a:pt x="24813" y="17455"/>
                    </a:cubicBezTo>
                    <a:lnTo>
                      <a:pt x="24754" y="17455"/>
                    </a:lnTo>
                    <a:cubicBezTo>
                      <a:pt x="24766" y="17420"/>
                      <a:pt x="24766" y="17408"/>
                      <a:pt x="24766" y="17372"/>
                    </a:cubicBezTo>
                    <a:cubicBezTo>
                      <a:pt x="24766" y="17289"/>
                      <a:pt x="24706" y="17194"/>
                      <a:pt x="24611" y="17170"/>
                    </a:cubicBezTo>
                    <a:cubicBezTo>
                      <a:pt x="24611" y="17015"/>
                      <a:pt x="24599" y="16682"/>
                      <a:pt x="24539" y="16682"/>
                    </a:cubicBezTo>
                    <a:cubicBezTo>
                      <a:pt x="24528" y="16682"/>
                      <a:pt x="24528" y="16693"/>
                      <a:pt x="24528" y="16717"/>
                    </a:cubicBezTo>
                    <a:lnTo>
                      <a:pt x="24039" y="16634"/>
                    </a:lnTo>
                    <a:cubicBezTo>
                      <a:pt x="24194" y="15074"/>
                      <a:pt x="22730" y="14324"/>
                      <a:pt x="22730" y="14324"/>
                    </a:cubicBezTo>
                    <a:cubicBezTo>
                      <a:pt x="22730" y="14324"/>
                      <a:pt x="22754" y="14217"/>
                      <a:pt x="22563" y="14134"/>
                    </a:cubicBezTo>
                    <a:cubicBezTo>
                      <a:pt x="22527" y="14122"/>
                      <a:pt x="22515" y="14122"/>
                      <a:pt x="22492" y="14098"/>
                    </a:cubicBezTo>
                    <a:lnTo>
                      <a:pt x="22015" y="13657"/>
                    </a:lnTo>
                    <a:lnTo>
                      <a:pt x="22039" y="13657"/>
                    </a:lnTo>
                    <a:cubicBezTo>
                      <a:pt x="22087" y="13646"/>
                      <a:pt x="21968" y="13598"/>
                      <a:pt x="21968" y="13598"/>
                    </a:cubicBezTo>
                    <a:cubicBezTo>
                      <a:pt x="21968" y="13562"/>
                      <a:pt x="21908" y="13550"/>
                      <a:pt x="21908" y="13550"/>
                    </a:cubicBezTo>
                    <a:cubicBezTo>
                      <a:pt x="21920" y="13550"/>
                      <a:pt x="21920" y="13538"/>
                      <a:pt x="21920" y="13538"/>
                    </a:cubicBezTo>
                    <a:cubicBezTo>
                      <a:pt x="21920" y="13526"/>
                      <a:pt x="21908" y="13526"/>
                      <a:pt x="21908" y="13526"/>
                    </a:cubicBezTo>
                    <a:lnTo>
                      <a:pt x="21896" y="13526"/>
                    </a:lnTo>
                    <a:cubicBezTo>
                      <a:pt x="21896" y="13479"/>
                      <a:pt x="21849" y="13431"/>
                      <a:pt x="21801" y="13419"/>
                    </a:cubicBezTo>
                    <a:lnTo>
                      <a:pt x="21801" y="13407"/>
                    </a:lnTo>
                    <a:cubicBezTo>
                      <a:pt x="21849" y="13384"/>
                      <a:pt x="21872" y="13360"/>
                      <a:pt x="21872" y="13312"/>
                    </a:cubicBezTo>
                    <a:cubicBezTo>
                      <a:pt x="21872" y="13265"/>
                      <a:pt x="21849" y="13229"/>
                      <a:pt x="21801" y="13229"/>
                    </a:cubicBezTo>
                    <a:lnTo>
                      <a:pt x="21801" y="13181"/>
                    </a:lnTo>
                    <a:cubicBezTo>
                      <a:pt x="21861" y="13169"/>
                      <a:pt x="21920" y="13122"/>
                      <a:pt x="21920" y="13050"/>
                    </a:cubicBezTo>
                    <a:cubicBezTo>
                      <a:pt x="21920" y="12991"/>
                      <a:pt x="21896" y="12943"/>
                      <a:pt x="21837" y="12907"/>
                    </a:cubicBezTo>
                    <a:cubicBezTo>
                      <a:pt x="21837" y="12895"/>
                      <a:pt x="21813" y="12895"/>
                      <a:pt x="21801" y="12895"/>
                    </a:cubicBezTo>
                    <a:lnTo>
                      <a:pt x="21801" y="12812"/>
                    </a:lnTo>
                    <a:cubicBezTo>
                      <a:pt x="21813" y="12812"/>
                      <a:pt x="21837" y="12788"/>
                      <a:pt x="21837" y="12788"/>
                    </a:cubicBezTo>
                    <a:cubicBezTo>
                      <a:pt x="21837" y="12776"/>
                      <a:pt x="21813" y="12776"/>
                      <a:pt x="21801" y="12776"/>
                    </a:cubicBezTo>
                    <a:lnTo>
                      <a:pt x="21801" y="12729"/>
                    </a:lnTo>
                    <a:cubicBezTo>
                      <a:pt x="21837" y="12717"/>
                      <a:pt x="21861" y="12693"/>
                      <a:pt x="21861" y="12657"/>
                    </a:cubicBezTo>
                    <a:cubicBezTo>
                      <a:pt x="21861" y="12610"/>
                      <a:pt x="21837" y="12586"/>
                      <a:pt x="21801" y="12586"/>
                    </a:cubicBezTo>
                    <a:lnTo>
                      <a:pt x="21801" y="12514"/>
                    </a:lnTo>
                    <a:cubicBezTo>
                      <a:pt x="21872" y="12491"/>
                      <a:pt x="21920" y="12431"/>
                      <a:pt x="21920" y="12372"/>
                    </a:cubicBezTo>
                    <a:lnTo>
                      <a:pt x="21920" y="12348"/>
                    </a:lnTo>
                    <a:cubicBezTo>
                      <a:pt x="21908" y="12407"/>
                      <a:pt x="21861" y="12455"/>
                      <a:pt x="21801" y="12467"/>
                    </a:cubicBezTo>
                    <a:lnTo>
                      <a:pt x="21801" y="12407"/>
                    </a:lnTo>
                    <a:cubicBezTo>
                      <a:pt x="21813" y="12395"/>
                      <a:pt x="21837" y="12395"/>
                      <a:pt x="21837" y="12360"/>
                    </a:cubicBezTo>
                    <a:cubicBezTo>
                      <a:pt x="21837" y="12348"/>
                      <a:pt x="21813" y="12336"/>
                      <a:pt x="21801" y="12312"/>
                    </a:cubicBezTo>
                    <a:lnTo>
                      <a:pt x="21801" y="12300"/>
                    </a:lnTo>
                    <a:cubicBezTo>
                      <a:pt x="21837" y="12300"/>
                      <a:pt x="21837" y="12288"/>
                      <a:pt x="21837" y="12288"/>
                    </a:cubicBezTo>
                    <a:lnTo>
                      <a:pt x="21777" y="12193"/>
                    </a:lnTo>
                    <a:lnTo>
                      <a:pt x="21718" y="12288"/>
                    </a:lnTo>
                    <a:cubicBezTo>
                      <a:pt x="21718" y="12288"/>
                      <a:pt x="21718" y="12300"/>
                      <a:pt x="21742" y="12300"/>
                    </a:cubicBezTo>
                    <a:lnTo>
                      <a:pt x="21742" y="12312"/>
                    </a:lnTo>
                    <a:cubicBezTo>
                      <a:pt x="21730" y="12336"/>
                      <a:pt x="21718" y="12336"/>
                      <a:pt x="21718" y="12360"/>
                    </a:cubicBezTo>
                    <a:cubicBezTo>
                      <a:pt x="21718" y="12372"/>
                      <a:pt x="21730" y="12395"/>
                      <a:pt x="21742" y="12407"/>
                    </a:cubicBezTo>
                    <a:lnTo>
                      <a:pt x="21742" y="12467"/>
                    </a:lnTo>
                    <a:cubicBezTo>
                      <a:pt x="21682" y="12455"/>
                      <a:pt x="21634" y="12407"/>
                      <a:pt x="21622" y="12348"/>
                    </a:cubicBezTo>
                    <a:lnTo>
                      <a:pt x="21622" y="12372"/>
                    </a:lnTo>
                    <a:cubicBezTo>
                      <a:pt x="21622" y="12455"/>
                      <a:pt x="21670" y="12514"/>
                      <a:pt x="21742" y="12514"/>
                    </a:cubicBezTo>
                    <a:lnTo>
                      <a:pt x="21742" y="12586"/>
                    </a:lnTo>
                    <a:cubicBezTo>
                      <a:pt x="21718" y="12598"/>
                      <a:pt x="21682" y="12633"/>
                      <a:pt x="21682" y="12657"/>
                    </a:cubicBezTo>
                    <a:cubicBezTo>
                      <a:pt x="21682" y="12705"/>
                      <a:pt x="21718" y="12729"/>
                      <a:pt x="21742" y="12729"/>
                    </a:cubicBezTo>
                    <a:lnTo>
                      <a:pt x="21742" y="12776"/>
                    </a:lnTo>
                    <a:cubicBezTo>
                      <a:pt x="21730" y="12776"/>
                      <a:pt x="21718" y="12788"/>
                      <a:pt x="21718" y="12788"/>
                    </a:cubicBezTo>
                    <a:cubicBezTo>
                      <a:pt x="21718" y="12812"/>
                      <a:pt x="21730" y="12812"/>
                      <a:pt x="21742" y="12812"/>
                    </a:cubicBezTo>
                    <a:lnTo>
                      <a:pt x="21742" y="12895"/>
                    </a:lnTo>
                    <a:cubicBezTo>
                      <a:pt x="21730" y="12895"/>
                      <a:pt x="21718" y="12907"/>
                      <a:pt x="21718" y="12907"/>
                    </a:cubicBezTo>
                    <a:cubicBezTo>
                      <a:pt x="21670" y="12931"/>
                      <a:pt x="21622" y="12991"/>
                      <a:pt x="21622" y="13050"/>
                    </a:cubicBezTo>
                    <a:cubicBezTo>
                      <a:pt x="21622" y="13122"/>
                      <a:pt x="21670" y="13169"/>
                      <a:pt x="21742" y="13181"/>
                    </a:cubicBezTo>
                    <a:lnTo>
                      <a:pt x="21742" y="13229"/>
                    </a:lnTo>
                    <a:cubicBezTo>
                      <a:pt x="21694" y="13241"/>
                      <a:pt x="21670" y="13265"/>
                      <a:pt x="21670" y="13312"/>
                    </a:cubicBezTo>
                    <a:cubicBezTo>
                      <a:pt x="21670" y="13360"/>
                      <a:pt x="21694" y="13407"/>
                      <a:pt x="21742" y="13407"/>
                    </a:cubicBezTo>
                    <a:lnTo>
                      <a:pt x="21742" y="13419"/>
                    </a:lnTo>
                    <a:cubicBezTo>
                      <a:pt x="21694" y="13431"/>
                      <a:pt x="21658" y="13467"/>
                      <a:pt x="21658" y="13526"/>
                    </a:cubicBezTo>
                    <a:lnTo>
                      <a:pt x="21634" y="13526"/>
                    </a:lnTo>
                    <a:cubicBezTo>
                      <a:pt x="21622" y="13526"/>
                      <a:pt x="21622" y="13538"/>
                      <a:pt x="21622" y="13538"/>
                    </a:cubicBezTo>
                    <a:cubicBezTo>
                      <a:pt x="21622" y="13550"/>
                      <a:pt x="21634" y="13550"/>
                      <a:pt x="21634" y="13550"/>
                    </a:cubicBezTo>
                    <a:cubicBezTo>
                      <a:pt x="21634" y="13550"/>
                      <a:pt x="21575" y="13562"/>
                      <a:pt x="21575" y="13598"/>
                    </a:cubicBezTo>
                    <a:cubicBezTo>
                      <a:pt x="21575" y="13598"/>
                      <a:pt x="21444" y="13646"/>
                      <a:pt x="21503" y="13657"/>
                    </a:cubicBezTo>
                    <a:lnTo>
                      <a:pt x="21539" y="13657"/>
                    </a:lnTo>
                    <a:lnTo>
                      <a:pt x="21063" y="14098"/>
                    </a:lnTo>
                    <a:cubicBezTo>
                      <a:pt x="21027" y="14098"/>
                      <a:pt x="21015" y="14122"/>
                      <a:pt x="20980" y="14134"/>
                    </a:cubicBezTo>
                    <a:cubicBezTo>
                      <a:pt x="20789" y="14217"/>
                      <a:pt x="20825" y="14324"/>
                      <a:pt x="20825" y="14324"/>
                    </a:cubicBezTo>
                    <a:cubicBezTo>
                      <a:pt x="20825" y="14324"/>
                      <a:pt x="20206" y="14634"/>
                      <a:pt x="19813" y="15289"/>
                    </a:cubicBezTo>
                    <a:lnTo>
                      <a:pt x="19813" y="15134"/>
                    </a:lnTo>
                    <a:cubicBezTo>
                      <a:pt x="22325" y="9121"/>
                      <a:pt x="16717" y="6264"/>
                      <a:pt x="16717" y="6264"/>
                    </a:cubicBezTo>
                    <a:cubicBezTo>
                      <a:pt x="16717" y="6264"/>
                      <a:pt x="16800" y="5942"/>
                      <a:pt x="16253" y="5704"/>
                    </a:cubicBezTo>
                    <a:cubicBezTo>
                      <a:pt x="16181" y="5680"/>
                      <a:pt x="16098" y="5645"/>
                      <a:pt x="16027" y="5633"/>
                    </a:cubicBezTo>
                    <a:lnTo>
                      <a:pt x="14669" y="4371"/>
                    </a:lnTo>
                    <a:lnTo>
                      <a:pt x="14764" y="4371"/>
                    </a:lnTo>
                    <a:cubicBezTo>
                      <a:pt x="14895" y="4311"/>
                      <a:pt x="14538" y="4192"/>
                      <a:pt x="14538" y="4192"/>
                    </a:cubicBezTo>
                    <a:cubicBezTo>
                      <a:pt x="14550" y="4121"/>
                      <a:pt x="14372" y="4073"/>
                      <a:pt x="14372" y="4073"/>
                    </a:cubicBezTo>
                    <a:cubicBezTo>
                      <a:pt x="14407" y="4073"/>
                      <a:pt x="14431" y="4037"/>
                      <a:pt x="14431" y="4013"/>
                    </a:cubicBezTo>
                    <a:cubicBezTo>
                      <a:pt x="14431" y="3978"/>
                      <a:pt x="14407" y="3954"/>
                      <a:pt x="14372" y="3954"/>
                    </a:cubicBezTo>
                    <a:lnTo>
                      <a:pt x="14336" y="3954"/>
                    </a:lnTo>
                    <a:cubicBezTo>
                      <a:pt x="14312" y="3823"/>
                      <a:pt x="14217" y="3704"/>
                      <a:pt x="14074" y="3668"/>
                    </a:cubicBezTo>
                    <a:lnTo>
                      <a:pt x="14074" y="3620"/>
                    </a:lnTo>
                    <a:cubicBezTo>
                      <a:pt x="14193" y="3597"/>
                      <a:pt x="14288" y="3489"/>
                      <a:pt x="14288" y="3359"/>
                    </a:cubicBezTo>
                    <a:cubicBezTo>
                      <a:pt x="14288" y="3228"/>
                      <a:pt x="14193" y="3120"/>
                      <a:pt x="14074" y="3085"/>
                    </a:cubicBezTo>
                    <a:lnTo>
                      <a:pt x="14074" y="2989"/>
                    </a:lnTo>
                    <a:cubicBezTo>
                      <a:pt x="14264" y="2954"/>
                      <a:pt x="14407" y="2787"/>
                      <a:pt x="14407" y="2597"/>
                    </a:cubicBezTo>
                    <a:cubicBezTo>
                      <a:pt x="14407" y="2430"/>
                      <a:pt x="14300" y="2299"/>
                      <a:pt x="14169" y="2239"/>
                    </a:cubicBezTo>
                    <a:lnTo>
                      <a:pt x="14181" y="2227"/>
                    </a:lnTo>
                    <a:cubicBezTo>
                      <a:pt x="14181" y="2192"/>
                      <a:pt x="14133" y="2180"/>
                      <a:pt x="14062" y="2168"/>
                    </a:cubicBezTo>
                    <a:lnTo>
                      <a:pt x="14062" y="1918"/>
                    </a:lnTo>
                    <a:cubicBezTo>
                      <a:pt x="14122" y="1894"/>
                      <a:pt x="14181" y="1882"/>
                      <a:pt x="14181" y="1858"/>
                    </a:cubicBezTo>
                    <a:cubicBezTo>
                      <a:pt x="14181" y="1823"/>
                      <a:pt x="14133" y="1811"/>
                      <a:pt x="14062" y="1799"/>
                    </a:cubicBezTo>
                    <a:lnTo>
                      <a:pt x="14062" y="1680"/>
                    </a:lnTo>
                    <a:cubicBezTo>
                      <a:pt x="14169" y="1644"/>
                      <a:pt x="14252" y="1561"/>
                      <a:pt x="14252" y="1442"/>
                    </a:cubicBezTo>
                    <a:cubicBezTo>
                      <a:pt x="14252" y="1323"/>
                      <a:pt x="14169" y="1215"/>
                      <a:pt x="14062" y="1203"/>
                    </a:cubicBezTo>
                    <a:lnTo>
                      <a:pt x="14062" y="989"/>
                    </a:lnTo>
                    <a:cubicBezTo>
                      <a:pt x="14276" y="965"/>
                      <a:pt x="14419" y="799"/>
                      <a:pt x="14419" y="584"/>
                    </a:cubicBezTo>
                    <a:cubicBezTo>
                      <a:pt x="14419" y="561"/>
                      <a:pt x="14419" y="525"/>
                      <a:pt x="14407" y="513"/>
                    </a:cubicBezTo>
                    <a:cubicBezTo>
                      <a:pt x="14372" y="692"/>
                      <a:pt x="14229" y="822"/>
                      <a:pt x="14050" y="846"/>
                    </a:cubicBezTo>
                    <a:lnTo>
                      <a:pt x="14050" y="680"/>
                    </a:lnTo>
                    <a:cubicBezTo>
                      <a:pt x="14110" y="668"/>
                      <a:pt x="14133" y="608"/>
                      <a:pt x="14133" y="549"/>
                    </a:cubicBezTo>
                    <a:cubicBezTo>
                      <a:pt x="14133" y="489"/>
                      <a:pt x="14098" y="430"/>
                      <a:pt x="14050" y="406"/>
                    </a:cubicBezTo>
                    <a:lnTo>
                      <a:pt x="14050" y="382"/>
                    </a:lnTo>
                    <a:cubicBezTo>
                      <a:pt x="14133" y="370"/>
                      <a:pt x="14157" y="334"/>
                      <a:pt x="14157" y="334"/>
                    </a:cubicBezTo>
                    <a:lnTo>
                      <a:pt x="14002" y="1"/>
                    </a:lnTo>
                    <a:close/>
                  </a:path>
                </a:pathLst>
              </a:custGeom>
              <a:gradFill>
                <a:gsLst>
                  <a:gs pos="0">
                    <a:schemeClr val="accent3"/>
                  </a:gs>
                  <a:gs pos="50000">
                    <a:srgbClr val="592D5F"/>
                  </a:gs>
                  <a:gs pos="79000">
                    <a:srgbClr val="7D386F"/>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0" name="Google Shape;1090;p26"/>
              <p:cNvSpPr/>
              <p:nvPr/>
            </p:nvSpPr>
            <p:spPr>
              <a:xfrm>
                <a:off x="2265450" y="-2201025"/>
                <a:ext cx="86050" cy="539975"/>
              </a:xfrm>
              <a:custGeom>
                <a:avLst/>
                <a:gdLst/>
                <a:ahLst/>
                <a:cxnLst/>
                <a:rect l="l" t="t" r="r" b="b"/>
                <a:pathLst>
                  <a:path w="3442" h="21599" extrusionOk="0">
                    <a:moveTo>
                      <a:pt x="1048" y="2608"/>
                    </a:moveTo>
                    <a:cubicBezTo>
                      <a:pt x="1048" y="2608"/>
                      <a:pt x="1215" y="2620"/>
                      <a:pt x="1215" y="3036"/>
                    </a:cubicBezTo>
                    <a:lnTo>
                      <a:pt x="1215" y="3798"/>
                    </a:lnTo>
                    <a:lnTo>
                      <a:pt x="882" y="3798"/>
                    </a:lnTo>
                    <a:lnTo>
                      <a:pt x="882" y="3036"/>
                    </a:lnTo>
                    <a:cubicBezTo>
                      <a:pt x="882" y="2620"/>
                      <a:pt x="1048" y="2608"/>
                      <a:pt x="1048" y="2608"/>
                    </a:cubicBezTo>
                    <a:close/>
                    <a:moveTo>
                      <a:pt x="1715" y="2477"/>
                    </a:moveTo>
                    <a:cubicBezTo>
                      <a:pt x="1715" y="2477"/>
                      <a:pt x="1965" y="2489"/>
                      <a:pt x="1965" y="2905"/>
                    </a:cubicBezTo>
                    <a:lnTo>
                      <a:pt x="1965" y="3798"/>
                    </a:lnTo>
                    <a:lnTo>
                      <a:pt x="1465" y="3798"/>
                    </a:lnTo>
                    <a:lnTo>
                      <a:pt x="1465" y="2905"/>
                    </a:lnTo>
                    <a:cubicBezTo>
                      <a:pt x="1465" y="2489"/>
                      <a:pt x="1715" y="2477"/>
                      <a:pt x="1715" y="2477"/>
                    </a:cubicBezTo>
                    <a:close/>
                    <a:moveTo>
                      <a:pt x="2406" y="2608"/>
                    </a:moveTo>
                    <a:cubicBezTo>
                      <a:pt x="2406" y="2608"/>
                      <a:pt x="2560" y="2620"/>
                      <a:pt x="2560" y="3036"/>
                    </a:cubicBezTo>
                    <a:lnTo>
                      <a:pt x="2560" y="3798"/>
                    </a:lnTo>
                    <a:lnTo>
                      <a:pt x="2239" y="3798"/>
                    </a:lnTo>
                    <a:lnTo>
                      <a:pt x="2239" y="3036"/>
                    </a:lnTo>
                    <a:cubicBezTo>
                      <a:pt x="2239" y="2620"/>
                      <a:pt x="2406" y="2608"/>
                      <a:pt x="2406" y="2608"/>
                    </a:cubicBezTo>
                    <a:close/>
                    <a:moveTo>
                      <a:pt x="1715" y="0"/>
                    </a:moveTo>
                    <a:lnTo>
                      <a:pt x="1679" y="48"/>
                    </a:lnTo>
                    <a:lnTo>
                      <a:pt x="1703" y="48"/>
                    </a:lnTo>
                    <a:lnTo>
                      <a:pt x="1703" y="60"/>
                    </a:lnTo>
                    <a:lnTo>
                      <a:pt x="1679" y="72"/>
                    </a:lnTo>
                    <a:cubicBezTo>
                      <a:pt x="1679" y="95"/>
                      <a:pt x="1679" y="95"/>
                      <a:pt x="1703" y="95"/>
                    </a:cubicBezTo>
                    <a:lnTo>
                      <a:pt x="1703" y="119"/>
                    </a:lnTo>
                    <a:cubicBezTo>
                      <a:pt x="1667" y="119"/>
                      <a:pt x="1655" y="95"/>
                      <a:pt x="1644" y="60"/>
                    </a:cubicBezTo>
                    <a:lnTo>
                      <a:pt x="1644" y="72"/>
                    </a:lnTo>
                    <a:cubicBezTo>
                      <a:pt x="1644" y="107"/>
                      <a:pt x="1667" y="131"/>
                      <a:pt x="1703" y="131"/>
                    </a:cubicBezTo>
                    <a:lnTo>
                      <a:pt x="1703" y="179"/>
                    </a:lnTo>
                    <a:cubicBezTo>
                      <a:pt x="1679" y="179"/>
                      <a:pt x="1667" y="191"/>
                      <a:pt x="1667" y="214"/>
                    </a:cubicBezTo>
                    <a:cubicBezTo>
                      <a:pt x="1667" y="226"/>
                      <a:pt x="1679" y="238"/>
                      <a:pt x="1703" y="238"/>
                    </a:cubicBezTo>
                    <a:lnTo>
                      <a:pt x="1703" y="274"/>
                    </a:lnTo>
                    <a:cubicBezTo>
                      <a:pt x="1679" y="274"/>
                      <a:pt x="1679" y="274"/>
                      <a:pt x="1679" y="286"/>
                    </a:cubicBezTo>
                    <a:lnTo>
                      <a:pt x="1703" y="298"/>
                    </a:lnTo>
                    <a:lnTo>
                      <a:pt x="1703" y="345"/>
                    </a:lnTo>
                    <a:cubicBezTo>
                      <a:pt x="1679" y="345"/>
                      <a:pt x="1679" y="345"/>
                      <a:pt x="1679" y="357"/>
                    </a:cubicBezTo>
                    <a:cubicBezTo>
                      <a:pt x="1655" y="369"/>
                      <a:pt x="1644" y="393"/>
                      <a:pt x="1644" y="417"/>
                    </a:cubicBezTo>
                    <a:cubicBezTo>
                      <a:pt x="1644" y="453"/>
                      <a:pt x="1667" y="476"/>
                      <a:pt x="1703" y="476"/>
                    </a:cubicBezTo>
                    <a:lnTo>
                      <a:pt x="1703" y="488"/>
                    </a:lnTo>
                    <a:cubicBezTo>
                      <a:pt x="1679" y="488"/>
                      <a:pt x="1667" y="512"/>
                      <a:pt x="1667" y="536"/>
                    </a:cubicBezTo>
                    <a:cubicBezTo>
                      <a:pt x="1667" y="548"/>
                      <a:pt x="1679" y="572"/>
                      <a:pt x="1703" y="584"/>
                    </a:cubicBezTo>
                    <a:lnTo>
                      <a:pt x="1703" y="595"/>
                    </a:lnTo>
                    <a:cubicBezTo>
                      <a:pt x="1679" y="595"/>
                      <a:pt x="1655" y="607"/>
                      <a:pt x="1655" y="643"/>
                    </a:cubicBezTo>
                    <a:cubicBezTo>
                      <a:pt x="1655" y="643"/>
                      <a:pt x="1644" y="643"/>
                      <a:pt x="1644" y="655"/>
                    </a:cubicBezTo>
                    <a:cubicBezTo>
                      <a:pt x="1644" y="655"/>
                      <a:pt x="1644" y="667"/>
                      <a:pt x="1655" y="667"/>
                    </a:cubicBezTo>
                    <a:cubicBezTo>
                      <a:pt x="1655" y="667"/>
                      <a:pt x="1620" y="667"/>
                      <a:pt x="1620" y="691"/>
                    </a:cubicBezTo>
                    <a:cubicBezTo>
                      <a:pt x="1620" y="691"/>
                      <a:pt x="1560" y="703"/>
                      <a:pt x="1584" y="715"/>
                    </a:cubicBezTo>
                    <a:lnTo>
                      <a:pt x="1596" y="715"/>
                    </a:lnTo>
                    <a:lnTo>
                      <a:pt x="1358" y="941"/>
                    </a:lnTo>
                    <a:cubicBezTo>
                      <a:pt x="1346" y="941"/>
                      <a:pt x="1346" y="941"/>
                      <a:pt x="1322" y="953"/>
                    </a:cubicBezTo>
                    <a:cubicBezTo>
                      <a:pt x="1239" y="1000"/>
                      <a:pt x="1251" y="1048"/>
                      <a:pt x="1251" y="1048"/>
                    </a:cubicBezTo>
                    <a:cubicBezTo>
                      <a:pt x="1251" y="1048"/>
                      <a:pt x="572" y="1405"/>
                      <a:pt x="632" y="2131"/>
                    </a:cubicBezTo>
                    <a:cubicBezTo>
                      <a:pt x="417" y="2155"/>
                      <a:pt x="310" y="2191"/>
                      <a:pt x="310" y="2191"/>
                    </a:cubicBezTo>
                    <a:lnTo>
                      <a:pt x="751" y="2358"/>
                    </a:lnTo>
                    <a:lnTo>
                      <a:pt x="751" y="3798"/>
                    </a:lnTo>
                    <a:lnTo>
                      <a:pt x="346" y="3798"/>
                    </a:lnTo>
                    <a:lnTo>
                      <a:pt x="346" y="4275"/>
                    </a:lnTo>
                    <a:lnTo>
                      <a:pt x="608" y="4572"/>
                    </a:lnTo>
                    <a:lnTo>
                      <a:pt x="477" y="10132"/>
                    </a:lnTo>
                    <a:lnTo>
                      <a:pt x="191" y="10132"/>
                    </a:lnTo>
                    <a:lnTo>
                      <a:pt x="191" y="10609"/>
                    </a:lnTo>
                    <a:lnTo>
                      <a:pt x="465" y="10894"/>
                    </a:lnTo>
                    <a:lnTo>
                      <a:pt x="346" y="15824"/>
                    </a:lnTo>
                    <a:lnTo>
                      <a:pt x="0" y="15824"/>
                    </a:lnTo>
                    <a:lnTo>
                      <a:pt x="0" y="16300"/>
                    </a:lnTo>
                    <a:lnTo>
                      <a:pt x="334" y="16586"/>
                    </a:lnTo>
                    <a:lnTo>
                      <a:pt x="215" y="21598"/>
                    </a:lnTo>
                    <a:lnTo>
                      <a:pt x="3227" y="21598"/>
                    </a:lnTo>
                    <a:lnTo>
                      <a:pt x="3108" y="16586"/>
                    </a:lnTo>
                    <a:lnTo>
                      <a:pt x="3441" y="16300"/>
                    </a:lnTo>
                    <a:lnTo>
                      <a:pt x="3441" y="15824"/>
                    </a:lnTo>
                    <a:lnTo>
                      <a:pt x="3096" y="15824"/>
                    </a:lnTo>
                    <a:lnTo>
                      <a:pt x="2965" y="10894"/>
                    </a:lnTo>
                    <a:lnTo>
                      <a:pt x="3227" y="10609"/>
                    </a:lnTo>
                    <a:lnTo>
                      <a:pt x="3227" y="10132"/>
                    </a:lnTo>
                    <a:lnTo>
                      <a:pt x="2953" y="10132"/>
                    </a:lnTo>
                    <a:lnTo>
                      <a:pt x="2810" y="4572"/>
                    </a:lnTo>
                    <a:lnTo>
                      <a:pt x="3084" y="4275"/>
                    </a:lnTo>
                    <a:lnTo>
                      <a:pt x="3084" y="3798"/>
                    </a:lnTo>
                    <a:lnTo>
                      <a:pt x="2679" y="3798"/>
                    </a:lnTo>
                    <a:lnTo>
                      <a:pt x="2679" y="2358"/>
                    </a:lnTo>
                    <a:lnTo>
                      <a:pt x="3108" y="2191"/>
                    </a:lnTo>
                    <a:cubicBezTo>
                      <a:pt x="3108" y="2191"/>
                      <a:pt x="3013" y="2155"/>
                      <a:pt x="2798" y="2131"/>
                    </a:cubicBezTo>
                    <a:cubicBezTo>
                      <a:pt x="2870" y="1381"/>
                      <a:pt x="2179" y="1048"/>
                      <a:pt x="2179" y="1048"/>
                    </a:cubicBezTo>
                    <a:cubicBezTo>
                      <a:pt x="2179" y="1048"/>
                      <a:pt x="2191" y="988"/>
                      <a:pt x="2096" y="953"/>
                    </a:cubicBezTo>
                    <a:cubicBezTo>
                      <a:pt x="2084" y="953"/>
                      <a:pt x="2084" y="953"/>
                      <a:pt x="2072" y="941"/>
                    </a:cubicBezTo>
                    <a:lnTo>
                      <a:pt x="1834" y="715"/>
                    </a:lnTo>
                    <a:lnTo>
                      <a:pt x="1846" y="715"/>
                    </a:lnTo>
                    <a:cubicBezTo>
                      <a:pt x="1882" y="703"/>
                      <a:pt x="1798" y="691"/>
                      <a:pt x="1798" y="691"/>
                    </a:cubicBezTo>
                    <a:cubicBezTo>
                      <a:pt x="1798" y="667"/>
                      <a:pt x="1775" y="667"/>
                      <a:pt x="1775" y="667"/>
                    </a:cubicBezTo>
                    <a:cubicBezTo>
                      <a:pt x="1775" y="667"/>
                      <a:pt x="1786" y="667"/>
                      <a:pt x="1786" y="655"/>
                    </a:cubicBezTo>
                    <a:cubicBezTo>
                      <a:pt x="1786" y="655"/>
                      <a:pt x="1786" y="643"/>
                      <a:pt x="1775" y="643"/>
                    </a:cubicBezTo>
                    <a:cubicBezTo>
                      <a:pt x="1775" y="607"/>
                      <a:pt x="1763" y="595"/>
                      <a:pt x="1727" y="595"/>
                    </a:cubicBezTo>
                    <a:lnTo>
                      <a:pt x="1727" y="584"/>
                    </a:lnTo>
                    <a:cubicBezTo>
                      <a:pt x="1739" y="584"/>
                      <a:pt x="1763" y="572"/>
                      <a:pt x="1763" y="536"/>
                    </a:cubicBezTo>
                    <a:cubicBezTo>
                      <a:pt x="1763" y="524"/>
                      <a:pt x="1739" y="512"/>
                      <a:pt x="1727" y="488"/>
                    </a:cubicBezTo>
                    <a:lnTo>
                      <a:pt x="1727" y="476"/>
                    </a:lnTo>
                    <a:cubicBezTo>
                      <a:pt x="1763" y="476"/>
                      <a:pt x="1786" y="453"/>
                      <a:pt x="1786" y="417"/>
                    </a:cubicBezTo>
                    <a:cubicBezTo>
                      <a:pt x="1786" y="393"/>
                      <a:pt x="1775" y="369"/>
                      <a:pt x="1739" y="357"/>
                    </a:cubicBezTo>
                    <a:lnTo>
                      <a:pt x="1727" y="345"/>
                    </a:lnTo>
                    <a:lnTo>
                      <a:pt x="1727" y="298"/>
                    </a:lnTo>
                    <a:cubicBezTo>
                      <a:pt x="1739" y="298"/>
                      <a:pt x="1739" y="298"/>
                      <a:pt x="1739" y="286"/>
                    </a:cubicBezTo>
                    <a:lnTo>
                      <a:pt x="1727" y="274"/>
                    </a:lnTo>
                    <a:lnTo>
                      <a:pt x="1727" y="238"/>
                    </a:lnTo>
                    <a:cubicBezTo>
                      <a:pt x="1739" y="238"/>
                      <a:pt x="1763" y="226"/>
                      <a:pt x="1763" y="214"/>
                    </a:cubicBezTo>
                    <a:cubicBezTo>
                      <a:pt x="1763" y="191"/>
                      <a:pt x="1739" y="179"/>
                      <a:pt x="1727" y="179"/>
                    </a:cubicBezTo>
                    <a:lnTo>
                      <a:pt x="1727" y="131"/>
                    </a:lnTo>
                    <a:cubicBezTo>
                      <a:pt x="1763" y="131"/>
                      <a:pt x="1786" y="107"/>
                      <a:pt x="1786" y="72"/>
                    </a:cubicBezTo>
                    <a:lnTo>
                      <a:pt x="1786" y="60"/>
                    </a:lnTo>
                    <a:cubicBezTo>
                      <a:pt x="1786" y="95"/>
                      <a:pt x="1763" y="107"/>
                      <a:pt x="1727" y="119"/>
                    </a:cubicBezTo>
                    <a:lnTo>
                      <a:pt x="1727" y="95"/>
                    </a:lnTo>
                    <a:lnTo>
                      <a:pt x="1739" y="72"/>
                    </a:lnTo>
                    <a:cubicBezTo>
                      <a:pt x="1739" y="60"/>
                      <a:pt x="1739" y="60"/>
                      <a:pt x="1727" y="60"/>
                    </a:cubicBezTo>
                    <a:lnTo>
                      <a:pt x="1727" y="48"/>
                    </a:lnTo>
                    <a:lnTo>
                      <a:pt x="1739" y="48"/>
                    </a:lnTo>
                    <a:lnTo>
                      <a:pt x="1715" y="0"/>
                    </a:lnTo>
                    <a:close/>
                  </a:path>
                </a:pathLst>
              </a:custGeom>
              <a:gradFill>
                <a:gsLst>
                  <a:gs pos="0">
                    <a:schemeClr val="accent3"/>
                  </a:gs>
                  <a:gs pos="74000">
                    <a:srgbClr val="7D386F"/>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1" name="Google Shape;1091;p26"/>
              <p:cNvSpPr/>
              <p:nvPr/>
            </p:nvSpPr>
            <p:spPr>
              <a:xfrm>
                <a:off x="3310225" y="-2201025"/>
                <a:ext cx="86050" cy="539975"/>
              </a:xfrm>
              <a:custGeom>
                <a:avLst/>
                <a:gdLst/>
                <a:ahLst/>
                <a:cxnLst/>
                <a:rect l="l" t="t" r="r" b="b"/>
                <a:pathLst>
                  <a:path w="3442" h="21599" extrusionOk="0">
                    <a:moveTo>
                      <a:pt x="1036" y="2608"/>
                    </a:moveTo>
                    <a:cubicBezTo>
                      <a:pt x="1036" y="2608"/>
                      <a:pt x="1191" y="2620"/>
                      <a:pt x="1191" y="3036"/>
                    </a:cubicBezTo>
                    <a:lnTo>
                      <a:pt x="1191" y="3798"/>
                    </a:lnTo>
                    <a:lnTo>
                      <a:pt x="870" y="3798"/>
                    </a:lnTo>
                    <a:lnTo>
                      <a:pt x="870" y="3036"/>
                    </a:lnTo>
                    <a:cubicBezTo>
                      <a:pt x="870" y="2620"/>
                      <a:pt x="1036" y="2608"/>
                      <a:pt x="1036" y="2608"/>
                    </a:cubicBezTo>
                    <a:close/>
                    <a:moveTo>
                      <a:pt x="1703" y="2477"/>
                    </a:moveTo>
                    <a:cubicBezTo>
                      <a:pt x="1703" y="2477"/>
                      <a:pt x="1953" y="2489"/>
                      <a:pt x="1953" y="2905"/>
                    </a:cubicBezTo>
                    <a:lnTo>
                      <a:pt x="1953" y="3798"/>
                    </a:lnTo>
                    <a:lnTo>
                      <a:pt x="1453" y="3798"/>
                    </a:lnTo>
                    <a:lnTo>
                      <a:pt x="1453" y="2905"/>
                    </a:lnTo>
                    <a:cubicBezTo>
                      <a:pt x="1453" y="2489"/>
                      <a:pt x="1703" y="2477"/>
                      <a:pt x="1703" y="2477"/>
                    </a:cubicBezTo>
                    <a:close/>
                    <a:moveTo>
                      <a:pt x="2382" y="2608"/>
                    </a:moveTo>
                    <a:cubicBezTo>
                      <a:pt x="2382" y="2608"/>
                      <a:pt x="2548" y="2620"/>
                      <a:pt x="2548" y="3036"/>
                    </a:cubicBezTo>
                    <a:lnTo>
                      <a:pt x="2548" y="3798"/>
                    </a:lnTo>
                    <a:lnTo>
                      <a:pt x="2227" y="3798"/>
                    </a:lnTo>
                    <a:lnTo>
                      <a:pt x="2227" y="3036"/>
                    </a:lnTo>
                    <a:cubicBezTo>
                      <a:pt x="2227" y="2620"/>
                      <a:pt x="2382" y="2608"/>
                      <a:pt x="2382" y="2608"/>
                    </a:cubicBezTo>
                    <a:close/>
                    <a:moveTo>
                      <a:pt x="1703" y="0"/>
                    </a:moveTo>
                    <a:lnTo>
                      <a:pt x="1667" y="48"/>
                    </a:lnTo>
                    <a:lnTo>
                      <a:pt x="1679" y="48"/>
                    </a:lnTo>
                    <a:lnTo>
                      <a:pt x="1679" y="60"/>
                    </a:lnTo>
                    <a:lnTo>
                      <a:pt x="1667" y="72"/>
                    </a:lnTo>
                    <a:cubicBezTo>
                      <a:pt x="1667" y="95"/>
                      <a:pt x="1667" y="95"/>
                      <a:pt x="1679" y="95"/>
                    </a:cubicBezTo>
                    <a:lnTo>
                      <a:pt x="1679" y="119"/>
                    </a:lnTo>
                    <a:cubicBezTo>
                      <a:pt x="1655" y="119"/>
                      <a:pt x="1643" y="95"/>
                      <a:pt x="1620" y="60"/>
                    </a:cubicBezTo>
                    <a:lnTo>
                      <a:pt x="1620" y="72"/>
                    </a:lnTo>
                    <a:cubicBezTo>
                      <a:pt x="1620" y="107"/>
                      <a:pt x="1655" y="131"/>
                      <a:pt x="1679" y="131"/>
                    </a:cubicBezTo>
                    <a:lnTo>
                      <a:pt x="1679" y="179"/>
                    </a:lnTo>
                    <a:cubicBezTo>
                      <a:pt x="1667" y="179"/>
                      <a:pt x="1655" y="191"/>
                      <a:pt x="1655" y="214"/>
                    </a:cubicBezTo>
                    <a:cubicBezTo>
                      <a:pt x="1655" y="226"/>
                      <a:pt x="1667" y="238"/>
                      <a:pt x="1679" y="238"/>
                    </a:cubicBezTo>
                    <a:lnTo>
                      <a:pt x="1679" y="274"/>
                    </a:lnTo>
                    <a:cubicBezTo>
                      <a:pt x="1667" y="274"/>
                      <a:pt x="1667" y="274"/>
                      <a:pt x="1667" y="286"/>
                    </a:cubicBezTo>
                    <a:lnTo>
                      <a:pt x="1679" y="298"/>
                    </a:lnTo>
                    <a:lnTo>
                      <a:pt x="1679" y="345"/>
                    </a:lnTo>
                    <a:cubicBezTo>
                      <a:pt x="1667" y="345"/>
                      <a:pt x="1667" y="345"/>
                      <a:pt x="1667" y="357"/>
                    </a:cubicBezTo>
                    <a:cubicBezTo>
                      <a:pt x="1643" y="369"/>
                      <a:pt x="1620" y="393"/>
                      <a:pt x="1620" y="417"/>
                    </a:cubicBezTo>
                    <a:cubicBezTo>
                      <a:pt x="1620" y="453"/>
                      <a:pt x="1655" y="476"/>
                      <a:pt x="1679" y="476"/>
                    </a:cubicBezTo>
                    <a:lnTo>
                      <a:pt x="1679" y="488"/>
                    </a:lnTo>
                    <a:cubicBezTo>
                      <a:pt x="1667" y="488"/>
                      <a:pt x="1655" y="512"/>
                      <a:pt x="1655" y="536"/>
                    </a:cubicBezTo>
                    <a:cubicBezTo>
                      <a:pt x="1655" y="548"/>
                      <a:pt x="1667" y="572"/>
                      <a:pt x="1679" y="584"/>
                    </a:cubicBezTo>
                    <a:lnTo>
                      <a:pt x="1679" y="595"/>
                    </a:lnTo>
                    <a:cubicBezTo>
                      <a:pt x="1667" y="595"/>
                      <a:pt x="1643" y="607"/>
                      <a:pt x="1643" y="643"/>
                    </a:cubicBezTo>
                    <a:cubicBezTo>
                      <a:pt x="1643" y="643"/>
                      <a:pt x="1620" y="643"/>
                      <a:pt x="1620" y="655"/>
                    </a:cubicBezTo>
                    <a:cubicBezTo>
                      <a:pt x="1620" y="655"/>
                      <a:pt x="1620" y="667"/>
                      <a:pt x="1643" y="667"/>
                    </a:cubicBezTo>
                    <a:cubicBezTo>
                      <a:pt x="1643" y="667"/>
                      <a:pt x="1608" y="667"/>
                      <a:pt x="1608" y="691"/>
                    </a:cubicBezTo>
                    <a:cubicBezTo>
                      <a:pt x="1608" y="691"/>
                      <a:pt x="1548" y="703"/>
                      <a:pt x="1572" y="715"/>
                    </a:cubicBezTo>
                    <a:lnTo>
                      <a:pt x="1584" y="715"/>
                    </a:lnTo>
                    <a:lnTo>
                      <a:pt x="1346" y="941"/>
                    </a:lnTo>
                    <a:cubicBezTo>
                      <a:pt x="1322" y="941"/>
                      <a:pt x="1322" y="941"/>
                      <a:pt x="1310" y="953"/>
                    </a:cubicBezTo>
                    <a:cubicBezTo>
                      <a:pt x="1227" y="1000"/>
                      <a:pt x="1239" y="1048"/>
                      <a:pt x="1239" y="1048"/>
                    </a:cubicBezTo>
                    <a:cubicBezTo>
                      <a:pt x="1239" y="1048"/>
                      <a:pt x="548" y="1405"/>
                      <a:pt x="608" y="2131"/>
                    </a:cubicBezTo>
                    <a:cubicBezTo>
                      <a:pt x="405" y="2155"/>
                      <a:pt x="298" y="2191"/>
                      <a:pt x="298" y="2191"/>
                    </a:cubicBezTo>
                    <a:lnTo>
                      <a:pt x="727" y="2358"/>
                    </a:lnTo>
                    <a:lnTo>
                      <a:pt x="727" y="3798"/>
                    </a:lnTo>
                    <a:lnTo>
                      <a:pt x="346" y="3798"/>
                    </a:lnTo>
                    <a:lnTo>
                      <a:pt x="346" y="4275"/>
                    </a:lnTo>
                    <a:lnTo>
                      <a:pt x="620" y="4572"/>
                    </a:lnTo>
                    <a:lnTo>
                      <a:pt x="477" y="10132"/>
                    </a:lnTo>
                    <a:lnTo>
                      <a:pt x="203" y="10132"/>
                    </a:lnTo>
                    <a:lnTo>
                      <a:pt x="203" y="10609"/>
                    </a:lnTo>
                    <a:lnTo>
                      <a:pt x="465" y="10894"/>
                    </a:lnTo>
                    <a:lnTo>
                      <a:pt x="346" y="15824"/>
                    </a:lnTo>
                    <a:lnTo>
                      <a:pt x="0" y="15824"/>
                    </a:lnTo>
                    <a:lnTo>
                      <a:pt x="0" y="16300"/>
                    </a:lnTo>
                    <a:lnTo>
                      <a:pt x="334" y="16586"/>
                    </a:lnTo>
                    <a:lnTo>
                      <a:pt x="215" y="21598"/>
                    </a:lnTo>
                    <a:lnTo>
                      <a:pt x="3239" y="21598"/>
                    </a:lnTo>
                    <a:lnTo>
                      <a:pt x="3120" y="16586"/>
                    </a:lnTo>
                    <a:lnTo>
                      <a:pt x="3441" y="16300"/>
                    </a:lnTo>
                    <a:lnTo>
                      <a:pt x="3441" y="15824"/>
                    </a:lnTo>
                    <a:lnTo>
                      <a:pt x="3072" y="15824"/>
                    </a:lnTo>
                    <a:lnTo>
                      <a:pt x="2953" y="10894"/>
                    </a:lnTo>
                    <a:lnTo>
                      <a:pt x="3215" y="10609"/>
                    </a:lnTo>
                    <a:lnTo>
                      <a:pt x="3215" y="10132"/>
                    </a:lnTo>
                    <a:lnTo>
                      <a:pt x="2941" y="10132"/>
                    </a:lnTo>
                    <a:lnTo>
                      <a:pt x="2798" y="4572"/>
                    </a:lnTo>
                    <a:lnTo>
                      <a:pt x="3072" y="4275"/>
                    </a:lnTo>
                    <a:lnTo>
                      <a:pt x="3072" y="3798"/>
                    </a:lnTo>
                    <a:lnTo>
                      <a:pt x="2667" y="3798"/>
                    </a:lnTo>
                    <a:lnTo>
                      <a:pt x="2667" y="2358"/>
                    </a:lnTo>
                    <a:lnTo>
                      <a:pt x="3096" y="2191"/>
                    </a:lnTo>
                    <a:cubicBezTo>
                      <a:pt x="3096" y="2191"/>
                      <a:pt x="3001" y="2155"/>
                      <a:pt x="2786" y="2131"/>
                    </a:cubicBezTo>
                    <a:cubicBezTo>
                      <a:pt x="2858" y="1381"/>
                      <a:pt x="2167" y="1048"/>
                      <a:pt x="2167" y="1048"/>
                    </a:cubicBezTo>
                    <a:cubicBezTo>
                      <a:pt x="2167" y="1048"/>
                      <a:pt x="2179" y="988"/>
                      <a:pt x="2084" y="953"/>
                    </a:cubicBezTo>
                    <a:cubicBezTo>
                      <a:pt x="2072" y="953"/>
                      <a:pt x="2072" y="953"/>
                      <a:pt x="2060" y="941"/>
                    </a:cubicBezTo>
                    <a:lnTo>
                      <a:pt x="1822" y="715"/>
                    </a:lnTo>
                    <a:lnTo>
                      <a:pt x="1834" y="715"/>
                    </a:lnTo>
                    <a:cubicBezTo>
                      <a:pt x="1870" y="703"/>
                      <a:pt x="1786" y="691"/>
                      <a:pt x="1786" y="691"/>
                    </a:cubicBezTo>
                    <a:cubicBezTo>
                      <a:pt x="1786" y="667"/>
                      <a:pt x="1763" y="667"/>
                      <a:pt x="1763" y="667"/>
                    </a:cubicBezTo>
                    <a:cubicBezTo>
                      <a:pt x="1763" y="667"/>
                      <a:pt x="1774" y="667"/>
                      <a:pt x="1774" y="655"/>
                    </a:cubicBezTo>
                    <a:cubicBezTo>
                      <a:pt x="1774" y="655"/>
                      <a:pt x="1774" y="643"/>
                      <a:pt x="1763" y="643"/>
                    </a:cubicBezTo>
                    <a:cubicBezTo>
                      <a:pt x="1763" y="607"/>
                      <a:pt x="1739" y="595"/>
                      <a:pt x="1715" y="595"/>
                    </a:cubicBezTo>
                    <a:lnTo>
                      <a:pt x="1715" y="584"/>
                    </a:lnTo>
                    <a:cubicBezTo>
                      <a:pt x="1727" y="584"/>
                      <a:pt x="1751" y="572"/>
                      <a:pt x="1751" y="536"/>
                    </a:cubicBezTo>
                    <a:cubicBezTo>
                      <a:pt x="1751" y="524"/>
                      <a:pt x="1727" y="512"/>
                      <a:pt x="1715" y="488"/>
                    </a:cubicBezTo>
                    <a:lnTo>
                      <a:pt x="1715" y="476"/>
                    </a:lnTo>
                    <a:cubicBezTo>
                      <a:pt x="1751" y="476"/>
                      <a:pt x="1774" y="453"/>
                      <a:pt x="1774" y="417"/>
                    </a:cubicBezTo>
                    <a:cubicBezTo>
                      <a:pt x="1774" y="393"/>
                      <a:pt x="1763" y="369"/>
                      <a:pt x="1727" y="357"/>
                    </a:cubicBezTo>
                    <a:lnTo>
                      <a:pt x="1715" y="345"/>
                    </a:lnTo>
                    <a:lnTo>
                      <a:pt x="1715" y="298"/>
                    </a:lnTo>
                    <a:cubicBezTo>
                      <a:pt x="1727" y="298"/>
                      <a:pt x="1727" y="298"/>
                      <a:pt x="1727" y="286"/>
                    </a:cubicBezTo>
                    <a:lnTo>
                      <a:pt x="1715" y="274"/>
                    </a:lnTo>
                    <a:lnTo>
                      <a:pt x="1715" y="238"/>
                    </a:lnTo>
                    <a:cubicBezTo>
                      <a:pt x="1727" y="238"/>
                      <a:pt x="1751" y="226"/>
                      <a:pt x="1751" y="214"/>
                    </a:cubicBezTo>
                    <a:cubicBezTo>
                      <a:pt x="1751" y="191"/>
                      <a:pt x="1727" y="179"/>
                      <a:pt x="1715" y="179"/>
                    </a:cubicBezTo>
                    <a:lnTo>
                      <a:pt x="1715" y="131"/>
                    </a:lnTo>
                    <a:cubicBezTo>
                      <a:pt x="1751" y="131"/>
                      <a:pt x="1774" y="107"/>
                      <a:pt x="1774" y="72"/>
                    </a:cubicBezTo>
                    <a:lnTo>
                      <a:pt x="1774" y="60"/>
                    </a:lnTo>
                    <a:cubicBezTo>
                      <a:pt x="1774" y="95"/>
                      <a:pt x="1739" y="107"/>
                      <a:pt x="1715" y="119"/>
                    </a:cubicBezTo>
                    <a:lnTo>
                      <a:pt x="1715" y="95"/>
                    </a:lnTo>
                    <a:lnTo>
                      <a:pt x="1727" y="72"/>
                    </a:lnTo>
                    <a:cubicBezTo>
                      <a:pt x="1727" y="60"/>
                      <a:pt x="1727" y="60"/>
                      <a:pt x="1715" y="60"/>
                    </a:cubicBezTo>
                    <a:lnTo>
                      <a:pt x="1715" y="48"/>
                    </a:lnTo>
                    <a:lnTo>
                      <a:pt x="1727" y="48"/>
                    </a:lnTo>
                    <a:lnTo>
                      <a:pt x="1703" y="0"/>
                    </a:lnTo>
                    <a:close/>
                  </a:path>
                </a:pathLst>
              </a:custGeom>
              <a:gradFill>
                <a:gsLst>
                  <a:gs pos="0">
                    <a:schemeClr val="accent3"/>
                  </a:gs>
                  <a:gs pos="74000">
                    <a:srgbClr val="7D386F"/>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2" name="Google Shape;1092;p26"/>
              <p:cNvSpPr/>
              <p:nvPr/>
            </p:nvSpPr>
            <p:spPr>
              <a:xfrm>
                <a:off x="2388975" y="-2063225"/>
                <a:ext cx="62825" cy="397700"/>
              </a:xfrm>
              <a:custGeom>
                <a:avLst/>
                <a:gdLst/>
                <a:ahLst/>
                <a:cxnLst/>
                <a:rect l="l" t="t" r="r" b="b"/>
                <a:pathLst>
                  <a:path w="2513" h="15908" extrusionOk="0">
                    <a:moveTo>
                      <a:pt x="1263" y="1"/>
                    </a:moveTo>
                    <a:lnTo>
                      <a:pt x="1251" y="25"/>
                    </a:lnTo>
                    <a:lnTo>
                      <a:pt x="1286" y="25"/>
                    </a:lnTo>
                    <a:lnTo>
                      <a:pt x="1263" y="1"/>
                    </a:lnTo>
                    <a:close/>
                    <a:moveTo>
                      <a:pt x="1263" y="25"/>
                    </a:moveTo>
                    <a:lnTo>
                      <a:pt x="1251" y="36"/>
                    </a:lnTo>
                    <a:cubicBezTo>
                      <a:pt x="1251" y="36"/>
                      <a:pt x="1251" y="60"/>
                      <a:pt x="1263" y="60"/>
                    </a:cubicBezTo>
                    <a:lnTo>
                      <a:pt x="1286" y="36"/>
                    </a:lnTo>
                    <a:cubicBezTo>
                      <a:pt x="1286" y="36"/>
                      <a:pt x="1286" y="25"/>
                      <a:pt x="1263" y="25"/>
                    </a:cubicBezTo>
                    <a:close/>
                    <a:moveTo>
                      <a:pt x="1227" y="25"/>
                    </a:moveTo>
                    <a:lnTo>
                      <a:pt x="1227" y="36"/>
                    </a:lnTo>
                    <a:cubicBezTo>
                      <a:pt x="1227" y="72"/>
                      <a:pt x="1239" y="84"/>
                      <a:pt x="1263" y="84"/>
                    </a:cubicBezTo>
                    <a:cubicBezTo>
                      <a:pt x="1298" y="84"/>
                      <a:pt x="1310" y="60"/>
                      <a:pt x="1310" y="36"/>
                    </a:cubicBezTo>
                    <a:lnTo>
                      <a:pt x="1310" y="25"/>
                    </a:lnTo>
                    <a:cubicBezTo>
                      <a:pt x="1310" y="36"/>
                      <a:pt x="1298" y="60"/>
                      <a:pt x="1263" y="72"/>
                    </a:cubicBezTo>
                    <a:cubicBezTo>
                      <a:pt x="1251" y="72"/>
                      <a:pt x="1239" y="60"/>
                      <a:pt x="1227" y="25"/>
                    </a:cubicBezTo>
                    <a:close/>
                    <a:moveTo>
                      <a:pt x="1263" y="120"/>
                    </a:moveTo>
                    <a:cubicBezTo>
                      <a:pt x="1251" y="120"/>
                      <a:pt x="1251" y="132"/>
                      <a:pt x="1251" y="144"/>
                    </a:cubicBezTo>
                    <a:cubicBezTo>
                      <a:pt x="1251" y="156"/>
                      <a:pt x="1263" y="179"/>
                      <a:pt x="1263" y="179"/>
                    </a:cubicBezTo>
                    <a:cubicBezTo>
                      <a:pt x="1286" y="179"/>
                      <a:pt x="1286" y="156"/>
                      <a:pt x="1286" y="144"/>
                    </a:cubicBezTo>
                    <a:cubicBezTo>
                      <a:pt x="1286" y="132"/>
                      <a:pt x="1263" y="120"/>
                      <a:pt x="1263" y="120"/>
                    </a:cubicBezTo>
                    <a:close/>
                    <a:moveTo>
                      <a:pt x="1251" y="215"/>
                    </a:moveTo>
                    <a:cubicBezTo>
                      <a:pt x="1239" y="239"/>
                      <a:pt x="1227" y="251"/>
                      <a:pt x="1227" y="263"/>
                    </a:cubicBezTo>
                    <a:cubicBezTo>
                      <a:pt x="1227" y="298"/>
                      <a:pt x="1239" y="310"/>
                      <a:pt x="1263" y="310"/>
                    </a:cubicBezTo>
                    <a:cubicBezTo>
                      <a:pt x="1286" y="310"/>
                      <a:pt x="1310" y="298"/>
                      <a:pt x="1310" y="263"/>
                    </a:cubicBezTo>
                    <a:cubicBezTo>
                      <a:pt x="1310" y="251"/>
                      <a:pt x="1298" y="239"/>
                      <a:pt x="1286" y="215"/>
                    </a:cubicBezTo>
                    <a:close/>
                    <a:moveTo>
                      <a:pt x="1263" y="322"/>
                    </a:moveTo>
                    <a:cubicBezTo>
                      <a:pt x="1251" y="322"/>
                      <a:pt x="1239" y="334"/>
                      <a:pt x="1239" y="358"/>
                    </a:cubicBezTo>
                    <a:cubicBezTo>
                      <a:pt x="1239" y="370"/>
                      <a:pt x="1251" y="382"/>
                      <a:pt x="1263" y="382"/>
                    </a:cubicBezTo>
                    <a:cubicBezTo>
                      <a:pt x="1286" y="382"/>
                      <a:pt x="1298" y="370"/>
                      <a:pt x="1298" y="358"/>
                    </a:cubicBezTo>
                    <a:cubicBezTo>
                      <a:pt x="1298" y="334"/>
                      <a:pt x="1286" y="322"/>
                      <a:pt x="1263" y="322"/>
                    </a:cubicBezTo>
                    <a:close/>
                    <a:moveTo>
                      <a:pt x="1286" y="1787"/>
                    </a:moveTo>
                    <a:cubicBezTo>
                      <a:pt x="1286" y="1787"/>
                      <a:pt x="1465" y="1799"/>
                      <a:pt x="1465" y="2096"/>
                    </a:cubicBezTo>
                    <a:lnTo>
                      <a:pt x="1465" y="2751"/>
                    </a:lnTo>
                    <a:lnTo>
                      <a:pt x="1096" y="2751"/>
                    </a:lnTo>
                    <a:lnTo>
                      <a:pt x="1096" y="2096"/>
                    </a:lnTo>
                    <a:cubicBezTo>
                      <a:pt x="1096" y="1799"/>
                      <a:pt x="1286" y="1787"/>
                      <a:pt x="1286" y="1787"/>
                    </a:cubicBezTo>
                    <a:close/>
                    <a:moveTo>
                      <a:pt x="774" y="1882"/>
                    </a:moveTo>
                    <a:cubicBezTo>
                      <a:pt x="774" y="1882"/>
                      <a:pt x="894" y="1906"/>
                      <a:pt x="894" y="2203"/>
                    </a:cubicBezTo>
                    <a:lnTo>
                      <a:pt x="894" y="2763"/>
                    </a:lnTo>
                    <a:lnTo>
                      <a:pt x="655" y="2763"/>
                    </a:lnTo>
                    <a:lnTo>
                      <a:pt x="655" y="2203"/>
                    </a:lnTo>
                    <a:cubicBezTo>
                      <a:pt x="655" y="1906"/>
                      <a:pt x="774" y="1882"/>
                      <a:pt x="774" y="1882"/>
                    </a:cubicBezTo>
                    <a:close/>
                    <a:moveTo>
                      <a:pt x="1775" y="1882"/>
                    </a:moveTo>
                    <a:cubicBezTo>
                      <a:pt x="1775" y="1882"/>
                      <a:pt x="1894" y="1906"/>
                      <a:pt x="1894" y="2203"/>
                    </a:cubicBezTo>
                    <a:lnTo>
                      <a:pt x="1894" y="2763"/>
                    </a:lnTo>
                    <a:lnTo>
                      <a:pt x="1656" y="2763"/>
                    </a:lnTo>
                    <a:lnTo>
                      <a:pt x="1656" y="2203"/>
                    </a:lnTo>
                    <a:cubicBezTo>
                      <a:pt x="1656" y="1906"/>
                      <a:pt x="1775" y="1882"/>
                      <a:pt x="1775" y="1882"/>
                    </a:cubicBezTo>
                    <a:close/>
                    <a:moveTo>
                      <a:pt x="1263" y="394"/>
                    </a:moveTo>
                    <a:cubicBezTo>
                      <a:pt x="1251" y="394"/>
                      <a:pt x="1239" y="417"/>
                      <a:pt x="1239" y="429"/>
                    </a:cubicBezTo>
                    <a:cubicBezTo>
                      <a:pt x="1239" y="429"/>
                      <a:pt x="1227" y="429"/>
                      <a:pt x="1227" y="441"/>
                    </a:cubicBezTo>
                    <a:cubicBezTo>
                      <a:pt x="1227" y="441"/>
                      <a:pt x="1179" y="465"/>
                      <a:pt x="1191" y="477"/>
                    </a:cubicBezTo>
                    <a:lnTo>
                      <a:pt x="1203" y="477"/>
                    </a:lnTo>
                    <a:lnTo>
                      <a:pt x="1025" y="644"/>
                    </a:lnTo>
                    <a:lnTo>
                      <a:pt x="1001" y="644"/>
                    </a:lnTo>
                    <a:cubicBezTo>
                      <a:pt x="941" y="668"/>
                      <a:pt x="941" y="715"/>
                      <a:pt x="941" y="715"/>
                    </a:cubicBezTo>
                    <a:cubicBezTo>
                      <a:pt x="941" y="715"/>
                      <a:pt x="429" y="977"/>
                      <a:pt x="477" y="1513"/>
                    </a:cubicBezTo>
                    <a:cubicBezTo>
                      <a:pt x="334" y="1537"/>
                      <a:pt x="239" y="1560"/>
                      <a:pt x="239" y="1560"/>
                    </a:cubicBezTo>
                    <a:lnTo>
                      <a:pt x="548" y="1680"/>
                    </a:lnTo>
                    <a:lnTo>
                      <a:pt x="548" y="2751"/>
                    </a:lnTo>
                    <a:lnTo>
                      <a:pt x="251" y="2751"/>
                    </a:lnTo>
                    <a:lnTo>
                      <a:pt x="251" y="3108"/>
                    </a:lnTo>
                    <a:lnTo>
                      <a:pt x="465" y="3334"/>
                    </a:lnTo>
                    <a:lnTo>
                      <a:pt x="358" y="7442"/>
                    </a:lnTo>
                    <a:lnTo>
                      <a:pt x="155" y="7442"/>
                    </a:lnTo>
                    <a:lnTo>
                      <a:pt x="155" y="7799"/>
                    </a:lnTo>
                    <a:lnTo>
                      <a:pt x="346" y="8002"/>
                    </a:lnTo>
                    <a:lnTo>
                      <a:pt x="251" y="11633"/>
                    </a:lnTo>
                    <a:lnTo>
                      <a:pt x="1" y="11633"/>
                    </a:lnTo>
                    <a:lnTo>
                      <a:pt x="1" y="11990"/>
                    </a:lnTo>
                    <a:lnTo>
                      <a:pt x="239" y="12205"/>
                    </a:lnTo>
                    <a:lnTo>
                      <a:pt x="155" y="15907"/>
                    </a:lnTo>
                    <a:lnTo>
                      <a:pt x="2370" y="15907"/>
                    </a:lnTo>
                    <a:lnTo>
                      <a:pt x="2275" y="12205"/>
                    </a:lnTo>
                    <a:lnTo>
                      <a:pt x="2513" y="11990"/>
                    </a:lnTo>
                    <a:lnTo>
                      <a:pt x="2513" y="11633"/>
                    </a:lnTo>
                    <a:lnTo>
                      <a:pt x="2263" y="11633"/>
                    </a:lnTo>
                    <a:lnTo>
                      <a:pt x="2191" y="8002"/>
                    </a:lnTo>
                    <a:lnTo>
                      <a:pt x="2382" y="7799"/>
                    </a:lnTo>
                    <a:lnTo>
                      <a:pt x="2382" y="7442"/>
                    </a:lnTo>
                    <a:lnTo>
                      <a:pt x="2179" y="7442"/>
                    </a:lnTo>
                    <a:lnTo>
                      <a:pt x="2072" y="3334"/>
                    </a:lnTo>
                    <a:lnTo>
                      <a:pt x="2275" y="3108"/>
                    </a:lnTo>
                    <a:lnTo>
                      <a:pt x="2275" y="2751"/>
                    </a:lnTo>
                    <a:lnTo>
                      <a:pt x="1977" y="2751"/>
                    </a:lnTo>
                    <a:lnTo>
                      <a:pt x="1977" y="1680"/>
                    </a:lnTo>
                    <a:lnTo>
                      <a:pt x="2298" y="1560"/>
                    </a:lnTo>
                    <a:cubicBezTo>
                      <a:pt x="2298" y="1560"/>
                      <a:pt x="2215" y="1549"/>
                      <a:pt x="2060" y="1513"/>
                    </a:cubicBezTo>
                    <a:cubicBezTo>
                      <a:pt x="2096" y="965"/>
                      <a:pt x="1596" y="715"/>
                      <a:pt x="1596" y="715"/>
                    </a:cubicBezTo>
                    <a:cubicBezTo>
                      <a:pt x="1596" y="715"/>
                      <a:pt x="1608" y="668"/>
                      <a:pt x="1536" y="644"/>
                    </a:cubicBezTo>
                    <a:lnTo>
                      <a:pt x="1501" y="644"/>
                    </a:lnTo>
                    <a:lnTo>
                      <a:pt x="1322" y="477"/>
                    </a:lnTo>
                    <a:lnTo>
                      <a:pt x="1346" y="477"/>
                    </a:lnTo>
                    <a:cubicBezTo>
                      <a:pt x="1358" y="477"/>
                      <a:pt x="1310" y="441"/>
                      <a:pt x="1310" y="441"/>
                    </a:cubicBezTo>
                    <a:cubicBezTo>
                      <a:pt x="1310" y="429"/>
                      <a:pt x="1298" y="429"/>
                      <a:pt x="1298" y="429"/>
                    </a:cubicBezTo>
                    <a:cubicBezTo>
                      <a:pt x="1298" y="417"/>
                      <a:pt x="1286" y="394"/>
                      <a:pt x="1263" y="394"/>
                    </a:cubicBezTo>
                    <a:close/>
                  </a:path>
                </a:pathLst>
              </a:custGeom>
              <a:gradFill>
                <a:gsLst>
                  <a:gs pos="0">
                    <a:schemeClr val="accent3"/>
                  </a:gs>
                  <a:gs pos="74000">
                    <a:srgbClr val="7D386F"/>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3" name="Google Shape;1093;p26"/>
              <p:cNvSpPr/>
              <p:nvPr/>
            </p:nvSpPr>
            <p:spPr>
              <a:xfrm>
                <a:off x="3208425" y="-2063225"/>
                <a:ext cx="62825" cy="397700"/>
              </a:xfrm>
              <a:custGeom>
                <a:avLst/>
                <a:gdLst/>
                <a:ahLst/>
                <a:cxnLst/>
                <a:rect l="l" t="t" r="r" b="b"/>
                <a:pathLst>
                  <a:path w="2513" h="15908" extrusionOk="0">
                    <a:moveTo>
                      <a:pt x="1263" y="1"/>
                    </a:moveTo>
                    <a:lnTo>
                      <a:pt x="1251" y="25"/>
                    </a:lnTo>
                    <a:lnTo>
                      <a:pt x="1274" y="25"/>
                    </a:lnTo>
                    <a:lnTo>
                      <a:pt x="1263" y="1"/>
                    </a:lnTo>
                    <a:close/>
                    <a:moveTo>
                      <a:pt x="1263" y="25"/>
                    </a:moveTo>
                    <a:lnTo>
                      <a:pt x="1251" y="36"/>
                    </a:lnTo>
                    <a:cubicBezTo>
                      <a:pt x="1251" y="36"/>
                      <a:pt x="1251" y="60"/>
                      <a:pt x="1263" y="60"/>
                    </a:cubicBezTo>
                    <a:lnTo>
                      <a:pt x="1274" y="36"/>
                    </a:lnTo>
                    <a:cubicBezTo>
                      <a:pt x="1274" y="36"/>
                      <a:pt x="1274" y="25"/>
                      <a:pt x="1263" y="25"/>
                    </a:cubicBezTo>
                    <a:close/>
                    <a:moveTo>
                      <a:pt x="1215" y="25"/>
                    </a:moveTo>
                    <a:lnTo>
                      <a:pt x="1215" y="36"/>
                    </a:lnTo>
                    <a:cubicBezTo>
                      <a:pt x="1215" y="72"/>
                      <a:pt x="1227" y="84"/>
                      <a:pt x="1263" y="84"/>
                    </a:cubicBezTo>
                    <a:cubicBezTo>
                      <a:pt x="1286" y="84"/>
                      <a:pt x="1310" y="60"/>
                      <a:pt x="1310" y="36"/>
                    </a:cubicBezTo>
                    <a:lnTo>
                      <a:pt x="1310" y="25"/>
                    </a:lnTo>
                    <a:cubicBezTo>
                      <a:pt x="1310" y="36"/>
                      <a:pt x="1286" y="60"/>
                      <a:pt x="1263" y="72"/>
                    </a:cubicBezTo>
                    <a:cubicBezTo>
                      <a:pt x="1251" y="72"/>
                      <a:pt x="1227" y="60"/>
                      <a:pt x="1215" y="25"/>
                    </a:cubicBezTo>
                    <a:close/>
                    <a:moveTo>
                      <a:pt x="1263" y="120"/>
                    </a:moveTo>
                    <a:cubicBezTo>
                      <a:pt x="1251" y="120"/>
                      <a:pt x="1251" y="132"/>
                      <a:pt x="1251" y="144"/>
                    </a:cubicBezTo>
                    <a:cubicBezTo>
                      <a:pt x="1251" y="156"/>
                      <a:pt x="1263" y="179"/>
                      <a:pt x="1263" y="179"/>
                    </a:cubicBezTo>
                    <a:cubicBezTo>
                      <a:pt x="1274" y="179"/>
                      <a:pt x="1274" y="156"/>
                      <a:pt x="1274" y="144"/>
                    </a:cubicBezTo>
                    <a:cubicBezTo>
                      <a:pt x="1274" y="132"/>
                      <a:pt x="1263" y="120"/>
                      <a:pt x="1263" y="120"/>
                    </a:cubicBezTo>
                    <a:close/>
                    <a:moveTo>
                      <a:pt x="1251" y="215"/>
                    </a:moveTo>
                    <a:cubicBezTo>
                      <a:pt x="1227" y="239"/>
                      <a:pt x="1215" y="251"/>
                      <a:pt x="1215" y="263"/>
                    </a:cubicBezTo>
                    <a:cubicBezTo>
                      <a:pt x="1215" y="298"/>
                      <a:pt x="1227" y="310"/>
                      <a:pt x="1263" y="310"/>
                    </a:cubicBezTo>
                    <a:cubicBezTo>
                      <a:pt x="1274" y="310"/>
                      <a:pt x="1310" y="298"/>
                      <a:pt x="1310" y="263"/>
                    </a:cubicBezTo>
                    <a:cubicBezTo>
                      <a:pt x="1310" y="251"/>
                      <a:pt x="1286" y="239"/>
                      <a:pt x="1274" y="215"/>
                    </a:cubicBezTo>
                    <a:close/>
                    <a:moveTo>
                      <a:pt x="1263" y="322"/>
                    </a:moveTo>
                    <a:cubicBezTo>
                      <a:pt x="1251" y="322"/>
                      <a:pt x="1227" y="334"/>
                      <a:pt x="1227" y="358"/>
                    </a:cubicBezTo>
                    <a:cubicBezTo>
                      <a:pt x="1227" y="370"/>
                      <a:pt x="1251" y="382"/>
                      <a:pt x="1263" y="382"/>
                    </a:cubicBezTo>
                    <a:cubicBezTo>
                      <a:pt x="1274" y="382"/>
                      <a:pt x="1286" y="370"/>
                      <a:pt x="1286" y="358"/>
                    </a:cubicBezTo>
                    <a:cubicBezTo>
                      <a:pt x="1286" y="334"/>
                      <a:pt x="1274" y="322"/>
                      <a:pt x="1263" y="322"/>
                    </a:cubicBezTo>
                    <a:close/>
                    <a:moveTo>
                      <a:pt x="1274" y="1787"/>
                    </a:moveTo>
                    <a:cubicBezTo>
                      <a:pt x="1274" y="1787"/>
                      <a:pt x="1453" y="1799"/>
                      <a:pt x="1453" y="2096"/>
                    </a:cubicBezTo>
                    <a:lnTo>
                      <a:pt x="1453" y="2751"/>
                    </a:lnTo>
                    <a:lnTo>
                      <a:pt x="1084" y="2751"/>
                    </a:lnTo>
                    <a:lnTo>
                      <a:pt x="1084" y="2096"/>
                    </a:lnTo>
                    <a:cubicBezTo>
                      <a:pt x="1084" y="1799"/>
                      <a:pt x="1274" y="1787"/>
                      <a:pt x="1274" y="1787"/>
                    </a:cubicBezTo>
                    <a:close/>
                    <a:moveTo>
                      <a:pt x="774" y="1882"/>
                    </a:moveTo>
                    <a:cubicBezTo>
                      <a:pt x="774" y="1882"/>
                      <a:pt x="893" y="1906"/>
                      <a:pt x="893" y="2203"/>
                    </a:cubicBezTo>
                    <a:lnTo>
                      <a:pt x="893" y="2763"/>
                    </a:lnTo>
                    <a:lnTo>
                      <a:pt x="655" y="2763"/>
                    </a:lnTo>
                    <a:lnTo>
                      <a:pt x="655" y="2203"/>
                    </a:lnTo>
                    <a:cubicBezTo>
                      <a:pt x="655" y="1906"/>
                      <a:pt x="774" y="1882"/>
                      <a:pt x="774" y="1882"/>
                    </a:cubicBezTo>
                    <a:close/>
                    <a:moveTo>
                      <a:pt x="1775" y="1882"/>
                    </a:moveTo>
                    <a:cubicBezTo>
                      <a:pt x="1775" y="1882"/>
                      <a:pt x="1882" y="1906"/>
                      <a:pt x="1882" y="2203"/>
                    </a:cubicBezTo>
                    <a:lnTo>
                      <a:pt x="1882" y="2763"/>
                    </a:lnTo>
                    <a:lnTo>
                      <a:pt x="1655" y="2763"/>
                    </a:lnTo>
                    <a:lnTo>
                      <a:pt x="1655" y="2203"/>
                    </a:lnTo>
                    <a:cubicBezTo>
                      <a:pt x="1655" y="1906"/>
                      <a:pt x="1775" y="1882"/>
                      <a:pt x="1775" y="1882"/>
                    </a:cubicBezTo>
                    <a:close/>
                    <a:moveTo>
                      <a:pt x="1263" y="394"/>
                    </a:moveTo>
                    <a:cubicBezTo>
                      <a:pt x="1251" y="394"/>
                      <a:pt x="1227" y="417"/>
                      <a:pt x="1227" y="429"/>
                    </a:cubicBezTo>
                    <a:cubicBezTo>
                      <a:pt x="1227" y="429"/>
                      <a:pt x="1215" y="429"/>
                      <a:pt x="1215" y="441"/>
                    </a:cubicBezTo>
                    <a:cubicBezTo>
                      <a:pt x="1215" y="441"/>
                      <a:pt x="1167" y="465"/>
                      <a:pt x="1191" y="477"/>
                    </a:cubicBezTo>
                    <a:lnTo>
                      <a:pt x="1203" y="477"/>
                    </a:lnTo>
                    <a:lnTo>
                      <a:pt x="1024" y="644"/>
                    </a:lnTo>
                    <a:lnTo>
                      <a:pt x="989" y="644"/>
                    </a:lnTo>
                    <a:cubicBezTo>
                      <a:pt x="929" y="668"/>
                      <a:pt x="929" y="715"/>
                      <a:pt x="929" y="715"/>
                    </a:cubicBezTo>
                    <a:cubicBezTo>
                      <a:pt x="929" y="715"/>
                      <a:pt x="429" y="977"/>
                      <a:pt x="477" y="1513"/>
                    </a:cubicBezTo>
                    <a:cubicBezTo>
                      <a:pt x="322" y="1537"/>
                      <a:pt x="239" y="1560"/>
                      <a:pt x="239" y="1560"/>
                    </a:cubicBezTo>
                    <a:lnTo>
                      <a:pt x="548" y="1680"/>
                    </a:lnTo>
                    <a:lnTo>
                      <a:pt x="548" y="2751"/>
                    </a:lnTo>
                    <a:lnTo>
                      <a:pt x="251" y="2751"/>
                    </a:lnTo>
                    <a:lnTo>
                      <a:pt x="251" y="3108"/>
                    </a:lnTo>
                    <a:lnTo>
                      <a:pt x="453" y="3334"/>
                    </a:lnTo>
                    <a:lnTo>
                      <a:pt x="358" y="7442"/>
                    </a:lnTo>
                    <a:lnTo>
                      <a:pt x="143" y="7442"/>
                    </a:lnTo>
                    <a:lnTo>
                      <a:pt x="143" y="7799"/>
                    </a:lnTo>
                    <a:lnTo>
                      <a:pt x="334" y="8002"/>
                    </a:lnTo>
                    <a:lnTo>
                      <a:pt x="251" y="11633"/>
                    </a:lnTo>
                    <a:lnTo>
                      <a:pt x="0" y="11633"/>
                    </a:lnTo>
                    <a:lnTo>
                      <a:pt x="0" y="11990"/>
                    </a:lnTo>
                    <a:lnTo>
                      <a:pt x="239" y="12205"/>
                    </a:lnTo>
                    <a:lnTo>
                      <a:pt x="143" y="15907"/>
                    </a:lnTo>
                    <a:lnTo>
                      <a:pt x="2358" y="15907"/>
                    </a:lnTo>
                    <a:lnTo>
                      <a:pt x="2275" y="12205"/>
                    </a:lnTo>
                    <a:lnTo>
                      <a:pt x="2513" y="11990"/>
                    </a:lnTo>
                    <a:lnTo>
                      <a:pt x="2513" y="11633"/>
                    </a:lnTo>
                    <a:lnTo>
                      <a:pt x="2263" y="11633"/>
                    </a:lnTo>
                    <a:lnTo>
                      <a:pt x="2191" y="8002"/>
                    </a:lnTo>
                    <a:lnTo>
                      <a:pt x="2382" y="7799"/>
                    </a:lnTo>
                    <a:lnTo>
                      <a:pt x="2382" y="7442"/>
                    </a:lnTo>
                    <a:lnTo>
                      <a:pt x="2167" y="7442"/>
                    </a:lnTo>
                    <a:lnTo>
                      <a:pt x="2072" y="3334"/>
                    </a:lnTo>
                    <a:lnTo>
                      <a:pt x="2275" y="3108"/>
                    </a:lnTo>
                    <a:lnTo>
                      <a:pt x="2275" y="2751"/>
                    </a:lnTo>
                    <a:lnTo>
                      <a:pt x="1977" y="2751"/>
                    </a:lnTo>
                    <a:lnTo>
                      <a:pt x="1977" y="1680"/>
                    </a:lnTo>
                    <a:lnTo>
                      <a:pt x="2286" y="1560"/>
                    </a:lnTo>
                    <a:cubicBezTo>
                      <a:pt x="2286" y="1560"/>
                      <a:pt x="2215" y="1549"/>
                      <a:pt x="2048" y="1513"/>
                    </a:cubicBezTo>
                    <a:cubicBezTo>
                      <a:pt x="2096" y="965"/>
                      <a:pt x="1584" y="715"/>
                      <a:pt x="1584" y="715"/>
                    </a:cubicBezTo>
                    <a:cubicBezTo>
                      <a:pt x="1584" y="715"/>
                      <a:pt x="1608" y="668"/>
                      <a:pt x="1524" y="644"/>
                    </a:cubicBezTo>
                    <a:lnTo>
                      <a:pt x="1501" y="644"/>
                    </a:lnTo>
                    <a:lnTo>
                      <a:pt x="1322" y="477"/>
                    </a:lnTo>
                    <a:lnTo>
                      <a:pt x="1334" y="477"/>
                    </a:lnTo>
                    <a:cubicBezTo>
                      <a:pt x="1346" y="477"/>
                      <a:pt x="1310" y="441"/>
                      <a:pt x="1310" y="441"/>
                    </a:cubicBezTo>
                    <a:cubicBezTo>
                      <a:pt x="1310" y="429"/>
                      <a:pt x="1286" y="429"/>
                      <a:pt x="1286" y="429"/>
                    </a:cubicBezTo>
                    <a:cubicBezTo>
                      <a:pt x="1286" y="417"/>
                      <a:pt x="1274" y="394"/>
                      <a:pt x="1263" y="394"/>
                    </a:cubicBezTo>
                    <a:close/>
                  </a:path>
                </a:pathLst>
              </a:custGeom>
              <a:gradFill>
                <a:gsLst>
                  <a:gs pos="0">
                    <a:schemeClr val="accent3"/>
                  </a:gs>
                  <a:gs pos="74000">
                    <a:srgbClr val="7D386F"/>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094" name="Google Shape;1094;p26"/>
            <p:cNvSpPr/>
            <p:nvPr/>
          </p:nvSpPr>
          <p:spPr>
            <a:xfrm rot="5400000">
              <a:off x="2483774" y="-1003243"/>
              <a:ext cx="4176452" cy="7149986"/>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1095" name="Google Shape;1095;p26"/>
          <p:cNvSpPr txBox="1">
            <a:spLocks noGrp="1"/>
          </p:cNvSpPr>
          <p:nvPr>
            <p:ph type="ctrTitle"/>
          </p:nvPr>
        </p:nvSpPr>
        <p:spPr>
          <a:xfrm>
            <a:off x="1766750" y="1437700"/>
            <a:ext cx="5606400" cy="1719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solidFill>
                  <a:schemeClr val="lt1"/>
                </a:solidFill>
              </a:rPr>
              <a:t>“Pembagian Hadits Berdasaran </a:t>
            </a:r>
            <a:r>
              <a:rPr lang="id-ID" sz="3200" dirty="0">
                <a:solidFill>
                  <a:schemeClr val="lt1"/>
                </a:solidFill>
              </a:rPr>
              <a:t>K</a:t>
            </a:r>
            <a:r>
              <a:rPr lang="en" sz="3200" dirty="0">
                <a:solidFill>
                  <a:schemeClr val="lt1"/>
                </a:solidFill>
              </a:rPr>
              <a:t>ua</a:t>
            </a:r>
            <a:r>
              <a:rPr lang="id-ID" sz="3200" dirty="0">
                <a:solidFill>
                  <a:schemeClr val="lt1"/>
                </a:solidFill>
              </a:rPr>
              <a:t>ntitas</a:t>
            </a:r>
            <a:r>
              <a:rPr lang="en" sz="3200" dirty="0">
                <a:solidFill>
                  <a:schemeClr val="lt1"/>
                </a:solidFill>
              </a:rPr>
              <a:t> </a:t>
            </a:r>
            <a:r>
              <a:rPr lang="id-ID" sz="3200" dirty="0">
                <a:solidFill>
                  <a:schemeClr val="lt1"/>
                </a:solidFill>
              </a:rPr>
              <a:t>Sanad</a:t>
            </a:r>
            <a:r>
              <a:rPr lang="en-US" sz="3200" dirty="0">
                <a:solidFill>
                  <a:schemeClr val="lt1"/>
                </a:solidFill>
              </a:rPr>
              <a:t>”</a:t>
            </a:r>
            <a:endParaRPr lang="id-ID" sz="3200" dirty="0">
              <a:solidFill>
                <a:schemeClr val="lt1"/>
              </a:solidFill>
            </a:endParaRPr>
          </a:p>
        </p:txBody>
      </p:sp>
      <p:sp>
        <p:nvSpPr>
          <p:cNvPr id="1096" name="Google Shape;1096;p26"/>
          <p:cNvSpPr txBox="1">
            <a:spLocks noGrp="1"/>
          </p:cNvSpPr>
          <p:nvPr>
            <p:ph type="subTitle" idx="1"/>
          </p:nvPr>
        </p:nvSpPr>
        <p:spPr>
          <a:xfrm>
            <a:off x="1986675" y="3385118"/>
            <a:ext cx="5166300" cy="86840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sz="1200" dirty="0">
                <a:solidFill>
                  <a:schemeClr val="lt1"/>
                </a:solidFill>
                <a:latin typeface="Sanchez"/>
                <a:ea typeface="Sanchez"/>
                <a:cs typeface="Sanchez"/>
                <a:sym typeface="Sanchez"/>
              </a:rPr>
              <a:t>Universitas Islam Negeri Alauddin Makassar</a:t>
            </a:r>
          </a:p>
          <a:p>
            <a:pPr marL="0" lvl="0" indent="0" algn="ctr" rtl="0">
              <a:spcBef>
                <a:spcPts val="0"/>
              </a:spcBef>
              <a:spcAft>
                <a:spcPts val="0"/>
              </a:spcAft>
              <a:buNone/>
            </a:pPr>
            <a:r>
              <a:rPr lang="id-ID" sz="1200" dirty="0">
                <a:solidFill>
                  <a:schemeClr val="lt1"/>
                </a:solidFill>
                <a:latin typeface="Sanchez"/>
                <a:ea typeface="Sanchez"/>
                <a:cs typeface="Sanchez"/>
                <a:sym typeface="Sanchez"/>
              </a:rPr>
              <a:t>Fakultas Sains dan Teknologi</a:t>
            </a:r>
          </a:p>
          <a:p>
            <a:pPr marL="0" lvl="0" indent="0" algn="ctr" rtl="0">
              <a:spcBef>
                <a:spcPts val="0"/>
              </a:spcBef>
              <a:spcAft>
                <a:spcPts val="0"/>
              </a:spcAft>
              <a:buNone/>
            </a:pPr>
            <a:r>
              <a:rPr lang="id-ID" sz="1200" dirty="0">
                <a:solidFill>
                  <a:schemeClr val="lt1"/>
                </a:solidFill>
                <a:latin typeface="Sanchez"/>
                <a:ea typeface="Sanchez"/>
                <a:cs typeface="Sanchez"/>
                <a:sym typeface="Sanchez"/>
              </a:rPr>
              <a:t>2022</a:t>
            </a:r>
          </a:p>
        </p:txBody>
      </p:sp>
      <p:grpSp>
        <p:nvGrpSpPr>
          <p:cNvPr id="1097" name="Google Shape;1097;p26"/>
          <p:cNvGrpSpPr/>
          <p:nvPr/>
        </p:nvGrpSpPr>
        <p:grpSpPr>
          <a:xfrm>
            <a:off x="4292863" y="862175"/>
            <a:ext cx="558125" cy="536100"/>
            <a:chOff x="6535925" y="-2669850"/>
            <a:chExt cx="558125" cy="536100"/>
          </a:xfrm>
        </p:grpSpPr>
        <p:sp>
          <p:nvSpPr>
            <p:cNvPr id="1098" name="Google Shape;1098;p26"/>
            <p:cNvSpPr/>
            <p:nvPr/>
          </p:nvSpPr>
          <p:spPr>
            <a:xfrm>
              <a:off x="6868700" y="-2505750"/>
              <a:ext cx="109575" cy="101900"/>
            </a:xfrm>
            <a:custGeom>
              <a:avLst/>
              <a:gdLst/>
              <a:ahLst/>
              <a:cxnLst/>
              <a:rect l="l" t="t" r="r" b="b"/>
              <a:pathLst>
                <a:path w="4383" h="4076" extrusionOk="0">
                  <a:moveTo>
                    <a:pt x="2203" y="0"/>
                  </a:moveTo>
                  <a:cubicBezTo>
                    <a:pt x="2168" y="0"/>
                    <a:pt x="2126" y="15"/>
                    <a:pt x="2084" y="45"/>
                  </a:cubicBezTo>
                  <a:lnTo>
                    <a:pt x="1489" y="1247"/>
                  </a:lnTo>
                  <a:cubicBezTo>
                    <a:pt x="1489" y="1283"/>
                    <a:pt x="1465" y="1295"/>
                    <a:pt x="1429" y="1295"/>
                  </a:cubicBezTo>
                  <a:lnTo>
                    <a:pt x="96" y="1485"/>
                  </a:lnTo>
                  <a:cubicBezTo>
                    <a:pt x="13" y="1509"/>
                    <a:pt x="1" y="1593"/>
                    <a:pt x="48" y="1640"/>
                  </a:cubicBezTo>
                  <a:lnTo>
                    <a:pt x="1013" y="2581"/>
                  </a:lnTo>
                  <a:cubicBezTo>
                    <a:pt x="1048" y="2593"/>
                    <a:pt x="1048" y="2617"/>
                    <a:pt x="1048" y="2652"/>
                  </a:cubicBezTo>
                  <a:lnTo>
                    <a:pt x="822" y="3974"/>
                  </a:lnTo>
                  <a:cubicBezTo>
                    <a:pt x="822" y="4033"/>
                    <a:pt x="871" y="4075"/>
                    <a:pt x="921" y="4075"/>
                  </a:cubicBezTo>
                  <a:cubicBezTo>
                    <a:pt x="932" y="4075"/>
                    <a:pt x="943" y="4073"/>
                    <a:pt x="953" y="4069"/>
                  </a:cubicBezTo>
                  <a:lnTo>
                    <a:pt x="2144" y="3438"/>
                  </a:lnTo>
                  <a:cubicBezTo>
                    <a:pt x="2156" y="3432"/>
                    <a:pt x="2168" y="3429"/>
                    <a:pt x="2181" y="3429"/>
                  </a:cubicBezTo>
                  <a:cubicBezTo>
                    <a:pt x="2194" y="3429"/>
                    <a:pt x="2209" y="3432"/>
                    <a:pt x="2227" y="3438"/>
                  </a:cubicBezTo>
                  <a:lnTo>
                    <a:pt x="3418" y="4069"/>
                  </a:lnTo>
                  <a:cubicBezTo>
                    <a:pt x="3430" y="4073"/>
                    <a:pt x="3443" y="4075"/>
                    <a:pt x="3455" y="4075"/>
                  </a:cubicBezTo>
                  <a:cubicBezTo>
                    <a:pt x="3512" y="4075"/>
                    <a:pt x="3559" y="4033"/>
                    <a:pt x="3549" y="3974"/>
                  </a:cubicBezTo>
                  <a:lnTo>
                    <a:pt x="3322" y="2652"/>
                  </a:lnTo>
                  <a:cubicBezTo>
                    <a:pt x="3322" y="2617"/>
                    <a:pt x="3334" y="2593"/>
                    <a:pt x="3358" y="2581"/>
                  </a:cubicBezTo>
                  <a:lnTo>
                    <a:pt x="4323" y="1640"/>
                  </a:lnTo>
                  <a:cubicBezTo>
                    <a:pt x="4382" y="1593"/>
                    <a:pt x="4346" y="1509"/>
                    <a:pt x="4275" y="1485"/>
                  </a:cubicBezTo>
                  <a:lnTo>
                    <a:pt x="2941" y="1295"/>
                  </a:lnTo>
                  <a:cubicBezTo>
                    <a:pt x="2918" y="1295"/>
                    <a:pt x="2894" y="1283"/>
                    <a:pt x="2882" y="1247"/>
                  </a:cubicBezTo>
                  <a:lnTo>
                    <a:pt x="2287" y="45"/>
                  </a:lnTo>
                  <a:cubicBezTo>
                    <a:pt x="2269" y="15"/>
                    <a:pt x="2239" y="0"/>
                    <a:pt x="2203" y="0"/>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99" name="Google Shape;1099;p26"/>
            <p:cNvSpPr/>
            <p:nvPr/>
          </p:nvSpPr>
          <p:spPr>
            <a:xfrm>
              <a:off x="6572525" y="-2669850"/>
              <a:ext cx="521525" cy="536100"/>
            </a:xfrm>
            <a:custGeom>
              <a:avLst/>
              <a:gdLst/>
              <a:ahLst/>
              <a:cxnLst/>
              <a:rect l="l" t="t" r="r" b="b"/>
              <a:pathLst>
                <a:path w="20861" h="21444" extrusionOk="0">
                  <a:moveTo>
                    <a:pt x="8204" y="1"/>
                  </a:moveTo>
                  <a:lnTo>
                    <a:pt x="8204" y="1"/>
                  </a:lnTo>
                  <a:cubicBezTo>
                    <a:pt x="3489" y="1191"/>
                    <a:pt x="1" y="5466"/>
                    <a:pt x="1" y="10550"/>
                  </a:cubicBezTo>
                  <a:cubicBezTo>
                    <a:pt x="1" y="16562"/>
                    <a:pt x="4882" y="21444"/>
                    <a:pt x="10895" y="21444"/>
                  </a:cubicBezTo>
                  <a:cubicBezTo>
                    <a:pt x="15336" y="21444"/>
                    <a:pt x="19158" y="18789"/>
                    <a:pt x="20861" y="14979"/>
                  </a:cubicBezTo>
                  <a:lnTo>
                    <a:pt x="20861" y="14979"/>
                  </a:lnTo>
                  <a:cubicBezTo>
                    <a:pt x="19289" y="16027"/>
                    <a:pt x="17146" y="16979"/>
                    <a:pt x="15110" y="16979"/>
                  </a:cubicBezTo>
                  <a:cubicBezTo>
                    <a:pt x="9669" y="16979"/>
                    <a:pt x="4990" y="12455"/>
                    <a:pt x="4990" y="7014"/>
                  </a:cubicBezTo>
                  <a:cubicBezTo>
                    <a:pt x="4990" y="4394"/>
                    <a:pt x="6526" y="1775"/>
                    <a:pt x="8204" y="1"/>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00" name="Google Shape;1100;p26"/>
            <p:cNvSpPr/>
            <p:nvPr/>
          </p:nvSpPr>
          <p:spPr>
            <a:xfrm>
              <a:off x="6535925" y="-2669850"/>
              <a:ext cx="558125" cy="469825"/>
            </a:xfrm>
            <a:custGeom>
              <a:avLst/>
              <a:gdLst/>
              <a:ahLst/>
              <a:cxnLst/>
              <a:rect l="l" t="t" r="r" b="b"/>
              <a:pathLst>
                <a:path w="22325" h="18793" extrusionOk="0">
                  <a:moveTo>
                    <a:pt x="9668" y="1"/>
                  </a:moveTo>
                  <a:lnTo>
                    <a:pt x="9668" y="1"/>
                  </a:lnTo>
                  <a:cubicBezTo>
                    <a:pt x="9667" y="1"/>
                    <a:pt x="1" y="6109"/>
                    <a:pt x="6585" y="15229"/>
                  </a:cubicBezTo>
                  <a:cubicBezTo>
                    <a:pt x="7896" y="17034"/>
                    <a:pt x="11307" y="18793"/>
                    <a:pt x="14854" y="18793"/>
                  </a:cubicBezTo>
                  <a:cubicBezTo>
                    <a:pt x="17554" y="18793"/>
                    <a:pt x="20333" y="17773"/>
                    <a:pt x="22325" y="14979"/>
                  </a:cubicBezTo>
                  <a:lnTo>
                    <a:pt x="22325" y="14979"/>
                  </a:lnTo>
                  <a:cubicBezTo>
                    <a:pt x="20753" y="16027"/>
                    <a:pt x="18872" y="16646"/>
                    <a:pt x="16824" y="16658"/>
                  </a:cubicBezTo>
                  <a:cubicBezTo>
                    <a:pt x="11383" y="16658"/>
                    <a:pt x="6966" y="12240"/>
                    <a:pt x="6966" y="6787"/>
                  </a:cubicBezTo>
                  <a:cubicBezTo>
                    <a:pt x="6966" y="4156"/>
                    <a:pt x="7990" y="1775"/>
                    <a:pt x="9668" y="1"/>
                  </a:cubicBezTo>
                  <a:close/>
                </a:path>
              </a:pathLst>
            </a:custGeom>
            <a:gradFill>
              <a:gsLst>
                <a:gs pos="0">
                  <a:srgbClr val="E69138"/>
                </a:gs>
                <a:gs pos="50000">
                  <a:srgbClr val="F9CB9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29"/>
          <p:cNvSpPr txBox="1">
            <a:spLocks noGrp="1"/>
          </p:cNvSpPr>
          <p:nvPr>
            <p:ph type="title"/>
          </p:nvPr>
        </p:nvSpPr>
        <p:spPr>
          <a:xfrm>
            <a:off x="4503383" y="545376"/>
            <a:ext cx="4191476" cy="621900"/>
          </a:xfrm>
          <a:prstGeom prst="rect">
            <a:avLst/>
          </a:prstGeom>
        </p:spPr>
        <p:txBody>
          <a:bodyPr spcFirstLastPara="1" wrap="square" lIns="91425" tIns="91425" rIns="91425" bIns="91425" anchor="b"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lang="id-ID" sz="2000" dirty="0"/>
          </a:p>
        </p:txBody>
      </p:sp>
      <p:sp>
        <p:nvSpPr>
          <p:cNvPr id="1136" name="Google Shape;1136;p29"/>
          <p:cNvSpPr txBox="1">
            <a:spLocks noGrp="1"/>
          </p:cNvSpPr>
          <p:nvPr>
            <p:ph type="subTitle" idx="1"/>
          </p:nvPr>
        </p:nvSpPr>
        <p:spPr>
          <a:xfrm>
            <a:off x="4493488" y="1412166"/>
            <a:ext cx="4191476" cy="2634703"/>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v"/>
            </a:pPr>
            <a:r>
              <a:rPr lang="id-ID" dirty="0"/>
              <a:t>Hadits Mutawatir</a:t>
            </a:r>
            <a:endParaRPr lang="en-US" dirty="0"/>
          </a:p>
          <a:p>
            <a:pPr marL="139700" lvl="0" indent="0">
              <a:lnSpc>
                <a:spcPct val="150000"/>
              </a:lnSpc>
            </a:pPr>
            <a:r>
              <a:rPr lang="id-ID" sz="1400" dirty="0"/>
              <a:t>Hadis Mutawatir adalah Hadis yang memiliki sanad yang pada setiap tingkatannya terdiri atas perawi yang banyak dengan jumlah yang menurut hukum adat atau akal tidak mungkin bersepakat untuk melakukan kebohongan terhadap hadis yang mereka riwayatkan tersebut.</a:t>
            </a:r>
            <a:endParaRPr lang="en-US" sz="1400" dirty="0"/>
          </a:p>
        </p:txBody>
      </p:sp>
      <p:grpSp>
        <p:nvGrpSpPr>
          <p:cNvPr id="1137" name="Google Shape;1137;p29"/>
          <p:cNvGrpSpPr/>
          <p:nvPr/>
        </p:nvGrpSpPr>
        <p:grpSpPr>
          <a:xfrm>
            <a:off x="609549" y="1450025"/>
            <a:ext cx="3709636" cy="3097353"/>
            <a:chOff x="609549" y="832550"/>
            <a:chExt cx="3709636" cy="3097353"/>
          </a:xfrm>
        </p:grpSpPr>
        <p:sp>
          <p:nvSpPr>
            <p:cNvPr id="1138" name="Google Shape;1138;p29"/>
            <p:cNvSpPr/>
            <p:nvPr/>
          </p:nvSpPr>
          <p:spPr>
            <a:xfrm>
              <a:off x="628957" y="872999"/>
              <a:ext cx="3669971" cy="3037432"/>
            </a:xfrm>
            <a:custGeom>
              <a:avLst/>
              <a:gdLst/>
              <a:ahLst/>
              <a:cxnLst/>
              <a:rect l="l" t="t" r="r" b="b"/>
              <a:pathLst>
                <a:path w="56163" h="46483" extrusionOk="0">
                  <a:moveTo>
                    <a:pt x="28088" y="1"/>
                  </a:moveTo>
                  <a:cubicBezTo>
                    <a:pt x="27683" y="644"/>
                    <a:pt x="26766" y="1668"/>
                    <a:pt x="24861" y="2370"/>
                  </a:cubicBezTo>
                  <a:cubicBezTo>
                    <a:pt x="21551" y="3573"/>
                    <a:pt x="18015" y="5847"/>
                    <a:pt x="18015" y="8668"/>
                  </a:cubicBezTo>
                  <a:lnTo>
                    <a:pt x="18015" y="8990"/>
                  </a:lnTo>
                  <a:lnTo>
                    <a:pt x="17682" y="8966"/>
                  </a:lnTo>
                  <a:cubicBezTo>
                    <a:pt x="17682" y="8966"/>
                    <a:pt x="17479" y="8942"/>
                    <a:pt x="17158" y="8942"/>
                  </a:cubicBezTo>
                  <a:cubicBezTo>
                    <a:pt x="16277" y="8942"/>
                    <a:pt x="14574" y="9073"/>
                    <a:pt x="13098" y="10014"/>
                  </a:cubicBezTo>
                  <a:cubicBezTo>
                    <a:pt x="11288" y="11181"/>
                    <a:pt x="10359" y="13157"/>
                    <a:pt x="10359" y="15919"/>
                  </a:cubicBezTo>
                  <a:lnTo>
                    <a:pt x="10359" y="16241"/>
                  </a:lnTo>
                  <a:lnTo>
                    <a:pt x="10050" y="16217"/>
                  </a:lnTo>
                  <a:lnTo>
                    <a:pt x="10026" y="16217"/>
                  </a:lnTo>
                  <a:cubicBezTo>
                    <a:pt x="9562" y="16217"/>
                    <a:pt x="5525" y="16372"/>
                    <a:pt x="5525" y="21456"/>
                  </a:cubicBezTo>
                  <a:lnTo>
                    <a:pt x="5525" y="21718"/>
                  </a:lnTo>
                  <a:lnTo>
                    <a:pt x="5287" y="21753"/>
                  </a:lnTo>
                  <a:cubicBezTo>
                    <a:pt x="5061" y="21801"/>
                    <a:pt x="1" y="22765"/>
                    <a:pt x="1" y="27873"/>
                  </a:cubicBezTo>
                  <a:lnTo>
                    <a:pt x="1" y="46483"/>
                  </a:lnTo>
                  <a:lnTo>
                    <a:pt x="56163" y="46483"/>
                  </a:lnTo>
                  <a:lnTo>
                    <a:pt x="56163" y="27873"/>
                  </a:lnTo>
                  <a:cubicBezTo>
                    <a:pt x="56163" y="22777"/>
                    <a:pt x="51091" y="21801"/>
                    <a:pt x="50876" y="21765"/>
                  </a:cubicBezTo>
                  <a:lnTo>
                    <a:pt x="50638" y="21718"/>
                  </a:lnTo>
                  <a:lnTo>
                    <a:pt x="50638" y="21468"/>
                  </a:lnTo>
                  <a:cubicBezTo>
                    <a:pt x="50638" y="16372"/>
                    <a:pt x="46602" y="16229"/>
                    <a:pt x="46150" y="16229"/>
                  </a:cubicBezTo>
                  <a:lnTo>
                    <a:pt x="46114" y="16229"/>
                  </a:lnTo>
                  <a:lnTo>
                    <a:pt x="45804" y="16241"/>
                  </a:lnTo>
                  <a:lnTo>
                    <a:pt x="45804" y="15931"/>
                  </a:lnTo>
                  <a:cubicBezTo>
                    <a:pt x="45804" y="13157"/>
                    <a:pt x="44876" y="11169"/>
                    <a:pt x="43066" y="10014"/>
                  </a:cubicBezTo>
                  <a:cubicBezTo>
                    <a:pt x="41589" y="9085"/>
                    <a:pt x="39899" y="8942"/>
                    <a:pt x="39018" y="8942"/>
                  </a:cubicBezTo>
                  <a:cubicBezTo>
                    <a:pt x="38684" y="8942"/>
                    <a:pt x="38482" y="8966"/>
                    <a:pt x="38482" y="8966"/>
                  </a:cubicBezTo>
                  <a:lnTo>
                    <a:pt x="38149" y="8990"/>
                  </a:lnTo>
                  <a:lnTo>
                    <a:pt x="38149" y="8668"/>
                  </a:lnTo>
                  <a:cubicBezTo>
                    <a:pt x="38149" y="5847"/>
                    <a:pt x="34624" y="3573"/>
                    <a:pt x="31302" y="2370"/>
                  </a:cubicBezTo>
                  <a:cubicBezTo>
                    <a:pt x="29397" y="1668"/>
                    <a:pt x="28493" y="644"/>
                    <a:pt x="28088" y="1"/>
                  </a:cubicBezTo>
                  <a:close/>
                </a:path>
              </a:pathLst>
            </a:custGeom>
            <a:gradFill>
              <a:gsLst>
                <a:gs pos="0">
                  <a:schemeClr val="accent3"/>
                </a:gs>
                <a:gs pos="100000">
                  <a:schemeClr val="accent4"/>
                </a:gs>
              </a:gsLst>
              <a:lin ang="5400012" scaled="0"/>
            </a:gradFill>
            <a:ln>
              <a:noFill/>
            </a:ln>
            <a:effectLst>
              <a:outerShdw blurRad="271463" dist="171450" dir="5400000" algn="bl" rotWithShape="0">
                <a:srgbClr val="CEA37C">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9"/>
            <p:cNvSpPr/>
            <p:nvPr/>
          </p:nvSpPr>
          <p:spPr>
            <a:xfrm>
              <a:off x="1862675" y="1865475"/>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9"/>
            <p:cNvSpPr/>
            <p:nvPr/>
          </p:nvSpPr>
          <p:spPr>
            <a:xfrm>
              <a:off x="1677825" y="203900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9"/>
            <p:cNvSpPr/>
            <p:nvPr/>
          </p:nvSpPr>
          <p:spPr>
            <a:xfrm>
              <a:off x="3303775" y="233820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9"/>
            <p:cNvSpPr/>
            <p:nvPr/>
          </p:nvSpPr>
          <p:spPr>
            <a:xfrm>
              <a:off x="3760600" y="3135475"/>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3" name="Google Shape;1143;p29"/>
            <p:cNvGrpSpPr/>
            <p:nvPr/>
          </p:nvGrpSpPr>
          <p:grpSpPr>
            <a:xfrm>
              <a:off x="2185288" y="1295200"/>
              <a:ext cx="558125" cy="536100"/>
              <a:chOff x="6535925" y="-2669850"/>
              <a:chExt cx="558125" cy="536100"/>
            </a:xfrm>
          </p:grpSpPr>
          <p:sp>
            <p:nvSpPr>
              <p:cNvPr id="1144" name="Google Shape;1144;p29"/>
              <p:cNvSpPr/>
              <p:nvPr/>
            </p:nvSpPr>
            <p:spPr>
              <a:xfrm>
                <a:off x="6868700" y="-2505750"/>
                <a:ext cx="109575" cy="101900"/>
              </a:xfrm>
              <a:custGeom>
                <a:avLst/>
                <a:gdLst/>
                <a:ahLst/>
                <a:cxnLst/>
                <a:rect l="l" t="t" r="r" b="b"/>
                <a:pathLst>
                  <a:path w="4383" h="4076" extrusionOk="0">
                    <a:moveTo>
                      <a:pt x="2203" y="0"/>
                    </a:moveTo>
                    <a:cubicBezTo>
                      <a:pt x="2168" y="0"/>
                      <a:pt x="2126" y="15"/>
                      <a:pt x="2084" y="45"/>
                    </a:cubicBezTo>
                    <a:lnTo>
                      <a:pt x="1489" y="1247"/>
                    </a:lnTo>
                    <a:cubicBezTo>
                      <a:pt x="1489" y="1283"/>
                      <a:pt x="1465" y="1295"/>
                      <a:pt x="1429" y="1295"/>
                    </a:cubicBezTo>
                    <a:lnTo>
                      <a:pt x="96" y="1485"/>
                    </a:lnTo>
                    <a:cubicBezTo>
                      <a:pt x="13" y="1509"/>
                      <a:pt x="1" y="1593"/>
                      <a:pt x="48" y="1640"/>
                    </a:cubicBezTo>
                    <a:lnTo>
                      <a:pt x="1013" y="2581"/>
                    </a:lnTo>
                    <a:cubicBezTo>
                      <a:pt x="1048" y="2593"/>
                      <a:pt x="1048" y="2617"/>
                      <a:pt x="1048" y="2652"/>
                    </a:cubicBezTo>
                    <a:lnTo>
                      <a:pt x="822" y="3974"/>
                    </a:lnTo>
                    <a:cubicBezTo>
                      <a:pt x="822" y="4033"/>
                      <a:pt x="871" y="4075"/>
                      <a:pt x="921" y="4075"/>
                    </a:cubicBezTo>
                    <a:cubicBezTo>
                      <a:pt x="932" y="4075"/>
                      <a:pt x="943" y="4073"/>
                      <a:pt x="953" y="4069"/>
                    </a:cubicBezTo>
                    <a:lnTo>
                      <a:pt x="2144" y="3438"/>
                    </a:lnTo>
                    <a:cubicBezTo>
                      <a:pt x="2156" y="3432"/>
                      <a:pt x="2168" y="3429"/>
                      <a:pt x="2181" y="3429"/>
                    </a:cubicBezTo>
                    <a:cubicBezTo>
                      <a:pt x="2194" y="3429"/>
                      <a:pt x="2209" y="3432"/>
                      <a:pt x="2227" y="3438"/>
                    </a:cubicBezTo>
                    <a:lnTo>
                      <a:pt x="3418" y="4069"/>
                    </a:lnTo>
                    <a:cubicBezTo>
                      <a:pt x="3430" y="4073"/>
                      <a:pt x="3443" y="4075"/>
                      <a:pt x="3455" y="4075"/>
                    </a:cubicBezTo>
                    <a:cubicBezTo>
                      <a:pt x="3512" y="4075"/>
                      <a:pt x="3559" y="4033"/>
                      <a:pt x="3549" y="3974"/>
                    </a:cubicBezTo>
                    <a:lnTo>
                      <a:pt x="3322" y="2652"/>
                    </a:lnTo>
                    <a:cubicBezTo>
                      <a:pt x="3322" y="2617"/>
                      <a:pt x="3334" y="2593"/>
                      <a:pt x="3358" y="2581"/>
                    </a:cubicBezTo>
                    <a:lnTo>
                      <a:pt x="4323" y="1640"/>
                    </a:lnTo>
                    <a:cubicBezTo>
                      <a:pt x="4382" y="1593"/>
                      <a:pt x="4346" y="1509"/>
                      <a:pt x="4275" y="1485"/>
                    </a:cubicBezTo>
                    <a:lnTo>
                      <a:pt x="2941" y="1295"/>
                    </a:lnTo>
                    <a:cubicBezTo>
                      <a:pt x="2918" y="1295"/>
                      <a:pt x="2894" y="1283"/>
                      <a:pt x="2882" y="1247"/>
                    </a:cubicBezTo>
                    <a:lnTo>
                      <a:pt x="2287" y="45"/>
                    </a:lnTo>
                    <a:cubicBezTo>
                      <a:pt x="2269" y="15"/>
                      <a:pt x="2239" y="0"/>
                      <a:pt x="2203" y="0"/>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9"/>
              <p:cNvSpPr/>
              <p:nvPr/>
            </p:nvSpPr>
            <p:spPr>
              <a:xfrm>
                <a:off x="6572525" y="-2669850"/>
                <a:ext cx="521525" cy="536100"/>
              </a:xfrm>
              <a:custGeom>
                <a:avLst/>
                <a:gdLst/>
                <a:ahLst/>
                <a:cxnLst/>
                <a:rect l="l" t="t" r="r" b="b"/>
                <a:pathLst>
                  <a:path w="20861" h="21444" extrusionOk="0">
                    <a:moveTo>
                      <a:pt x="8204" y="1"/>
                    </a:moveTo>
                    <a:lnTo>
                      <a:pt x="8204" y="1"/>
                    </a:lnTo>
                    <a:cubicBezTo>
                      <a:pt x="3489" y="1191"/>
                      <a:pt x="1" y="5466"/>
                      <a:pt x="1" y="10550"/>
                    </a:cubicBezTo>
                    <a:cubicBezTo>
                      <a:pt x="1" y="16562"/>
                      <a:pt x="4882" y="21444"/>
                      <a:pt x="10895" y="21444"/>
                    </a:cubicBezTo>
                    <a:cubicBezTo>
                      <a:pt x="15336" y="21444"/>
                      <a:pt x="19158" y="18789"/>
                      <a:pt x="20861" y="14979"/>
                    </a:cubicBezTo>
                    <a:lnTo>
                      <a:pt x="20861" y="14979"/>
                    </a:lnTo>
                    <a:cubicBezTo>
                      <a:pt x="19289" y="16027"/>
                      <a:pt x="17146" y="16979"/>
                      <a:pt x="15110" y="16979"/>
                    </a:cubicBezTo>
                    <a:cubicBezTo>
                      <a:pt x="9669" y="16979"/>
                      <a:pt x="4990" y="12455"/>
                      <a:pt x="4990" y="7014"/>
                    </a:cubicBezTo>
                    <a:cubicBezTo>
                      <a:pt x="4990" y="4394"/>
                      <a:pt x="6526" y="1775"/>
                      <a:pt x="8204" y="1"/>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9"/>
              <p:cNvSpPr/>
              <p:nvPr/>
            </p:nvSpPr>
            <p:spPr>
              <a:xfrm>
                <a:off x="6535925" y="-2669850"/>
                <a:ext cx="558125" cy="469825"/>
              </a:xfrm>
              <a:custGeom>
                <a:avLst/>
                <a:gdLst/>
                <a:ahLst/>
                <a:cxnLst/>
                <a:rect l="l" t="t" r="r" b="b"/>
                <a:pathLst>
                  <a:path w="22325" h="18793" extrusionOk="0">
                    <a:moveTo>
                      <a:pt x="9668" y="1"/>
                    </a:moveTo>
                    <a:lnTo>
                      <a:pt x="9668" y="1"/>
                    </a:lnTo>
                    <a:cubicBezTo>
                      <a:pt x="9667" y="1"/>
                      <a:pt x="1" y="6109"/>
                      <a:pt x="6585" y="15229"/>
                    </a:cubicBezTo>
                    <a:cubicBezTo>
                      <a:pt x="7896" y="17034"/>
                      <a:pt x="11307" y="18793"/>
                      <a:pt x="14854" y="18793"/>
                    </a:cubicBezTo>
                    <a:cubicBezTo>
                      <a:pt x="17554" y="18793"/>
                      <a:pt x="20333" y="17773"/>
                      <a:pt x="22325" y="14979"/>
                    </a:cubicBezTo>
                    <a:lnTo>
                      <a:pt x="22325" y="14979"/>
                    </a:lnTo>
                    <a:cubicBezTo>
                      <a:pt x="20753" y="16027"/>
                      <a:pt x="18872" y="16646"/>
                      <a:pt x="16824" y="16658"/>
                    </a:cubicBezTo>
                    <a:cubicBezTo>
                      <a:pt x="11383" y="16658"/>
                      <a:pt x="6966" y="12240"/>
                      <a:pt x="6966" y="6787"/>
                    </a:cubicBezTo>
                    <a:cubicBezTo>
                      <a:pt x="6966" y="4156"/>
                      <a:pt x="7990" y="1775"/>
                      <a:pt x="9668" y="1"/>
                    </a:cubicBezTo>
                    <a:close/>
                  </a:path>
                </a:pathLst>
              </a:custGeom>
              <a:gradFill>
                <a:gsLst>
                  <a:gs pos="0">
                    <a:srgbClr val="E69138"/>
                  </a:gs>
                  <a:gs pos="50000">
                    <a:srgbClr val="F9CB9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7" name="Google Shape;1147;p29"/>
            <p:cNvSpPr/>
            <p:nvPr/>
          </p:nvSpPr>
          <p:spPr>
            <a:xfrm>
              <a:off x="1437925" y="1668925"/>
              <a:ext cx="2052879" cy="2211603"/>
            </a:xfrm>
            <a:custGeom>
              <a:avLst/>
              <a:gdLst/>
              <a:ahLst/>
              <a:cxnLst/>
              <a:rect l="l" t="t" r="r" b="b"/>
              <a:pathLst>
                <a:path w="28040" h="30208" extrusionOk="0">
                  <a:moveTo>
                    <a:pt x="4477" y="18122"/>
                  </a:moveTo>
                  <a:lnTo>
                    <a:pt x="4477" y="18182"/>
                  </a:lnTo>
                  <a:cubicBezTo>
                    <a:pt x="4466" y="18146"/>
                    <a:pt x="4466" y="18134"/>
                    <a:pt x="4477" y="18122"/>
                  </a:cubicBezTo>
                  <a:close/>
                  <a:moveTo>
                    <a:pt x="24492" y="16753"/>
                  </a:moveTo>
                  <a:lnTo>
                    <a:pt x="24492" y="16753"/>
                  </a:lnTo>
                  <a:cubicBezTo>
                    <a:pt x="24480" y="16860"/>
                    <a:pt x="24468" y="17063"/>
                    <a:pt x="24468" y="17170"/>
                  </a:cubicBezTo>
                  <a:cubicBezTo>
                    <a:pt x="24373" y="17194"/>
                    <a:pt x="24313" y="17277"/>
                    <a:pt x="24313" y="17372"/>
                  </a:cubicBezTo>
                  <a:cubicBezTo>
                    <a:pt x="24313" y="17408"/>
                    <a:pt x="24313" y="17420"/>
                    <a:pt x="24337" y="17455"/>
                  </a:cubicBezTo>
                  <a:lnTo>
                    <a:pt x="24278" y="17455"/>
                  </a:lnTo>
                  <a:cubicBezTo>
                    <a:pt x="24289" y="17515"/>
                    <a:pt x="24349" y="17539"/>
                    <a:pt x="24385" y="17551"/>
                  </a:cubicBezTo>
                  <a:lnTo>
                    <a:pt x="24385" y="19158"/>
                  </a:lnTo>
                  <a:lnTo>
                    <a:pt x="24039" y="19158"/>
                  </a:lnTo>
                  <a:lnTo>
                    <a:pt x="24039" y="17039"/>
                  </a:lnTo>
                  <a:lnTo>
                    <a:pt x="24301" y="17074"/>
                  </a:lnTo>
                  <a:lnTo>
                    <a:pt x="24492" y="16753"/>
                  </a:lnTo>
                  <a:close/>
                  <a:moveTo>
                    <a:pt x="3513" y="16753"/>
                  </a:moveTo>
                  <a:lnTo>
                    <a:pt x="3692" y="17098"/>
                  </a:lnTo>
                  <a:lnTo>
                    <a:pt x="3954" y="17051"/>
                  </a:lnTo>
                  <a:lnTo>
                    <a:pt x="3954" y="19182"/>
                  </a:lnTo>
                  <a:lnTo>
                    <a:pt x="3620" y="19182"/>
                  </a:lnTo>
                  <a:lnTo>
                    <a:pt x="3620" y="17551"/>
                  </a:lnTo>
                  <a:cubicBezTo>
                    <a:pt x="3680" y="17539"/>
                    <a:pt x="3715" y="17515"/>
                    <a:pt x="3727" y="17455"/>
                  </a:cubicBezTo>
                  <a:lnTo>
                    <a:pt x="3680" y="17455"/>
                  </a:lnTo>
                  <a:cubicBezTo>
                    <a:pt x="3692" y="17420"/>
                    <a:pt x="3692" y="17408"/>
                    <a:pt x="3692" y="17372"/>
                  </a:cubicBezTo>
                  <a:cubicBezTo>
                    <a:pt x="3692" y="17289"/>
                    <a:pt x="3632" y="17194"/>
                    <a:pt x="3537" y="17170"/>
                  </a:cubicBezTo>
                  <a:cubicBezTo>
                    <a:pt x="3537" y="17063"/>
                    <a:pt x="3525" y="16860"/>
                    <a:pt x="3513" y="16753"/>
                  </a:cubicBezTo>
                  <a:close/>
                  <a:moveTo>
                    <a:pt x="477" y="17670"/>
                  </a:moveTo>
                  <a:lnTo>
                    <a:pt x="477" y="19563"/>
                  </a:lnTo>
                  <a:lnTo>
                    <a:pt x="429" y="19563"/>
                  </a:lnTo>
                  <a:lnTo>
                    <a:pt x="429" y="17694"/>
                  </a:lnTo>
                  <a:cubicBezTo>
                    <a:pt x="441" y="17694"/>
                    <a:pt x="465" y="17670"/>
                    <a:pt x="477" y="17670"/>
                  </a:cubicBezTo>
                  <a:close/>
                  <a:moveTo>
                    <a:pt x="27528" y="17670"/>
                  </a:moveTo>
                  <a:cubicBezTo>
                    <a:pt x="27552" y="17694"/>
                    <a:pt x="27564" y="17694"/>
                    <a:pt x="27576" y="17694"/>
                  </a:cubicBezTo>
                  <a:lnTo>
                    <a:pt x="27576" y="19575"/>
                  </a:lnTo>
                  <a:lnTo>
                    <a:pt x="27528" y="19575"/>
                  </a:lnTo>
                  <a:lnTo>
                    <a:pt x="27528" y="17670"/>
                  </a:lnTo>
                  <a:close/>
                  <a:moveTo>
                    <a:pt x="14002" y="1"/>
                  </a:moveTo>
                  <a:lnTo>
                    <a:pt x="13860" y="334"/>
                  </a:lnTo>
                  <a:cubicBezTo>
                    <a:pt x="13860" y="334"/>
                    <a:pt x="13871" y="370"/>
                    <a:pt x="13955" y="382"/>
                  </a:cubicBezTo>
                  <a:lnTo>
                    <a:pt x="13955" y="406"/>
                  </a:lnTo>
                  <a:cubicBezTo>
                    <a:pt x="13895" y="430"/>
                    <a:pt x="13871" y="489"/>
                    <a:pt x="13871" y="549"/>
                  </a:cubicBezTo>
                  <a:cubicBezTo>
                    <a:pt x="13871" y="608"/>
                    <a:pt x="13919" y="656"/>
                    <a:pt x="13955" y="680"/>
                  </a:cubicBezTo>
                  <a:lnTo>
                    <a:pt x="13955" y="846"/>
                  </a:lnTo>
                  <a:cubicBezTo>
                    <a:pt x="13776" y="822"/>
                    <a:pt x="13633" y="692"/>
                    <a:pt x="13598" y="513"/>
                  </a:cubicBezTo>
                  <a:cubicBezTo>
                    <a:pt x="13598" y="549"/>
                    <a:pt x="13586" y="561"/>
                    <a:pt x="13586" y="584"/>
                  </a:cubicBezTo>
                  <a:cubicBezTo>
                    <a:pt x="13586" y="799"/>
                    <a:pt x="13752" y="977"/>
                    <a:pt x="13943" y="989"/>
                  </a:cubicBezTo>
                  <a:lnTo>
                    <a:pt x="13943" y="1203"/>
                  </a:lnTo>
                  <a:cubicBezTo>
                    <a:pt x="13824" y="1227"/>
                    <a:pt x="13752" y="1323"/>
                    <a:pt x="13752" y="1442"/>
                  </a:cubicBezTo>
                  <a:cubicBezTo>
                    <a:pt x="13752" y="1561"/>
                    <a:pt x="13836" y="1644"/>
                    <a:pt x="13943" y="1680"/>
                  </a:cubicBezTo>
                  <a:lnTo>
                    <a:pt x="13943" y="1799"/>
                  </a:lnTo>
                  <a:cubicBezTo>
                    <a:pt x="13871" y="1811"/>
                    <a:pt x="13824" y="1823"/>
                    <a:pt x="13824" y="1858"/>
                  </a:cubicBezTo>
                  <a:cubicBezTo>
                    <a:pt x="13824" y="1882"/>
                    <a:pt x="13871" y="1894"/>
                    <a:pt x="13943" y="1918"/>
                  </a:cubicBezTo>
                  <a:lnTo>
                    <a:pt x="13943" y="2168"/>
                  </a:lnTo>
                  <a:cubicBezTo>
                    <a:pt x="13883" y="2180"/>
                    <a:pt x="13824" y="2192"/>
                    <a:pt x="13824" y="2227"/>
                  </a:cubicBezTo>
                  <a:cubicBezTo>
                    <a:pt x="13824" y="2227"/>
                    <a:pt x="13824" y="2239"/>
                    <a:pt x="13836" y="2239"/>
                  </a:cubicBezTo>
                  <a:cubicBezTo>
                    <a:pt x="13705" y="2299"/>
                    <a:pt x="13598" y="2430"/>
                    <a:pt x="13598" y="2597"/>
                  </a:cubicBezTo>
                  <a:cubicBezTo>
                    <a:pt x="13598" y="2787"/>
                    <a:pt x="13752" y="2954"/>
                    <a:pt x="13931" y="2989"/>
                  </a:cubicBezTo>
                  <a:lnTo>
                    <a:pt x="13931" y="3085"/>
                  </a:lnTo>
                  <a:cubicBezTo>
                    <a:pt x="13812" y="3120"/>
                    <a:pt x="13717" y="3228"/>
                    <a:pt x="13717" y="3359"/>
                  </a:cubicBezTo>
                  <a:cubicBezTo>
                    <a:pt x="13717" y="3489"/>
                    <a:pt x="13812" y="3597"/>
                    <a:pt x="13931" y="3620"/>
                  </a:cubicBezTo>
                  <a:lnTo>
                    <a:pt x="13931" y="3668"/>
                  </a:lnTo>
                  <a:cubicBezTo>
                    <a:pt x="13800" y="3704"/>
                    <a:pt x="13693" y="3823"/>
                    <a:pt x="13681" y="3954"/>
                  </a:cubicBezTo>
                  <a:lnTo>
                    <a:pt x="13645" y="3954"/>
                  </a:lnTo>
                  <a:cubicBezTo>
                    <a:pt x="13621" y="3954"/>
                    <a:pt x="13586" y="3978"/>
                    <a:pt x="13586" y="4013"/>
                  </a:cubicBezTo>
                  <a:cubicBezTo>
                    <a:pt x="13586" y="4037"/>
                    <a:pt x="13621" y="4073"/>
                    <a:pt x="13645" y="4073"/>
                  </a:cubicBezTo>
                  <a:cubicBezTo>
                    <a:pt x="13645" y="4073"/>
                    <a:pt x="13467" y="4097"/>
                    <a:pt x="13479" y="4192"/>
                  </a:cubicBezTo>
                  <a:cubicBezTo>
                    <a:pt x="13479" y="4192"/>
                    <a:pt x="13109" y="4323"/>
                    <a:pt x="13264" y="4371"/>
                  </a:cubicBezTo>
                  <a:lnTo>
                    <a:pt x="13348" y="4371"/>
                  </a:lnTo>
                  <a:lnTo>
                    <a:pt x="11990" y="5633"/>
                  </a:lnTo>
                  <a:cubicBezTo>
                    <a:pt x="11919" y="5645"/>
                    <a:pt x="11847" y="5680"/>
                    <a:pt x="11776" y="5704"/>
                  </a:cubicBezTo>
                  <a:cubicBezTo>
                    <a:pt x="11240" y="5942"/>
                    <a:pt x="11312" y="6264"/>
                    <a:pt x="11312" y="6264"/>
                  </a:cubicBezTo>
                  <a:cubicBezTo>
                    <a:pt x="11312" y="6264"/>
                    <a:pt x="5704" y="9121"/>
                    <a:pt x="8216" y="15134"/>
                  </a:cubicBezTo>
                  <a:lnTo>
                    <a:pt x="8216" y="15289"/>
                  </a:lnTo>
                  <a:cubicBezTo>
                    <a:pt x="7823" y="14634"/>
                    <a:pt x="7204" y="14324"/>
                    <a:pt x="7204" y="14324"/>
                  </a:cubicBezTo>
                  <a:cubicBezTo>
                    <a:pt x="7204" y="14324"/>
                    <a:pt x="7228" y="14217"/>
                    <a:pt x="7037" y="14134"/>
                  </a:cubicBezTo>
                  <a:cubicBezTo>
                    <a:pt x="7013" y="14122"/>
                    <a:pt x="6990" y="14122"/>
                    <a:pt x="6966" y="14098"/>
                  </a:cubicBezTo>
                  <a:lnTo>
                    <a:pt x="6490" y="13657"/>
                  </a:lnTo>
                  <a:lnTo>
                    <a:pt x="6513" y="13657"/>
                  </a:lnTo>
                  <a:cubicBezTo>
                    <a:pt x="6561" y="13646"/>
                    <a:pt x="6442" y="13598"/>
                    <a:pt x="6442" y="13598"/>
                  </a:cubicBezTo>
                  <a:cubicBezTo>
                    <a:pt x="6442" y="13562"/>
                    <a:pt x="6382" y="13550"/>
                    <a:pt x="6382" y="13550"/>
                  </a:cubicBezTo>
                  <a:cubicBezTo>
                    <a:pt x="6394" y="13550"/>
                    <a:pt x="6394" y="13538"/>
                    <a:pt x="6394" y="13538"/>
                  </a:cubicBezTo>
                  <a:cubicBezTo>
                    <a:pt x="6394" y="13526"/>
                    <a:pt x="6382" y="13526"/>
                    <a:pt x="6382" y="13526"/>
                  </a:cubicBezTo>
                  <a:lnTo>
                    <a:pt x="6371" y="13526"/>
                  </a:lnTo>
                  <a:cubicBezTo>
                    <a:pt x="6371" y="13479"/>
                    <a:pt x="6323" y="13431"/>
                    <a:pt x="6275" y="13419"/>
                  </a:cubicBezTo>
                  <a:lnTo>
                    <a:pt x="6275" y="13407"/>
                  </a:lnTo>
                  <a:cubicBezTo>
                    <a:pt x="6323" y="13384"/>
                    <a:pt x="6359" y="13360"/>
                    <a:pt x="6359" y="13312"/>
                  </a:cubicBezTo>
                  <a:cubicBezTo>
                    <a:pt x="6359" y="13265"/>
                    <a:pt x="6323" y="13229"/>
                    <a:pt x="6275" y="13229"/>
                  </a:cubicBezTo>
                  <a:lnTo>
                    <a:pt x="6275" y="13181"/>
                  </a:lnTo>
                  <a:cubicBezTo>
                    <a:pt x="6335" y="13169"/>
                    <a:pt x="6394" y="13122"/>
                    <a:pt x="6394" y="13050"/>
                  </a:cubicBezTo>
                  <a:cubicBezTo>
                    <a:pt x="6394" y="12991"/>
                    <a:pt x="6371" y="12943"/>
                    <a:pt x="6311" y="12907"/>
                  </a:cubicBezTo>
                  <a:cubicBezTo>
                    <a:pt x="6311" y="12895"/>
                    <a:pt x="6299" y="12895"/>
                    <a:pt x="6275" y="12895"/>
                  </a:cubicBezTo>
                  <a:lnTo>
                    <a:pt x="6275" y="12812"/>
                  </a:lnTo>
                  <a:cubicBezTo>
                    <a:pt x="6299" y="12812"/>
                    <a:pt x="6311" y="12788"/>
                    <a:pt x="6311" y="12788"/>
                  </a:cubicBezTo>
                  <a:cubicBezTo>
                    <a:pt x="6311" y="12776"/>
                    <a:pt x="6299" y="12776"/>
                    <a:pt x="6275" y="12776"/>
                  </a:cubicBezTo>
                  <a:lnTo>
                    <a:pt x="6275" y="12729"/>
                  </a:lnTo>
                  <a:cubicBezTo>
                    <a:pt x="6311" y="12717"/>
                    <a:pt x="6335" y="12693"/>
                    <a:pt x="6335" y="12657"/>
                  </a:cubicBezTo>
                  <a:cubicBezTo>
                    <a:pt x="6335" y="12610"/>
                    <a:pt x="6311" y="12586"/>
                    <a:pt x="6275" y="12586"/>
                  </a:cubicBezTo>
                  <a:lnTo>
                    <a:pt x="6275" y="12514"/>
                  </a:lnTo>
                  <a:cubicBezTo>
                    <a:pt x="6359" y="12491"/>
                    <a:pt x="6394" y="12431"/>
                    <a:pt x="6394" y="12372"/>
                  </a:cubicBezTo>
                  <a:lnTo>
                    <a:pt x="6394" y="12348"/>
                  </a:lnTo>
                  <a:cubicBezTo>
                    <a:pt x="6382" y="12407"/>
                    <a:pt x="6335" y="12455"/>
                    <a:pt x="6275" y="12467"/>
                  </a:cubicBezTo>
                  <a:lnTo>
                    <a:pt x="6275" y="12407"/>
                  </a:lnTo>
                  <a:cubicBezTo>
                    <a:pt x="6299" y="12395"/>
                    <a:pt x="6311" y="12395"/>
                    <a:pt x="6311" y="12360"/>
                  </a:cubicBezTo>
                  <a:cubicBezTo>
                    <a:pt x="6311" y="12336"/>
                    <a:pt x="6299" y="12336"/>
                    <a:pt x="6275" y="12312"/>
                  </a:cubicBezTo>
                  <a:lnTo>
                    <a:pt x="6275" y="12300"/>
                  </a:lnTo>
                  <a:cubicBezTo>
                    <a:pt x="6311" y="12300"/>
                    <a:pt x="6311" y="12288"/>
                    <a:pt x="6311" y="12288"/>
                  </a:cubicBezTo>
                  <a:lnTo>
                    <a:pt x="6251" y="12193"/>
                  </a:lnTo>
                  <a:lnTo>
                    <a:pt x="6192" y="12288"/>
                  </a:lnTo>
                  <a:cubicBezTo>
                    <a:pt x="6192" y="12288"/>
                    <a:pt x="6192" y="12300"/>
                    <a:pt x="6216" y="12300"/>
                  </a:cubicBezTo>
                  <a:lnTo>
                    <a:pt x="6216" y="12312"/>
                  </a:lnTo>
                  <a:cubicBezTo>
                    <a:pt x="6204" y="12336"/>
                    <a:pt x="6192" y="12336"/>
                    <a:pt x="6192" y="12360"/>
                  </a:cubicBezTo>
                  <a:cubicBezTo>
                    <a:pt x="6192" y="12372"/>
                    <a:pt x="6204" y="12395"/>
                    <a:pt x="6216" y="12407"/>
                  </a:cubicBezTo>
                  <a:lnTo>
                    <a:pt x="6216" y="12467"/>
                  </a:lnTo>
                  <a:cubicBezTo>
                    <a:pt x="6156" y="12455"/>
                    <a:pt x="6121" y="12407"/>
                    <a:pt x="6097" y="12348"/>
                  </a:cubicBezTo>
                  <a:lnTo>
                    <a:pt x="6097" y="12372"/>
                  </a:lnTo>
                  <a:cubicBezTo>
                    <a:pt x="6097" y="12455"/>
                    <a:pt x="6156" y="12514"/>
                    <a:pt x="6216" y="12514"/>
                  </a:cubicBezTo>
                  <a:lnTo>
                    <a:pt x="6216" y="12586"/>
                  </a:lnTo>
                  <a:cubicBezTo>
                    <a:pt x="6192" y="12598"/>
                    <a:pt x="6156" y="12633"/>
                    <a:pt x="6156" y="12657"/>
                  </a:cubicBezTo>
                  <a:cubicBezTo>
                    <a:pt x="6156" y="12705"/>
                    <a:pt x="6192" y="12729"/>
                    <a:pt x="6216" y="12729"/>
                  </a:cubicBezTo>
                  <a:lnTo>
                    <a:pt x="6216" y="12776"/>
                  </a:lnTo>
                  <a:cubicBezTo>
                    <a:pt x="6204" y="12776"/>
                    <a:pt x="6192" y="12788"/>
                    <a:pt x="6192" y="12788"/>
                  </a:cubicBezTo>
                  <a:cubicBezTo>
                    <a:pt x="6192" y="12812"/>
                    <a:pt x="6204" y="12812"/>
                    <a:pt x="6216" y="12812"/>
                  </a:cubicBezTo>
                  <a:lnTo>
                    <a:pt x="6216" y="12895"/>
                  </a:lnTo>
                  <a:cubicBezTo>
                    <a:pt x="6204" y="12895"/>
                    <a:pt x="6192" y="12907"/>
                    <a:pt x="6192" y="12907"/>
                  </a:cubicBezTo>
                  <a:cubicBezTo>
                    <a:pt x="6144" y="12931"/>
                    <a:pt x="6097" y="12991"/>
                    <a:pt x="6097" y="13050"/>
                  </a:cubicBezTo>
                  <a:cubicBezTo>
                    <a:pt x="6097" y="13122"/>
                    <a:pt x="6144" y="13169"/>
                    <a:pt x="6216" y="13181"/>
                  </a:cubicBezTo>
                  <a:lnTo>
                    <a:pt x="6216" y="13229"/>
                  </a:lnTo>
                  <a:cubicBezTo>
                    <a:pt x="6180" y="13241"/>
                    <a:pt x="6144" y="13265"/>
                    <a:pt x="6144" y="13312"/>
                  </a:cubicBezTo>
                  <a:cubicBezTo>
                    <a:pt x="6144" y="13360"/>
                    <a:pt x="6180" y="13407"/>
                    <a:pt x="6216" y="13407"/>
                  </a:cubicBezTo>
                  <a:lnTo>
                    <a:pt x="6216" y="13419"/>
                  </a:lnTo>
                  <a:cubicBezTo>
                    <a:pt x="6180" y="13431"/>
                    <a:pt x="6132" y="13467"/>
                    <a:pt x="6132" y="13526"/>
                  </a:cubicBezTo>
                  <a:lnTo>
                    <a:pt x="6109" y="13526"/>
                  </a:lnTo>
                  <a:cubicBezTo>
                    <a:pt x="6097" y="13526"/>
                    <a:pt x="6097" y="13538"/>
                    <a:pt x="6097" y="13538"/>
                  </a:cubicBezTo>
                  <a:cubicBezTo>
                    <a:pt x="6097" y="13550"/>
                    <a:pt x="6109" y="13550"/>
                    <a:pt x="6109" y="13550"/>
                  </a:cubicBezTo>
                  <a:cubicBezTo>
                    <a:pt x="6109" y="13550"/>
                    <a:pt x="6061" y="13562"/>
                    <a:pt x="6061" y="13598"/>
                  </a:cubicBezTo>
                  <a:cubicBezTo>
                    <a:pt x="6061" y="13598"/>
                    <a:pt x="5918" y="13646"/>
                    <a:pt x="5978" y="13657"/>
                  </a:cubicBezTo>
                  <a:lnTo>
                    <a:pt x="6013" y="13657"/>
                  </a:lnTo>
                  <a:lnTo>
                    <a:pt x="5537" y="14098"/>
                  </a:lnTo>
                  <a:cubicBezTo>
                    <a:pt x="5501" y="14098"/>
                    <a:pt x="5489" y="14122"/>
                    <a:pt x="5466" y="14134"/>
                  </a:cubicBezTo>
                  <a:cubicBezTo>
                    <a:pt x="5263" y="14217"/>
                    <a:pt x="5299" y="14324"/>
                    <a:pt x="5299" y="14324"/>
                  </a:cubicBezTo>
                  <a:cubicBezTo>
                    <a:pt x="5299" y="14324"/>
                    <a:pt x="3823" y="15086"/>
                    <a:pt x="3989" y="16634"/>
                  </a:cubicBezTo>
                  <a:lnTo>
                    <a:pt x="3501" y="16717"/>
                  </a:lnTo>
                  <a:cubicBezTo>
                    <a:pt x="3501" y="16693"/>
                    <a:pt x="3477" y="16682"/>
                    <a:pt x="3477" y="16682"/>
                  </a:cubicBezTo>
                  <a:cubicBezTo>
                    <a:pt x="3442" y="16682"/>
                    <a:pt x="3418" y="17015"/>
                    <a:pt x="3406" y="17170"/>
                  </a:cubicBezTo>
                  <a:cubicBezTo>
                    <a:pt x="3323" y="17194"/>
                    <a:pt x="3263" y="17277"/>
                    <a:pt x="3263" y="17372"/>
                  </a:cubicBezTo>
                  <a:cubicBezTo>
                    <a:pt x="3263" y="17408"/>
                    <a:pt x="3263" y="17420"/>
                    <a:pt x="3275" y="17455"/>
                  </a:cubicBezTo>
                  <a:lnTo>
                    <a:pt x="3215" y="17455"/>
                  </a:lnTo>
                  <a:cubicBezTo>
                    <a:pt x="3227" y="17515"/>
                    <a:pt x="3287" y="17539"/>
                    <a:pt x="3334" y="17551"/>
                  </a:cubicBezTo>
                  <a:lnTo>
                    <a:pt x="3334" y="19158"/>
                  </a:lnTo>
                  <a:lnTo>
                    <a:pt x="2263" y="19313"/>
                  </a:lnTo>
                  <a:lnTo>
                    <a:pt x="2263" y="19146"/>
                  </a:lnTo>
                  <a:lnTo>
                    <a:pt x="2501" y="18920"/>
                  </a:lnTo>
                  <a:lnTo>
                    <a:pt x="2275" y="18741"/>
                  </a:lnTo>
                  <a:lnTo>
                    <a:pt x="2275" y="18468"/>
                  </a:lnTo>
                  <a:lnTo>
                    <a:pt x="1632" y="17646"/>
                  </a:lnTo>
                  <a:lnTo>
                    <a:pt x="1632" y="16824"/>
                  </a:lnTo>
                  <a:cubicBezTo>
                    <a:pt x="1691" y="16813"/>
                    <a:pt x="1739" y="16777"/>
                    <a:pt x="1751" y="16717"/>
                  </a:cubicBezTo>
                  <a:lnTo>
                    <a:pt x="1679" y="16717"/>
                  </a:lnTo>
                  <a:cubicBezTo>
                    <a:pt x="1691" y="16693"/>
                    <a:pt x="1691" y="16682"/>
                    <a:pt x="1691" y="16646"/>
                  </a:cubicBezTo>
                  <a:cubicBezTo>
                    <a:pt x="1691" y="16563"/>
                    <a:pt x="1632" y="16467"/>
                    <a:pt x="1549" y="16443"/>
                  </a:cubicBezTo>
                  <a:cubicBezTo>
                    <a:pt x="1549" y="16289"/>
                    <a:pt x="1513" y="15943"/>
                    <a:pt x="1489" y="15943"/>
                  </a:cubicBezTo>
                  <a:cubicBezTo>
                    <a:pt x="1441" y="15943"/>
                    <a:pt x="1429" y="16289"/>
                    <a:pt x="1418" y="16443"/>
                  </a:cubicBezTo>
                  <a:cubicBezTo>
                    <a:pt x="1322" y="16467"/>
                    <a:pt x="1263" y="16539"/>
                    <a:pt x="1263" y="16646"/>
                  </a:cubicBezTo>
                  <a:cubicBezTo>
                    <a:pt x="1263" y="16682"/>
                    <a:pt x="1263" y="16693"/>
                    <a:pt x="1275" y="16717"/>
                  </a:cubicBezTo>
                  <a:lnTo>
                    <a:pt x="1215" y="16717"/>
                  </a:lnTo>
                  <a:cubicBezTo>
                    <a:pt x="1239" y="16777"/>
                    <a:pt x="1298" y="16813"/>
                    <a:pt x="1334" y="16824"/>
                  </a:cubicBezTo>
                  <a:lnTo>
                    <a:pt x="1334" y="17479"/>
                  </a:lnTo>
                  <a:lnTo>
                    <a:pt x="775" y="17479"/>
                  </a:lnTo>
                  <a:lnTo>
                    <a:pt x="775" y="15753"/>
                  </a:lnTo>
                  <a:cubicBezTo>
                    <a:pt x="834" y="15741"/>
                    <a:pt x="882" y="15705"/>
                    <a:pt x="894" y="15646"/>
                  </a:cubicBezTo>
                  <a:lnTo>
                    <a:pt x="834" y="15646"/>
                  </a:lnTo>
                  <a:cubicBezTo>
                    <a:pt x="846" y="15622"/>
                    <a:pt x="846" y="15610"/>
                    <a:pt x="846" y="15574"/>
                  </a:cubicBezTo>
                  <a:cubicBezTo>
                    <a:pt x="846" y="15491"/>
                    <a:pt x="787" y="15396"/>
                    <a:pt x="703" y="15372"/>
                  </a:cubicBezTo>
                  <a:cubicBezTo>
                    <a:pt x="703" y="15217"/>
                    <a:pt x="667" y="14872"/>
                    <a:pt x="644" y="14872"/>
                  </a:cubicBezTo>
                  <a:cubicBezTo>
                    <a:pt x="596" y="14872"/>
                    <a:pt x="584" y="15217"/>
                    <a:pt x="560" y="15372"/>
                  </a:cubicBezTo>
                  <a:cubicBezTo>
                    <a:pt x="477" y="15396"/>
                    <a:pt x="417" y="15467"/>
                    <a:pt x="417" y="15574"/>
                  </a:cubicBezTo>
                  <a:cubicBezTo>
                    <a:pt x="417" y="15610"/>
                    <a:pt x="417" y="15622"/>
                    <a:pt x="429" y="15646"/>
                  </a:cubicBezTo>
                  <a:lnTo>
                    <a:pt x="370" y="15646"/>
                  </a:lnTo>
                  <a:cubicBezTo>
                    <a:pt x="382" y="15705"/>
                    <a:pt x="441" y="15741"/>
                    <a:pt x="489" y="15753"/>
                  </a:cubicBezTo>
                  <a:lnTo>
                    <a:pt x="489" y="17396"/>
                  </a:lnTo>
                  <a:cubicBezTo>
                    <a:pt x="465" y="17348"/>
                    <a:pt x="417" y="17301"/>
                    <a:pt x="370" y="17289"/>
                  </a:cubicBezTo>
                  <a:cubicBezTo>
                    <a:pt x="370" y="17134"/>
                    <a:pt x="346" y="16801"/>
                    <a:pt x="310" y="16801"/>
                  </a:cubicBezTo>
                  <a:cubicBezTo>
                    <a:pt x="263" y="16801"/>
                    <a:pt x="251" y="17134"/>
                    <a:pt x="239" y="17289"/>
                  </a:cubicBezTo>
                  <a:cubicBezTo>
                    <a:pt x="144" y="17313"/>
                    <a:pt x="84" y="17396"/>
                    <a:pt x="84" y="17491"/>
                  </a:cubicBezTo>
                  <a:cubicBezTo>
                    <a:pt x="84" y="17527"/>
                    <a:pt x="84" y="17539"/>
                    <a:pt x="108" y="17575"/>
                  </a:cubicBezTo>
                  <a:lnTo>
                    <a:pt x="48" y="17575"/>
                  </a:lnTo>
                  <a:cubicBezTo>
                    <a:pt x="60" y="17634"/>
                    <a:pt x="120" y="17658"/>
                    <a:pt x="167" y="17670"/>
                  </a:cubicBezTo>
                  <a:lnTo>
                    <a:pt x="167" y="20170"/>
                  </a:lnTo>
                  <a:lnTo>
                    <a:pt x="84" y="20194"/>
                  </a:lnTo>
                  <a:cubicBezTo>
                    <a:pt x="25" y="20194"/>
                    <a:pt x="1" y="20253"/>
                    <a:pt x="1" y="20289"/>
                  </a:cubicBezTo>
                  <a:cubicBezTo>
                    <a:pt x="1" y="20344"/>
                    <a:pt x="50" y="20398"/>
                    <a:pt x="104" y="20398"/>
                  </a:cubicBezTo>
                  <a:cubicBezTo>
                    <a:pt x="109" y="20398"/>
                    <a:pt x="115" y="20397"/>
                    <a:pt x="120" y="20396"/>
                  </a:cubicBezTo>
                  <a:lnTo>
                    <a:pt x="167" y="20396"/>
                  </a:lnTo>
                  <a:lnTo>
                    <a:pt x="167" y="30207"/>
                  </a:lnTo>
                  <a:lnTo>
                    <a:pt x="27802" y="30207"/>
                  </a:lnTo>
                  <a:lnTo>
                    <a:pt x="27802" y="20396"/>
                  </a:lnTo>
                  <a:lnTo>
                    <a:pt x="27838" y="20396"/>
                  </a:lnTo>
                  <a:cubicBezTo>
                    <a:pt x="27843" y="20397"/>
                    <a:pt x="27848" y="20398"/>
                    <a:pt x="27853" y="20398"/>
                  </a:cubicBezTo>
                  <a:cubicBezTo>
                    <a:pt x="27907" y="20398"/>
                    <a:pt x="27957" y="20344"/>
                    <a:pt x="27957" y="20289"/>
                  </a:cubicBezTo>
                  <a:cubicBezTo>
                    <a:pt x="28040" y="20253"/>
                    <a:pt x="27992" y="20206"/>
                    <a:pt x="27933" y="20194"/>
                  </a:cubicBezTo>
                  <a:lnTo>
                    <a:pt x="27861" y="20170"/>
                  </a:lnTo>
                  <a:lnTo>
                    <a:pt x="27861" y="17670"/>
                  </a:lnTo>
                  <a:cubicBezTo>
                    <a:pt x="27921" y="17658"/>
                    <a:pt x="27968" y="17634"/>
                    <a:pt x="27980" y="17575"/>
                  </a:cubicBezTo>
                  <a:lnTo>
                    <a:pt x="27921" y="17575"/>
                  </a:lnTo>
                  <a:cubicBezTo>
                    <a:pt x="27933" y="17539"/>
                    <a:pt x="27933" y="17527"/>
                    <a:pt x="27933" y="17491"/>
                  </a:cubicBezTo>
                  <a:cubicBezTo>
                    <a:pt x="27933" y="17408"/>
                    <a:pt x="27873" y="17313"/>
                    <a:pt x="27790" y="17289"/>
                  </a:cubicBezTo>
                  <a:cubicBezTo>
                    <a:pt x="27790" y="17134"/>
                    <a:pt x="27766" y="16801"/>
                    <a:pt x="27707" y="16801"/>
                  </a:cubicBezTo>
                  <a:cubicBezTo>
                    <a:pt x="27671" y="16801"/>
                    <a:pt x="27647" y="17134"/>
                    <a:pt x="27647" y="17289"/>
                  </a:cubicBezTo>
                  <a:cubicBezTo>
                    <a:pt x="27587" y="17301"/>
                    <a:pt x="27552" y="17348"/>
                    <a:pt x="27528" y="17396"/>
                  </a:cubicBezTo>
                  <a:lnTo>
                    <a:pt x="27528" y="15753"/>
                  </a:lnTo>
                  <a:cubicBezTo>
                    <a:pt x="27587" y="15741"/>
                    <a:pt x="27635" y="15717"/>
                    <a:pt x="27647" y="15646"/>
                  </a:cubicBezTo>
                  <a:lnTo>
                    <a:pt x="27576" y="15646"/>
                  </a:lnTo>
                  <a:cubicBezTo>
                    <a:pt x="27587" y="15622"/>
                    <a:pt x="27587" y="15610"/>
                    <a:pt x="27587" y="15574"/>
                  </a:cubicBezTo>
                  <a:cubicBezTo>
                    <a:pt x="27587" y="15491"/>
                    <a:pt x="27528" y="15396"/>
                    <a:pt x="27445" y="15372"/>
                  </a:cubicBezTo>
                  <a:cubicBezTo>
                    <a:pt x="27445" y="15217"/>
                    <a:pt x="27433" y="14884"/>
                    <a:pt x="27373" y="14884"/>
                  </a:cubicBezTo>
                  <a:cubicBezTo>
                    <a:pt x="27326" y="14884"/>
                    <a:pt x="27314" y="15217"/>
                    <a:pt x="27314" y="15372"/>
                  </a:cubicBezTo>
                  <a:cubicBezTo>
                    <a:pt x="27218" y="15396"/>
                    <a:pt x="27159" y="15479"/>
                    <a:pt x="27159" y="15574"/>
                  </a:cubicBezTo>
                  <a:cubicBezTo>
                    <a:pt x="27159" y="15610"/>
                    <a:pt x="27159" y="15622"/>
                    <a:pt x="27171" y="15646"/>
                  </a:cubicBezTo>
                  <a:lnTo>
                    <a:pt x="27111" y="15646"/>
                  </a:lnTo>
                  <a:cubicBezTo>
                    <a:pt x="27135" y="15705"/>
                    <a:pt x="27195" y="15741"/>
                    <a:pt x="27230" y="15753"/>
                  </a:cubicBezTo>
                  <a:lnTo>
                    <a:pt x="27230" y="17479"/>
                  </a:lnTo>
                  <a:lnTo>
                    <a:pt x="26671" y="17479"/>
                  </a:lnTo>
                  <a:lnTo>
                    <a:pt x="26671" y="16824"/>
                  </a:lnTo>
                  <a:cubicBezTo>
                    <a:pt x="26730" y="16813"/>
                    <a:pt x="26778" y="16789"/>
                    <a:pt x="26790" y="16729"/>
                  </a:cubicBezTo>
                  <a:lnTo>
                    <a:pt x="26730" y="16729"/>
                  </a:lnTo>
                  <a:cubicBezTo>
                    <a:pt x="26742" y="16693"/>
                    <a:pt x="26742" y="16682"/>
                    <a:pt x="26742" y="16646"/>
                  </a:cubicBezTo>
                  <a:cubicBezTo>
                    <a:pt x="26742" y="16563"/>
                    <a:pt x="26683" y="16467"/>
                    <a:pt x="26599" y="16443"/>
                  </a:cubicBezTo>
                  <a:cubicBezTo>
                    <a:pt x="26599" y="16289"/>
                    <a:pt x="26575" y="15955"/>
                    <a:pt x="26516" y="15955"/>
                  </a:cubicBezTo>
                  <a:cubicBezTo>
                    <a:pt x="26480" y="15955"/>
                    <a:pt x="26456" y="16289"/>
                    <a:pt x="26456" y="16443"/>
                  </a:cubicBezTo>
                  <a:cubicBezTo>
                    <a:pt x="26373" y="16467"/>
                    <a:pt x="26314" y="16551"/>
                    <a:pt x="26314" y="16646"/>
                  </a:cubicBezTo>
                  <a:cubicBezTo>
                    <a:pt x="26314" y="16682"/>
                    <a:pt x="26314" y="16693"/>
                    <a:pt x="26325" y="16729"/>
                  </a:cubicBezTo>
                  <a:lnTo>
                    <a:pt x="26266" y="16729"/>
                  </a:lnTo>
                  <a:cubicBezTo>
                    <a:pt x="26278" y="16777"/>
                    <a:pt x="26337" y="16813"/>
                    <a:pt x="26385" y="16824"/>
                  </a:cubicBezTo>
                  <a:lnTo>
                    <a:pt x="26385" y="17646"/>
                  </a:lnTo>
                  <a:lnTo>
                    <a:pt x="25742" y="18468"/>
                  </a:lnTo>
                  <a:lnTo>
                    <a:pt x="25742" y="18753"/>
                  </a:lnTo>
                  <a:lnTo>
                    <a:pt x="25528" y="18932"/>
                  </a:lnTo>
                  <a:lnTo>
                    <a:pt x="25766" y="19146"/>
                  </a:lnTo>
                  <a:lnTo>
                    <a:pt x="25766" y="19313"/>
                  </a:lnTo>
                  <a:lnTo>
                    <a:pt x="24694" y="19170"/>
                  </a:lnTo>
                  <a:lnTo>
                    <a:pt x="24694" y="17551"/>
                  </a:lnTo>
                  <a:cubicBezTo>
                    <a:pt x="24754" y="17539"/>
                    <a:pt x="24790" y="17515"/>
                    <a:pt x="24813" y="17455"/>
                  </a:cubicBezTo>
                  <a:lnTo>
                    <a:pt x="24754" y="17455"/>
                  </a:lnTo>
                  <a:cubicBezTo>
                    <a:pt x="24766" y="17420"/>
                    <a:pt x="24766" y="17408"/>
                    <a:pt x="24766" y="17372"/>
                  </a:cubicBezTo>
                  <a:cubicBezTo>
                    <a:pt x="24766" y="17289"/>
                    <a:pt x="24706" y="17194"/>
                    <a:pt x="24611" y="17170"/>
                  </a:cubicBezTo>
                  <a:cubicBezTo>
                    <a:pt x="24611" y="17015"/>
                    <a:pt x="24599" y="16682"/>
                    <a:pt x="24539" y="16682"/>
                  </a:cubicBezTo>
                  <a:cubicBezTo>
                    <a:pt x="24528" y="16682"/>
                    <a:pt x="24528" y="16693"/>
                    <a:pt x="24528" y="16717"/>
                  </a:cubicBezTo>
                  <a:lnTo>
                    <a:pt x="24039" y="16634"/>
                  </a:lnTo>
                  <a:cubicBezTo>
                    <a:pt x="24194" y="15074"/>
                    <a:pt x="22730" y="14324"/>
                    <a:pt x="22730" y="14324"/>
                  </a:cubicBezTo>
                  <a:cubicBezTo>
                    <a:pt x="22730" y="14324"/>
                    <a:pt x="22754" y="14217"/>
                    <a:pt x="22563" y="14134"/>
                  </a:cubicBezTo>
                  <a:cubicBezTo>
                    <a:pt x="22527" y="14122"/>
                    <a:pt x="22515" y="14122"/>
                    <a:pt x="22492" y="14098"/>
                  </a:cubicBezTo>
                  <a:lnTo>
                    <a:pt x="22015" y="13657"/>
                  </a:lnTo>
                  <a:lnTo>
                    <a:pt x="22039" y="13657"/>
                  </a:lnTo>
                  <a:cubicBezTo>
                    <a:pt x="22087" y="13646"/>
                    <a:pt x="21968" y="13598"/>
                    <a:pt x="21968" y="13598"/>
                  </a:cubicBezTo>
                  <a:cubicBezTo>
                    <a:pt x="21968" y="13562"/>
                    <a:pt x="21908" y="13550"/>
                    <a:pt x="21908" y="13550"/>
                  </a:cubicBezTo>
                  <a:cubicBezTo>
                    <a:pt x="21920" y="13550"/>
                    <a:pt x="21920" y="13538"/>
                    <a:pt x="21920" y="13538"/>
                  </a:cubicBezTo>
                  <a:cubicBezTo>
                    <a:pt x="21920" y="13526"/>
                    <a:pt x="21908" y="13526"/>
                    <a:pt x="21908" y="13526"/>
                  </a:cubicBezTo>
                  <a:lnTo>
                    <a:pt x="21896" y="13526"/>
                  </a:lnTo>
                  <a:cubicBezTo>
                    <a:pt x="21896" y="13479"/>
                    <a:pt x="21849" y="13431"/>
                    <a:pt x="21801" y="13419"/>
                  </a:cubicBezTo>
                  <a:lnTo>
                    <a:pt x="21801" y="13407"/>
                  </a:lnTo>
                  <a:cubicBezTo>
                    <a:pt x="21849" y="13384"/>
                    <a:pt x="21872" y="13360"/>
                    <a:pt x="21872" y="13312"/>
                  </a:cubicBezTo>
                  <a:cubicBezTo>
                    <a:pt x="21872" y="13265"/>
                    <a:pt x="21849" y="13229"/>
                    <a:pt x="21801" y="13229"/>
                  </a:cubicBezTo>
                  <a:lnTo>
                    <a:pt x="21801" y="13181"/>
                  </a:lnTo>
                  <a:cubicBezTo>
                    <a:pt x="21861" y="13169"/>
                    <a:pt x="21920" y="13122"/>
                    <a:pt x="21920" y="13050"/>
                  </a:cubicBezTo>
                  <a:cubicBezTo>
                    <a:pt x="21920" y="12991"/>
                    <a:pt x="21896" y="12943"/>
                    <a:pt x="21837" y="12907"/>
                  </a:cubicBezTo>
                  <a:cubicBezTo>
                    <a:pt x="21837" y="12895"/>
                    <a:pt x="21813" y="12895"/>
                    <a:pt x="21801" y="12895"/>
                  </a:cubicBezTo>
                  <a:lnTo>
                    <a:pt x="21801" y="12812"/>
                  </a:lnTo>
                  <a:cubicBezTo>
                    <a:pt x="21813" y="12812"/>
                    <a:pt x="21837" y="12788"/>
                    <a:pt x="21837" y="12788"/>
                  </a:cubicBezTo>
                  <a:cubicBezTo>
                    <a:pt x="21837" y="12776"/>
                    <a:pt x="21813" y="12776"/>
                    <a:pt x="21801" y="12776"/>
                  </a:cubicBezTo>
                  <a:lnTo>
                    <a:pt x="21801" y="12729"/>
                  </a:lnTo>
                  <a:cubicBezTo>
                    <a:pt x="21837" y="12717"/>
                    <a:pt x="21861" y="12693"/>
                    <a:pt x="21861" y="12657"/>
                  </a:cubicBezTo>
                  <a:cubicBezTo>
                    <a:pt x="21861" y="12610"/>
                    <a:pt x="21837" y="12586"/>
                    <a:pt x="21801" y="12586"/>
                  </a:cubicBezTo>
                  <a:lnTo>
                    <a:pt x="21801" y="12514"/>
                  </a:lnTo>
                  <a:cubicBezTo>
                    <a:pt x="21872" y="12491"/>
                    <a:pt x="21920" y="12431"/>
                    <a:pt x="21920" y="12372"/>
                  </a:cubicBezTo>
                  <a:lnTo>
                    <a:pt x="21920" y="12348"/>
                  </a:lnTo>
                  <a:cubicBezTo>
                    <a:pt x="21908" y="12407"/>
                    <a:pt x="21861" y="12455"/>
                    <a:pt x="21801" y="12467"/>
                  </a:cubicBezTo>
                  <a:lnTo>
                    <a:pt x="21801" y="12407"/>
                  </a:lnTo>
                  <a:cubicBezTo>
                    <a:pt x="21813" y="12395"/>
                    <a:pt x="21837" y="12395"/>
                    <a:pt x="21837" y="12360"/>
                  </a:cubicBezTo>
                  <a:cubicBezTo>
                    <a:pt x="21837" y="12348"/>
                    <a:pt x="21813" y="12336"/>
                    <a:pt x="21801" y="12312"/>
                  </a:cubicBezTo>
                  <a:lnTo>
                    <a:pt x="21801" y="12300"/>
                  </a:lnTo>
                  <a:cubicBezTo>
                    <a:pt x="21837" y="12300"/>
                    <a:pt x="21837" y="12288"/>
                    <a:pt x="21837" y="12288"/>
                  </a:cubicBezTo>
                  <a:lnTo>
                    <a:pt x="21777" y="12193"/>
                  </a:lnTo>
                  <a:lnTo>
                    <a:pt x="21718" y="12288"/>
                  </a:lnTo>
                  <a:cubicBezTo>
                    <a:pt x="21718" y="12288"/>
                    <a:pt x="21718" y="12300"/>
                    <a:pt x="21742" y="12300"/>
                  </a:cubicBezTo>
                  <a:lnTo>
                    <a:pt x="21742" y="12312"/>
                  </a:lnTo>
                  <a:cubicBezTo>
                    <a:pt x="21730" y="12336"/>
                    <a:pt x="21718" y="12336"/>
                    <a:pt x="21718" y="12360"/>
                  </a:cubicBezTo>
                  <a:cubicBezTo>
                    <a:pt x="21718" y="12372"/>
                    <a:pt x="21730" y="12395"/>
                    <a:pt x="21742" y="12407"/>
                  </a:cubicBezTo>
                  <a:lnTo>
                    <a:pt x="21742" y="12467"/>
                  </a:lnTo>
                  <a:cubicBezTo>
                    <a:pt x="21682" y="12455"/>
                    <a:pt x="21634" y="12407"/>
                    <a:pt x="21622" y="12348"/>
                  </a:cubicBezTo>
                  <a:lnTo>
                    <a:pt x="21622" y="12372"/>
                  </a:lnTo>
                  <a:cubicBezTo>
                    <a:pt x="21622" y="12455"/>
                    <a:pt x="21670" y="12514"/>
                    <a:pt x="21742" y="12514"/>
                  </a:cubicBezTo>
                  <a:lnTo>
                    <a:pt x="21742" y="12586"/>
                  </a:lnTo>
                  <a:cubicBezTo>
                    <a:pt x="21718" y="12598"/>
                    <a:pt x="21682" y="12633"/>
                    <a:pt x="21682" y="12657"/>
                  </a:cubicBezTo>
                  <a:cubicBezTo>
                    <a:pt x="21682" y="12705"/>
                    <a:pt x="21718" y="12729"/>
                    <a:pt x="21742" y="12729"/>
                  </a:cubicBezTo>
                  <a:lnTo>
                    <a:pt x="21742" y="12776"/>
                  </a:lnTo>
                  <a:cubicBezTo>
                    <a:pt x="21730" y="12776"/>
                    <a:pt x="21718" y="12788"/>
                    <a:pt x="21718" y="12788"/>
                  </a:cubicBezTo>
                  <a:cubicBezTo>
                    <a:pt x="21718" y="12812"/>
                    <a:pt x="21730" y="12812"/>
                    <a:pt x="21742" y="12812"/>
                  </a:cubicBezTo>
                  <a:lnTo>
                    <a:pt x="21742" y="12895"/>
                  </a:lnTo>
                  <a:cubicBezTo>
                    <a:pt x="21730" y="12895"/>
                    <a:pt x="21718" y="12907"/>
                    <a:pt x="21718" y="12907"/>
                  </a:cubicBezTo>
                  <a:cubicBezTo>
                    <a:pt x="21670" y="12931"/>
                    <a:pt x="21622" y="12991"/>
                    <a:pt x="21622" y="13050"/>
                  </a:cubicBezTo>
                  <a:cubicBezTo>
                    <a:pt x="21622" y="13122"/>
                    <a:pt x="21670" y="13169"/>
                    <a:pt x="21742" y="13181"/>
                  </a:cubicBezTo>
                  <a:lnTo>
                    <a:pt x="21742" y="13229"/>
                  </a:lnTo>
                  <a:cubicBezTo>
                    <a:pt x="21694" y="13241"/>
                    <a:pt x="21670" y="13265"/>
                    <a:pt x="21670" y="13312"/>
                  </a:cubicBezTo>
                  <a:cubicBezTo>
                    <a:pt x="21670" y="13360"/>
                    <a:pt x="21694" y="13407"/>
                    <a:pt x="21742" y="13407"/>
                  </a:cubicBezTo>
                  <a:lnTo>
                    <a:pt x="21742" y="13419"/>
                  </a:lnTo>
                  <a:cubicBezTo>
                    <a:pt x="21694" y="13431"/>
                    <a:pt x="21658" y="13467"/>
                    <a:pt x="21658" y="13526"/>
                  </a:cubicBezTo>
                  <a:lnTo>
                    <a:pt x="21634" y="13526"/>
                  </a:lnTo>
                  <a:cubicBezTo>
                    <a:pt x="21622" y="13526"/>
                    <a:pt x="21622" y="13538"/>
                    <a:pt x="21622" y="13538"/>
                  </a:cubicBezTo>
                  <a:cubicBezTo>
                    <a:pt x="21622" y="13550"/>
                    <a:pt x="21634" y="13550"/>
                    <a:pt x="21634" y="13550"/>
                  </a:cubicBezTo>
                  <a:cubicBezTo>
                    <a:pt x="21634" y="13550"/>
                    <a:pt x="21575" y="13562"/>
                    <a:pt x="21575" y="13598"/>
                  </a:cubicBezTo>
                  <a:cubicBezTo>
                    <a:pt x="21575" y="13598"/>
                    <a:pt x="21444" y="13646"/>
                    <a:pt x="21503" y="13657"/>
                  </a:cubicBezTo>
                  <a:lnTo>
                    <a:pt x="21539" y="13657"/>
                  </a:lnTo>
                  <a:lnTo>
                    <a:pt x="21063" y="14098"/>
                  </a:lnTo>
                  <a:cubicBezTo>
                    <a:pt x="21027" y="14098"/>
                    <a:pt x="21015" y="14122"/>
                    <a:pt x="20980" y="14134"/>
                  </a:cubicBezTo>
                  <a:cubicBezTo>
                    <a:pt x="20789" y="14217"/>
                    <a:pt x="20825" y="14324"/>
                    <a:pt x="20825" y="14324"/>
                  </a:cubicBezTo>
                  <a:cubicBezTo>
                    <a:pt x="20825" y="14324"/>
                    <a:pt x="20206" y="14634"/>
                    <a:pt x="19813" y="15289"/>
                  </a:cubicBezTo>
                  <a:lnTo>
                    <a:pt x="19813" y="15134"/>
                  </a:lnTo>
                  <a:cubicBezTo>
                    <a:pt x="22325" y="9121"/>
                    <a:pt x="16717" y="6264"/>
                    <a:pt x="16717" y="6264"/>
                  </a:cubicBezTo>
                  <a:cubicBezTo>
                    <a:pt x="16717" y="6264"/>
                    <a:pt x="16800" y="5942"/>
                    <a:pt x="16253" y="5704"/>
                  </a:cubicBezTo>
                  <a:cubicBezTo>
                    <a:pt x="16181" y="5680"/>
                    <a:pt x="16098" y="5645"/>
                    <a:pt x="16027" y="5633"/>
                  </a:cubicBezTo>
                  <a:lnTo>
                    <a:pt x="14669" y="4371"/>
                  </a:lnTo>
                  <a:lnTo>
                    <a:pt x="14764" y="4371"/>
                  </a:lnTo>
                  <a:cubicBezTo>
                    <a:pt x="14895" y="4311"/>
                    <a:pt x="14538" y="4192"/>
                    <a:pt x="14538" y="4192"/>
                  </a:cubicBezTo>
                  <a:cubicBezTo>
                    <a:pt x="14550" y="4121"/>
                    <a:pt x="14372" y="4073"/>
                    <a:pt x="14372" y="4073"/>
                  </a:cubicBezTo>
                  <a:cubicBezTo>
                    <a:pt x="14407" y="4073"/>
                    <a:pt x="14431" y="4037"/>
                    <a:pt x="14431" y="4013"/>
                  </a:cubicBezTo>
                  <a:cubicBezTo>
                    <a:pt x="14431" y="3978"/>
                    <a:pt x="14407" y="3954"/>
                    <a:pt x="14372" y="3954"/>
                  </a:cubicBezTo>
                  <a:lnTo>
                    <a:pt x="14336" y="3954"/>
                  </a:lnTo>
                  <a:cubicBezTo>
                    <a:pt x="14312" y="3823"/>
                    <a:pt x="14217" y="3704"/>
                    <a:pt x="14074" y="3668"/>
                  </a:cubicBezTo>
                  <a:lnTo>
                    <a:pt x="14074" y="3620"/>
                  </a:lnTo>
                  <a:cubicBezTo>
                    <a:pt x="14193" y="3597"/>
                    <a:pt x="14288" y="3489"/>
                    <a:pt x="14288" y="3359"/>
                  </a:cubicBezTo>
                  <a:cubicBezTo>
                    <a:pt x="14288" y="3228"/>
                    <a:pt x="14193" y="3120"/>
                    <a:pt x="14074" y="3085"/>
                  </a:cubicBezTo>
                  <a:lnTo>
                    <a:pt x="14074" y="2989"/>
                  </a:lnTo>
                  <a:cubicBezTo>
                    <a:pt x="14264" y="2954"/>
                    <a:pt x="14407" y="2787"/>
                    <a:pt x="14407" y="2597"/>
                  </a:cubicBezTo>
                  <a:cubicBezTo>
                    <a:pt x="14407" y="2430"/>
                    <a:pt x="14300" y="2299"/>
                    <a:pt x="14169" y="2239"/>
                  </a:cubicBezTo>
                  <a:lnTo>
                    <a:pt x="14181" y="2227"/>
                  </a:lnTo>
                  <a:cubicBezTo>
                    <a:pt x="14181" y="2192"/>
                    <a:pt x="14133" y="2180"/>
                    <a:pt x="14062" y="2168"/>
                  </a:cubicBezTo>
                  <a:lnTo>
                    <a:pt x="14062" y="1918"/>
                  </a:lnTo>
                  <a:cubicBezTo>
                    <a:pt x="14122" y="1894"/>
                    <a:pt x="14181" y="1882"/>
                    <a:pt x="14181" y="1858"/>
                  </a:cubicBezTo>
                  <a:cubicBezTo>
                    <a:pt x="14181" y="1823"/>
                    <a:pt x="14133" y="1811"/>
                    <a:pt x="14062" y="1799"/>
                  </a:cubicBezTo>
                  <a:lnTo>
                    <a:pt x="14062" y="1680"/>
                  </a:lnTo>
                  <a:cubicBezTo>
                    <a:pt x="14169" y="1644"/>
                    <a:pt x="14252" y="1561"/>
                    <a:pt x="14252" y="1442"/>
                  </a:cubicBezTo>
                  <a:cubicBezTo>
                    <a:pt x="14252" y="1323"/>
                    <a:pt x="14169" y="1215"/>
                    <a:pt x="14062" y="1203"/>
                  </a:cubicBezTo>
                  <a:lnTo>
                    <a:pt x="14062" y="989"/>
                  </a:lnTo>
                  <a:cubicBezTo>
                    <a:pt x="14276" y="965"/>
                    <a:pt x="14419" y="799"/>
                    <a:pt x="14419" y="584"/>
                  </a:cubicBezTo>
                  <a:cubicBezTo>
                    <a:pt x="14419" y="561"/>
                    <a:pt x="14419" y="525"/>
                    <a:pt x="14407" y="513"/>
                  </a:cubicBezTo>
                  <a:cubicBezTo>
                    <a:pt x="14372" y="692"/>
                    <a:pt x="14229" y="822"/>
                    <a:pt x="14050" y="846"/>
                  </a:cubicBezTo>
                  <a:lnTo>
                    <a:pt x="14050" y="680"/>
                  </a:lnTo>
                  <a:cubicBezTo>
                    <a:pt x="14110" y="668"/>
                    <a:pt x="14133" y="608"/>
                    <a:pt x="14133" y="549"/>
                  </a:cubicBezTo>
                  <a:cubicBezTo>
                    <a:pt x="14133" y="489"/>
                    <a:pt x="14098" y="430"/>
                    <a:pt x="14050" y="406"/>
                  </a:cubicBezTo>
                  <a:lnTo>
                    <a:pt x="14050" y="382"/>
                  </a:lnTo>
                  <a:cubicBezTo>
                    <a:pt x="14133" y="370"/>
                    <a:pt x="14157" y="334"/>
                    <a:pt x="14157" y="334"/>
                  </a:cubicBezTo>
                  <a:lnTo>
                    <a:pt x="14002" y="1"/>
                  </a:lnTo>
                  <a:close/>
                </a:path>
              </a:pathLst>
            </a:custGeom>
            <a:gradFill>
              <a:gsLst>
                <a:gs pos="0">
                  <a:schemeClr val="accent3"/>
                </a:gs>
                <a:gs pos="74000">
                  <a:srgbClr val="7D386F"/>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9"/>
            <p:cNvSpPr/>
            <p:nvPr/>
          </p:nvSpPr>
          <p:spPr>
            <a:xfrm>
              <a:off x="1862675" y="215475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9"/>
            <p:cNvSpPr/>
            <p:nvPr/>
          </p:nvSpPr>
          <p:spPr>
            <a:xfrm>
              <a:off x="3936975" y="298025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9"/>
            <p:cNvSpPr/>
            <p:nvPr/>
          </p:nvSpPr>
          <p:spPr>
            <a:xfrm>
              <a:off x="609549" y="832550"/>
              <a:ext cx="3709636" cy="3097353"/>
            </a:xfrm>
            <a:custGeom>
              <a:avLst/>
              <a:gdLst/>
              <a:ahLst/>
              <a:cxnLst/>
              <a:rect l="l" t="t" r="r" b="b"/>
              <a:pathLst>
                <a:path w="56770" h="47400" extrusionOk="0">
                  <a:moveTo>
                    <a:pt x="28373" y="2453"/>
                  </a:moveTo>
                  <a:cubicBezTo>
                    <a:pt x="29016" y="3037"/>
                    <a:pt x="29921" y="3644"/>
                    <a:pt x="31183" y="4108"/>
                  </a:cubicBezTo>
                  <a:cubicBezTo>
                    <a:pt x="34207" y="5204"/>
                    <a:pt x="37255" y="7228"/>
                    <a:pt x="37255" y="9287"/>
                  </a:cubicBezTo>
                  <a:lnTo>
                    <a:pt x="37255" y="10931"/>
                  </a:lnTo>
                  <a:lnTo>
                    <a:pt x="38898" y="10752"/>
                  </a:lnTo>
                  <a:cubicBezTo>
                    <a:pt x="38898" y="10752"/>
                    <a:pt x="39065" y="10740"/>
                    <a:pt x="39315" y="10740"/>
                  </a:cubicBezTo>
                  <a:cubicBezTo>
                    <a:pt x="40053" y="10740"/>
                    <a:pt x="41505" y="10859"/>
                    <a:pt x="42720" y="11633"/>
                  </a:cubicBezTo>
                  <a:cubicBezTo>
                    <a:pt x="44196" y="12562"/>
                    <a:pt x="44911" y="14169"/>
                    <a:pt x="44911" y="16526"/>
                  </a:cubicBezTo>
                  <a:lnTo>
                    <a:pt x="44911" y="18098"/>
                  </a:lnTo>
                  <a:lnTo>
                    <a:pt x="46447" y="18015"/>
                  </a:lnTo>
                  <a:cubicBezTo>
                    <a:pt x="46470" y="18015"/>
                    <a:pt x="47375" y="18015"/>
                    <a:pt x="48209" y="18539"/>
                  </a:cubicBezTo>
                  <a:cubicBezTo>
                    <a:pt x="49221" y="19170"/>
                    <a:pt x="49745" y="20360"/>
                    <a:pt x="49745" y="22063"/>
                  </a:cubicBezTo>
                  <a:lnTo>
                    <a:pt x="49745" y="23313"/>
                  </a:lnTo>
                  <a:lnTo>
                    <a:pt x="50971" y="23539"/>
                  </a:lnTo>
                  <a:cubicBezTo>
                    <a:pt x="50971" y="23539"/>
                    <a:pt x="52126" y="23765"/>
                    <a:pt x="53233" y="24539"/>
                  </a:cubicBezTo>
                  <a:cubicBezTo>
                    <a:pt x="54602" y="25480"/>
                    <a:pt x="55257" y="26766"/>
                    <a:pt x="55257" y="28480"/>
                  </a:cubicBezTo>
                  <a:lnTo>
                    <a:pt x="55257" y="45911"/>
                  </a:lnTo>
                  <a:lnTo>
                    <a:pt x="1489" y="45911"/>
                  </a:lnTo>
                  <a:lnTo>
                    <a:pt x="1489" y="28492"/>
                  </a:lnTo>
                  <a:cubicBezTo>
                    <a:pt x="1489" y="26778"/>
                    <a:pt x="2167" y="25492"/>
                    <a:pt x="3513" y="24551"/>
                  </a:cubicBezTo>
                  <a:cubicBezTo>
                    <a:pt x="4620" y="23789"/>
                    <a:pt x="5775" y="23551"/>
                    <a:pt x="5799" y="23551"/>
                  </a:cubicBezTo>
                  <a:lnTo>
                    <a:pt x="7013" y="23325"/>
                  </a:lnTo>
                  <a:lnTo>
                    <a:pt x="7001" y="22087"/>
                  </a:lnTo>
                  <a:cubicBezTo>
                    <a:pt x="7001" y="20372"/>
                    <a:pt x="7525" y="19182"/>
                    <a:pt x="8537" y="18551"/>
                  </a:cubicBezTo>
                  <a:cubicBezTo>
                    <a:pt x="9370" y="18039"/>
                    <a:pt x="10275" y="18039"/>
                    <a:pt x="10323" y="18039"/>
                  </a:cubicBezTo>
                  <a:lnTo>
                    <a:pt x="11883" y="18110"/>
                  </a:lnTo>
                  <a:lnTo>
                    <a:pt x="11835" y="16550"/>
                  </a:lnTo>
                  <a:cubicBezTo>
                    <a:pt x="11835" y="14181"/>
                    <a:pt x="12549" y="12574"/>
                    <a:pt x="14026" y="11645"/>
                  </a:cubicBezTo>
                  <a:cubicBezTo>
                    <a:pt x="15252" y="10871"/>
                    <a:pt x="16693" y="10752"/>
                    <a:pt x="17431" y="10752"/>
                  </a:cubicBezTo>
                  <a:cubicBezTo>
                    <a:pt x="17693" y="10752"/>
                    <a:pt x="17848" y="10776"/>
                    <a:pt x="17848" y="10776"/>
                  </a:cubicBezTo>
                  <a:lnTo>
                    <a:pt x="19491" y="10919"/>
                  </a:lnTo>
                  <a:lnTo>
                    <a:pt x="19491" y="9287"/>
                  </a:lnTo>
                  <a:cubicBezTo>
                    <a:pt x="19491" y="7228"/>
                    <a:pt x="22539" y="5204"/>
                    <a:pt x="25563" y="4108"/>
                  </a:cubicBezTo>
                  <a:cubicBezTo>
                    <a:pt x="26837" y="3644"/>
                    <a:pt x="27730" y="3037"/>
                    <a:pt x="28373" y="2453"/>
                  </a:cubicBezTo>
                  <a:close/>
                  <a:moveTo>
                    <a:pt x="28385" y="1"/>
                  </a:moveTo>
                  <a:cubicBezTo>
                    <a:pt x="28385" y="1"/>
                    <a:pt x="27837" y="1727"/>
                    <a:pt x="25075" y="2739"/>
                  </a:cubicBezTo>
                  <a:cubicBezTo>
                    <a:pt x="22301" y="3739"/>
                    <a:pt x="18014" y="6037"/>
                    <a:pt x="18014" y="9311"/>
                  </a:cubicBezTo>
                  <a:cubicBezTo>
                    <a:pt x="18014" y="9311"/>
                    <a:pt x="17805" y="9289"/>
                    <a:pt x="17455" y="9289"/>
                  </a:cubicBezTo>
                  <a:cubicBezTo>
                    <a:pt x="15691" y="9289"/>
                    <a:pt x="10359" y="9845"/>
                    <a:pt x="10359" y="16562"/>
                  </a:cubicBezTo>
                  <a:cubicBezTo>
                    <a:pt x="10359" y="16562"/>
                    <a:pt x="10346" y="16562"/>
                    <a:pt x="10321" y="16562"/>
                  </a:cubicBezTo>
                  <a:cubicBezTo>
                    <a:pt x="9873" y="16562"/>
                    <a:pt x="5525" y="16701"/>
                    <a:pt x="5525" y="22099"/>
                  </a:cubicBezTo>
                  <a:cubicBezTo>
                    <a:pt x="5525" y="22099"/>
                    <a:pt x="0" y="23075"/>
                    <a:pt x="0" y="28492"/>
                  </a:cubicBezTo>
                  <a:lnTo>
                    <a:pt x="0" y="47233"/>
                  </a:lnTo>
                  <a:lnTo>
                    <a:pt x="0" y="47399"/>
                  </a:lnTo>
                  <a:lnTo>
                    <a:pt x="56769" y="47399"/>
                  </a:lnTo>
                  <a:lnTo>
                    <a:pt x="56769" y="47233"/>
                  </a:lnTo>
                  <a:lnTo>
                    <a:pt x="56769" y="28492"/>
                  </a:lnTo>
                  <a:cubicBezTo>
                    <a:pt x="56769" y="23087"/>
                    <a:pt x="51245" y="22099"/>
                    <a:pt x="51245" y="22099"/>
                  </a:cubicBezTo>
                  <a:cubicBezTo>
                    <a:pt x="51245" y="16701"/>
                    <a:pt x="46897" y="16562"/>
                    <a:pt x="46448" y="16562"/>
                  </a:cubicBezTo>
                  <a:cubicBezTo>
                    <a:pt x="46424" y="16562"/>
                    <a:pt x="46411" y="16562"/>
                    <a:pt x="46411" y="16562"/>
                  </a:cubicBezTo>
                  <a:cubicBezTo>
                    <a:pt x="46411" y="9850"/>
                    <a:pt x="41110" y="9289"/>
                    <a:pt x="39337" y="9289"/>
                  </a:cubicBezTo>
                  <a:cubicBezTo>
                    <a:pt x="38981" y="9289"/>
                    <a:pt x="38767" y="9311"/>
                    <a:pt x="38767" y="9311"/>
                  </a:cubicBezTo>
                  <a:cubicBezTo>
                    <a:pt x="38767" y="6037"/>
                    <a:pt x="34493" y="3739"/>
                    <a:pt x="31707" y="2739"/>
                  </a:cubicBezTo>
                  <a:cubicBezTo>
                    <a:pt x="28944" y="1727"/>
                    <a:pt x="28385" y="1"/>
                    <a:pt x="28385" y="1"/>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1" name="Google Shape;1151;p29"/>
          <p:cNvGrpSpPr/>
          <p:nvPr/>
        </p:nvGrpSpPr>
        <p:grpSpPr>
          <a:xfrm>
            <a:off x="3846275" y="-166175"/>
            <a:ext cx="454448" cy="1887747"/>
            <a:chOff x="3846700" y="-166175"/>
            <a:chExt cx="454448" cy="1887747"/>
          </a:xfrm>
        </p:grpSpPr>
        <p:sp>
          <p:nvSpPr>
            <p:cNvPr id="1152" name="Google Shape;1152;p29"/>
            <p:cNvSpPr/>
            <p:nvPr/>
          </p:nvSpPr>
          <p:spPr>
            <a:xfrm>
              <a:off x="4049360" y="-166175"/>
              <a:ext cx="49138" cy="855316"/>
            </a:xfrm>
            <a:custGeom>
              <a:avLst/>
              <a:gdLst/>
              <a:ahLst/>
              <a:cxnLst/>
              <a:rect l="l" t="t" r="r" b="b"/>
              <a:pathLst>
                <a:path w="918" h="15979" extrusionOk="0">
                  <a:moveTo>
                    <a:pt x="453" y="0"/>
                  </a:moveTo>
                  <a:cubicBezTo>
                    <a:pt x="274" y="0"/>
                    <a:pt x="131" y="143"/>
                    <a:pt x="131" y="322"/>
                  </a:cubicBezTo>
                  <a:cubicBezTo>
                    <a:pt x="131" y="488"/>
                    <a:pt x="251" y="619"/>
                    <a:pt x="417" y="655"/>
                  </a:cubicBezTo>
                  <a:cubicBezTo>
                    <a:pt x="251" y="679"/>
                    <a:pt x="131" y="822"/>
                    <a:pt x="131" y="977"/>
                  </a:cubicBezTo>
                  <a:cubicBezTo>
                    <a:pt x="131" y="1143"/>
                    <a:pt x="251" y="1274"/>
                    <a:pt x="417" y="1310"/>
                  </a:cubicBezTo>
                  <a:cubicBezTo>
                    <a:pt x="251" y="1334"/>
                    <a:pt x="131" y="1477"/>
                    <a:pt x="131" y="1631"/>
                  </a:cubicBezTo>
                  <a:cubicBezTo>
                    <a:pt x="131" y="1798"/>
                    <a:pt x="251" y="1929"/>
                    <a:pt x="417" y="1965"/>
                  </a:cubicBezTo>
                  <a:cubicBezTo>
                    <a:pt x="251" y="1989"/>
                    <a:pt x="131" y="2132"/>
                    <a:pt x="131" y="2286"/>
                  </a:cubicBezTo>
                  <a:cubicBezTo>
                    <a:pt x="131" y="2453"/>
                    <a:pt x="251" y="2584"/>
                    <a:pt x="417" y="2620"/>
                  </a:cubicBezTo>
                  <a:cubicBezTo>
                    <a:pt x="251" y="2643"/>
                    <a:pt x="131" y="2786"/>
                    <a:pt x="131" y="2941"/>
                  </a:cubicBezTo>
                  <a:cubicBezTo>
                    <a:pt x="131" y="3108"/>
                    <a:pt x="251" y="3239"/>
                    <a:pt x="417" y="3275"/>
                  </a:cubicBezTo>
                  <a:cubicBezTo>
                    <a:pt x="251" y="3298"/>
                    <a:pt x="131" y="3441"/>
                    <a:pt x="131" y="3596"/>
                  </a:cubicBezTo>
                  <a:cubicBezTo>
                    <a:pt x="131" y="3763"/>
                    <a:pt x="251" y="3894"/>
                    <a:pt x="417" y="3929"/>
                  </a:cubicBezTo>
                  <a:cubicBezTo>
                    <a:pt x="251" y="3953"/>
                    <a:pt x="131" y="4096"/>
                    <a:pt x="131" y="4251"/>
                  </a:cubicBezTo>
                  <a:cubicBezTo>
                    <a:pt x="131" y="4418"/>
                    <a:pt x="251" y="4548"/>
                    <a:pt x="417" y="4584"/>
                  </a:cubicBezTo>
                  <a:cubicBezTo>
                    <a:pt x="251" y="4608"/>
                    <a:pt x="131" y="4751"/>
                    <a:pt x="131" y="4906"/>
                  </a:cubicBezTo>
                  <a:cubicBezTo>
                    <a:pt x="131" y="5072"/>
                    <a:pt x="251" y="5203"/>
                    <a:pt x="417" y="5239"/>
                  </a:cubicBezTo>
                  <a:cubicBezTo>
                    <a:pt x="251" y="5263"/>
                    <a:pt x="131" y="5406"/>
                    <a:pt x="131" y="5561"/>
                  </a:cubicBezTo>
                  <a:cubicBezTo>
                    <a:pt x="131" y="5727"/>
                    <a:pt x="251" y="5858"/>
                    <a:pt x="417" y="5894"/>
                  </a:cubicBezTo>
                  <a:cubicBezTo>
                    <a:pt x="251" y="5918"/>
                    <a:pt x="131" y="6061"/>
                    <a:pt x="131" y="6215"/>
                  </a:cubicBezTo>
                  <a:cubicBezTo>
                    <a:pt x="131" y="6382"/>
                    <a:pt x="251" y="6513"/>
                    <a:pt x="417" y="6549"/>
                  </a:cubicBezTo>
                  <a:cubicBezTo>
                    <a:pt x="251" y="6573"/>
                    <a:pt x="131" y="6715"/>
                    <a:pt x="131" y="6870"/>
                  </a:cubicBezTo>
                  <a:cubicBezTo>
                    <a:pt x="131" y="7037"/>
                    <a:pt x="251" y="7168"/>
                    <a:pt x="417" y="7204"/>
                  </a:cubicBezTo>
                  <a:cubicBezTo>
                    <a:pt x="251" y="7227"/>
                    <a:pt x="131" y="7370"/>
                    <a:pt x="131" y="7525"/>
                  </a:cubicBezTo>
                  <a:cubicBezTo>
                    <a:pt x="131" y="7692"/>
                    <a:pt x="251" y="7823"/>
                    <a:pt x="417" y="7858"/>
                  </a:cubicBezTo>
                  <a:cubicBezTo>
                    <a:pt x="251" y="7882"/>
                    <a:pt x="131" y="8025"/>
                    <a:pt x="131" y="8180"/>
                  </a:cubicBezTo>
                  <a:cubicBezTo>
                    <a:pt x="131" y="8347"/>
                    <a:pt x="251" y="8478"/>
                    <a:pt x="417" y="8513"/>
                  </a:cubicBezTo>
                  <a:cubicBezTo>
                    <a:pt x="251" y="8537"/>
                    <a:pt x="131" y="8680"/>
                    <a:pt x="131" y="8835"/>
                  </a:cubicBezTo>
                  <a:cubicBezTo>
                    <a:pt x="131" y="9001"/>
                    <a:pt x="251" y="9132"/>
                    <a:pt x="417" y="9168"/>
                  </a:cubicBezTo>
                  <a:cubicBezTo>
                    <a:pt x="251" y="9192"/>
                    <a:pt x="131" y="9335"/>
                    <a:pt x="131" y="9490"/>
                  </a:cubicBezTo>
                  <a:cubicBezTo>
                    <a:pt x="131" y="9656"/>
                    <a:pt x="251" y="9787"/>
                    <a:pt x="417" y="9823"/>
                  </a:cubicBezTo>
                  <a:cubicBezTo>
                    <a:pt x="251" y="9847"/>
                    <a:pt x="131" y="9990"/>
                    <a:pt x="131" y="10144"/>
                  </a:cubicBezTo>
                  <a:cubicBezTo>
                    <a:pt x="131" y="10311"/>
                    <a:pt x="251" y="10442"/>
                    <a:pt x="417" y="10478"/>
                  </a:cubicBezTo>
                  <a:cubicBezTo>
                    <a:pt x="251" y="10502"/>
                    <a:pt x="131" y="10644"/>
                    <a:pt x="131" y="10799"/>
                  </a:cubicBezTo>
                  <a:cubicBezTo>
                    <a:pt x="131" y="10966"/>
                    <a:pt x="251" y="11097"/>
                    <a:pt x="417" y="11133"/>
                  </a:cubicBezTo>
                  <a:cubicBezTo>
                    <a:pt x="251" y="11156"/>
                    <a:pt x="131" y="11299"/>
                    <a:pt x="131" y="11454"/>
                  </a:cubicBezTo>
                  <a:cubicBezTo>
                    <a:pt x="131" y="11621"/>
                    <a:pt x="251" y="11752"/>
                    <a:pt x="417" y="11787"/>
                  </a:cubicBezTo>
                  <a:cubicBezTo>
                    <a:pt x="251" y="11811"/>
                    <a:pt x="131" y="11954"/>
                    <a:pt x="131" y="12109"/>
                  </a:cubicBezTo>
                  <a:cubicBezTo>
                    <a:pt x="131" y="12276"/>
                    <a:pt x="251" y="12407"/>
                    <a:pt x="417" y="12442"/>
                  </a:cubicBezTo>
                  <a:cubicBezTo>
                    <a:pt x="251" y="12466"/>
                    <a:pt x="131" y="12609"/>
                    <a:pt x="131" y="12764"/>
                  </a:cubicBezTo>
                  <a:cubicBezTo>
                    <a:pt x="131" y="12930"/>
                    <a:pt x="251" y="13061"/>
                    <a:pt x="417" y="13097"/>
                  </a:cubicBezTo>
                  <a:cubicBezTo>
                    <a:pt x="251" y="13121"/>
                    <a:pt x="131" y="13264"/>
                    <a:pt x="131" y="13419"/>
                  </a:cubicBezTo>
                  <a:cubicBezTo>
                    <a:pt x="131" y="13585"/>
                    <a:pt x="251" y="13716"/>
                    <a:pt x="417" y="13752"/>
                  </a:cubicBezTo>
                  <a:cubicBezTo>
                    <a:pt x="251" y="13776"/>
                    <a:pt x="131" y="13919"/>
                    <a:pt x="131" y="14073"/>
                  </a:cubicBezTo>
                  <a:cubicBezTo>
                    <a:pt x="131" y="14240"/>
                    <a:pt x="251" y="14371"/>
                    <a:pt x="417" y="14407"/>
                  </a:cubicBezTo>
                  <a:cubicBezTo>
                    <a:pt x="251" y="14431"/>
                    <a:pt x="131" y="14574"/>
                    <a:pt x="131" y="14728"/>
                  </a:cubicBezTo>
                  <a:cubicBezTo>
                    <a:pt x="131" y="14895"/>
                    <a:pt x="251" y="15026"/>
                    <a:pt x="417" y="15062"/>
                  </a:cubicBezTo>
                  <a:cubicBezTo>
                    <a:pt x="191" y="15086"/>
                    <a:pt x="0" y="15288"/>
                    <a:pt x="0" y="15526"/>
                  </a:cubicBezTo>
                  <a:cubicBezTo>
                    <a:pt x="0" y="15776"/>
                    <a:pt x="203" y="15978"/>
                    <a:pt x="453" y="15978"/>
                  </a:cubicBezTo>
                  <a:cubicBezTo>
                    <a:pt x="715" y="15978"/>
                    <a:pt x="917" y="15776"/>
                    <a:pt x="917" y="15526"/>
                  </a:cubicBezTo>
                  <a:cubicBezTo>
                    <a:pt x="917" y="15288"/>
                    <a:pt x="727" y="15086"/>
                    <a:pt x="501" y="15062"/>
                  </a:cubicBezTo>
                  <a:cubicBezTo>
                    <a:pt x="667" y="15026"/>
                    <a:pt x="786" y="14895"/>
                    <a:pt x="786" y="14728"/>
                  </a:cubicBezTo>
                  <a:cubicBezTo>
                    <a:pt x="786" y="14574"/>
                    <a:pt x="667" y="14431"/>
                    <a:pt x="501" y="14407"/>
                  </a:cubicBezTo>
                  <a:cubicBezTo>
                    <a:pt x="667" y="14371"/>
                    <a:pt x="786" y="14240"/>
                    <a:pt x="786" y="14073"/>
                  </a:cubicBezTo>
                  <a:cubicBezTo>
                    <a:pt x="786" y="13919"/>
                    <a:pt x="667" y="13776"/>
                    <a:pt x="501" y="13752"/>
                  </a:cubicBezTo>
                  <a:cubicBezTo>
                    <a:pt x="667" y="13716"/>
                    <a:pt x="786" y="13585"/>
                    <a:pt x="786" y="13419"/>
                  </a:cubicBezTo>
                  <a:cubicBezTo>
                    <a:pt x="786" y="13264"/>
                    <a:pt x="667" y="13121"/>
                    <a:pt x="501" y="13097"/>
                  </a:cubicBezTo>
                  <a:cubicBezTo>
                    <a:pt x="667" y="13061"/>
                    <a:pt x="786" y="12930"/>
                    <a:pt x="786" y="12764"/>
                  </a:cubicBezTo>
                  <a:cubicBezTo>
                    <a:pt x="786" y="12609"/>
                    <a:pt x="667" y="12466"/>
                    <a:pt x="501" y="12442"/>
                  </a:cubicBezTo>
                  <a:cubicBezTo>
                    <a:pt x="667" y="12407"/>
                    <a:pt x="786" y="12276"/>
                    <a:pt x="786" y="12109"/>
                  </a:cubicBezTo>
                  <a:cubicBezTo>
                    <a:pt x="786" y="11954"/>
                    <a:pt x="667" y="11811"/>
                    <a:pt x="501" y="11787"/>
                  </a:cubicBezTo>
                  <a:cubicBezTo>
                    <a:pt x="667" y="11752"/>
                    <a:pt x="786" y="11621"/>
                    <a:pt x="786" y="11454"/>
                  </a:cubicBezTo>
                  <a:cubicBezTo>
                    <a:pt x="786" y="11299"/>
                    <a:pt x="667" y="11156"/>
                    <a:pt x="501" y="11133"/>
                  </a:cubicBezTo>
                  <a:cubicBezTo>
                    <a:pt x="667" y="11097"/>
                    <a:pt x="786" y="10966"/>
                    <a:pt x="786" y="10799"/>
                  </a:cubicBezTo>
                  <a:cubicBezTo>
                    <a:pt x="786" y="10644"/>
                    <a:pt x="667" y="10502"/>
                    <a:pt x="501" y="10478"/>
                  </a:cubicBezTo>
                  <a:cubicBezTo>
                    <a:pt x="667" y="10442"/>
                    <a:pt x="786" y="10311"/>
                    <a:pt x="786" y="10144"/>
                  </a:cubicBezTo>
                  <a:cubicBezTo>
                    <a:pt x="786" y="9990"/>
                    <a:pt x="667" y="9847"/>
                    <a:pt x="501" y="9823"/>
                  </a:cubicBezTo>
                  <a:cubicBezTo>
                    <a:pt x="667" y="9787"/>
                    <a:pt x="786" y="9656"/>
                    <a:pt x="786" y="9490"/>
                  </a:cubicBezTo>
                  <a:cubicBezTo>
                    <a:pt x="786" y="9335"/>
                    <a:pt x="667" y="9192"/>
                    <a:pt x="501" y="9168"/>
                  </a:cubicBezTo>
                  <a:cubicBezTo>
                    <a:pt x="667" y="9132"/>
                    <a:pt x="786" y="9001"/>
                    <a:pt x="786" y="8835"/>
                  </a:cubicBezTo>
                  <a:cubicBezTo>
                    <a:pt x="786" y="8680"/>
                    <a:pt x="667" y="8537"/>
                    <a:pt x="501" y="8513"/>
                  </a:cubicBezTo>
                  <a:cubicBezTo>
                    <a:pt x="667" y="8478"/>
                    <a:pt x="786" y="8347"/>
                    <a:pt x="786" y="8180"/>
                  </a:cubicBezTo>
                  <a:cubicBezTo>
                    <a:pt x="786" y="8025"/>
                    <a:pt x="667" y="7882"/>
                    <a:pt x="501" y="7858"/>
                  </a:cubicBezTo>
                  <a:cubicBezTo>
                    <a:pt x="667" y="7823"/>
                    <a:pt x="786" y="7692"/>
                    <a:pt x="786" y="7525"/>
                  </a:cubicBezTo>
                  <a:cubicBezTo>
                    <a:pt x="786" y="7370"/>
                    <a:pt x="667" y="7227"/>
                    <a:pt x="501" y="7204"/>
                  </a:cubicBezTo>
                  <a:cubicBezTo>
                    <a:pt x="667" y="7168"/>
                    <a:pt x="786" y="7037"/>
                    <a:pt x="786" y="6870"/>
                  </a:cubicBezTo>
                  <a:cubicBezTo>
                    <a:pt x="786" y="6715"/>
                    <a:pt x="667" y="6573"/>
                    <a:pt x="501" y="6549"/>
                  </a:cubicBezTo>
                  <a:cubicBezTo>
                    <a:pt x="667" y="6513"/>
                    <a:pt x="786" y="6382"/>
                    <a:pt x="786" y="6215"/>
                  </a:cubicBezTo>
                  <a:cubicBezTo>
                    <a:pt x="786" y="6061"/>
                    <a:pt x="667" y="5918"/>
                    <a:pt x="501" y="5894"/>
                  </a:cubicBezTo>
                  <a:cubicBezTo>
                    <a:pt x="667" y="5858"/>
                    <a:pt x="786" y="5727"/>
                    <a:pt x="786" y="5561"/>
                  </a:cubicBezTo>
                  <a:cubicBezTo>
                    <a:pt x="786" y="5406"/>
                    <a:pt x="667" y="5263"/>
                    <a:pt x="501" y="5239"/>
                  </a:cubicBezTo>
                  <a:cubicBezTo>
                    <a:pt x="667" y="5203"/>
                    <a:pt x="786" y="5072"/>
                    <a:pt x="786" y="4906"/>
                  </a:cubicBezTo>
                  <a:cubicBezTo>
                    <a:pt x="786" y="4751"/>
                    <a:pt x="667" y="4608"/>
                    <a:pt x="501" y="4584"/>
                  </a:cubicBezTo>
                  <a:cubicBezTo>
                    <a:pt x="667" y="4548"/>
                    <a:pt x="786" y="4418"/>
                    <a:pt x="786" y="4251"/>
                  </a:cubicBezTo>
                  <a:cubicBezTo>
                    <a:pt x="786" y="4096"/>
                    <a:pt x="667" y="3953"/>
                    <a:pt x="501" y="3929"/>
                  </a:cubicBezTo>
                  <a:cubicBezTo>
                    <a:pt x="667" y="3894"/>
                    <a:pt x="786" y="3763"/>
                    <a:pt x="786" y="3596"/>
                  </a:cubicBezTo>
                  <a:cubicBezTo>
                    <a:pt x="786" y="3441"/>
                    <a:pt x="667" y="3298"/>
                    <a:pt x="501" y="3275"/>
                  </a:cubicBezTo>
                  <a:cubicBezTo>
                    <a:pt x="667" y="3239"/>
                    <a:pt x="786" y="3108"/>
                    <a:pt x="786" y="2941"/>
                  </a:cubicBezTo>
                  <a:cubicBezTo>
                    <a:pt x="786" y="2786"/>
                    <a:pt x="667" y="2643"/>
                    <a:pt x="501" y="2620"/>
                  </a:cubicBezTo>
                  <a:cubicBezTo>
                    <a:pt x="667" y="2584"/>
                    <a:pt x="786" y="2453"/>
                    <a:pt x="786" y="2286"/>
                  </a:cubicBezTo>
                  <a:cubicBezTo>
                    <a:pt x="786" y="2132"/>
                    <a:pt x="667" y="1989"/>
                    <a:pt x="501" y="1965"/>
                  </a:cubicBezTo>
                  <a:cubicBezTo>
                    <a:pt x="667" y="1929"/>
                    <a:pt x="786" y="1798"/>
                    <a:pt x="786" y="1631"/>
                  </a:cubicBezTo>
                  <a:cubicBezTo>
                    <a:pt x="786" y="1477"/>
                    <a:pt x="667" y="1334"/>
                    <a:pt x="501" y="1310"/>
                  </a:cubicBezTo>
                  <a:cubicBezTo>
                    <a:pt x="667" y="1274"/>
                    <a:pt x="786" y="1143"/>
                    <a:pt x="786" y="977"/>
                  </a:cubicBezTo>
                  <a:cubicBezTo>
                    <a:pt x="786" y="822"/>
                    <a:pt x="667" y="679"/>
                    <a:pt x="501" y="655"/>
                  </a:cubicBezTo>
                  <a:cubicBezTo>
                    <a:pt x="667" y="619"/>
                    <a:pt x="786" y="488"/>
                    <a:pt x="786" y="322"/>
                  </a:cubicBezTo>
                  <a:cubicBezTo>
                    <a:pt x="786" y="143"/>
                    <a:pt x="632" y="0"/>
                    <a:pt x="4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9"/>
            <p:cNvSpPr/>
            <p:nvPr/>
          </p:nvSpPr>
          <p:spPr>
            <a:xfrm>
              <a:off x="3897494" y="1002725"/>
              <a:ext cx="352800" cy="423300"/>
            </a:xfrm>
            <a:prstGeom prst="rect">
              <a:avLst/>
            </a:prstGeom>
            <a:gradFill>
              <a:gsLst>
                <a:gs pos="0">
                  <a:srgbClr val="E69138"/>
                </a:gs>
                <a:gs pos="100000">
                  <a:srgbClr val="FFD96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9"/>
            <p:cNvSpPr/>
            <p:nvPr/>
          </p:nvSpPr>
          <p:spPr>
            <a:xfrm>
              <a:off x="3846700" y="689722"/>
              <a:ext cx="454448" cy="1031850"/>
            </a:xfrm>
            <a:custGeom>
              <a:avLst/>
              <a:gdLst/>
              <a:ahLst/>
              <a:cxnLst/>
              <a:rect l="l" t="t" r="r" b="b"/>
              <a:pathLst>
                <a:path w="8490" h="19277" extrusionOk="0">
                  <a:moveTo>
                    <a:pt x="1834" y="6418"/>
                  </a:moveTo>
                  <a:cubicBezTo>
                    <a:pt x="1834" y="6418"/>
                    <a:pt x="2477" y="6811"/>
                    <a:pt x="2572" y="7466"/>
                  </a:cubicBezTo>
                  <a:cubicBezTo>
                    <a:pt x="2596" y="7573"/>
                    <a:pt x="2608" y="7668"/>
                    <a:pt x="2608" y="7763"/>
                  </a:cubicBezTo>
                  <a:lnTo>
                    <a:pt x="2608" y="13609"/>
                  </a:lnTo>
                  <a:lnTo>
                    <a:pt x="1060" y="13609"/>
                  </a:lnTo>
                  <a:lnTo>
                    <a:pt x="1060" y="7763"/>
                  </a:lnTo>
                  <a:cubicBezTo>
                    <a:pt x="1060" y="7668"/>
                    <a:pt x="1072" y="7573"/>
                    <a:pt x="1084" y="7466"/>
                  </a:cubicBezTo>
                  <a:cubicBezTo>
                    <a:pt x="1191" y="6823"/>
                    <a:pt x="1834" y="6418"/>
                    <a:pt x="1834" y="6418"/>
                  </a:cubicBezTo>
                  <a:close/>
                  <a:moveTo>
                    <a:pt x="4239" y="6418"/>
                  </a:moveTo>
                  <a:cubicBezTo>
                    <a:pt x="4239" y="6418"/>
                    <a:pt x="5370" y="7001"/>
                    <a:pt x="5572" y="7966"/>
                  </a:cubicBezTo>
                  <a:cubicBezTo>
                    <a:pt x="5596" y="8132"/>
                    <a:pt x="5608" y="8287"/>
                    <a:pt x="5632" y="8418"/>
                  </a:cubicBezTo>
                  <a:lnTo>
                    <a:pt x="5632" y="13609"/>
                  </a:lnTo>
                  <a:lnTo>
                    <a:pt x="2858" y="13609"/>
                  </a:lnTo>
                  <a:lnTo>
                    <a:pt x="2858" y="8418"/>
                  </a:lnTo>
                  <a:cubicBezTo>
                    <a:pt x="2858" y="8287"/>
                    <a:pt x="2870" y="8132"/>
                    <a:pt x="2917" y="7966"/>
                  </a:cubicBezTo>
                  <a:cubicBezTo>
                    <a:pt x="3108" y="7001"/>
                    <a:pt x="4239" y="6418"/>
                    <a:pt x="4239" y="6418"/>
                  </a:cubicBezTo>
                  <a:close/>
                  <a:moveTo>
                    <a:pt x="6656" y="6418"/>
                  </a:moveTo>
                  <a:cubicBezTo>
                    <a:pt x="6656" y="6418"/>
                    <a:pt x="7299" y="6811"/>
                    <a:pt x="7394" y="7466"/>
                  </a:cubicBezTo>
                  <a:cubicBezTo>
                    <a:pt x="7418" y="7573"/>
                    <a:pt x="7430" y="7668"/>
                    <a:pt x="7430" y="7763"/>
                  </a:cubicBezTo>
                  <a:lnTo>
                    <a:pt x="7430" y="13609"/>
                  </a:lnTo>
                  <a:lnTo>
                    <a:pt x="5882" y="13609"/>
                  </a:lnTo>
                  <a:lnTo>
                    <a:pt x="5882" y="7763"/>
                  </a:lnTo>
                  <a:cubicBezTo>
                    <a:pt x="5882" y="7668"/>
                    <a:pt x="5894" y="7573"/>
                    <a:pt x="5906" y="7466"/>
                  </a:cubicBezTo>
                  <a:cubicBezTo>
                    <a:pt x="6013" y="6823"/>
                    <a:pt x="6656" y="6418"/>
                    <a:pt x="6656" y="6418"/>
                  </a:cubicBezTo>
                  <a:close/>
                  <a:moveTo>
                    <a:pt x="4239" y="0"/>
                  </a:moveTo>
                  <a:cubicBezTo>
                    <a:pt x="3941" y="0"/>
                    <a:pt x="3703" y="155"/>
                    <a:pt x="3703" y="369"/>
                  </a:cubicBezTo>
                  <a:cubicBezTo>
                    <a:pt x="3703" y="477"/>
                    <a:pt x="3786" y="572"/>
                    <a:pt x="3882" y="655"/>
                  </a:cubicBezTo>
                  <a:cubicBezTo>
                    <a:pt x="3822" y="727"/>
                    <a:pt x="3751" y="786"/>
                    <a:pt x="3667" y="858"/>
                  </a:cubicBezTo>
                  <a:cubicBezTo>
                    <a:pt x="2977" y="1393"/>
                    <a:pt x="1893" y="1632"/>
                    <a:pt x="1893" y="2334"/>
                  </a:cubicBezTo>
                  <a:cubicBezTo>
                    <a:pt x="1893" y="2524"/>
                    <a:pt x="1953" y="2667"/>
                    <a:pt x="2060" y="2763"/>
                  </a:cubicBezTo>
                  <a:cubicBezTo>
                    <a:pt x="1024" y="3322"/>
                    <a:pt x="0" y="3798"/>
                    <a:pt x="0" y="4727"/>
                  </a:cubicBezTo>
                  <a:cubicBezTo>
                    <a:pt x="0" y="5239"/>
                    <a:pt x="238" y="5537"/>
                    <a:pt x="524" y="5692"/>
                  </a:cubicBezTo>
                  <a:cubicBezTo>
                    <a:pt x="429" y="5739"/>
                    <a:pt x="369" y="5834"/>
                    <a:pt x="369" y="5930"/>
                  </a:cubicBezTo>
                  <a:cubicBezTo>
                    <a:pt x="369" y="6084"/>
                    <a:pt x="488" y="6204"/>
                    <a:pt x="643" y="6204"/>
                  </a:cubicBezTo>
                  <a:lnTo>
                    <a:pt x="774" y="6204"/>
                  </a:lnTo>
                  <a:lnTo>
                    <a:pt x="774" y="13835"/>
                  </a:lnTo>
                  <a:lnTo>
                    <a:pt x="643" y="13835"/>
                  </a:lnTo>
                  <a:cubicBezTo>
                    <a:pt x="488" y="13835"/>
                    <a:pt x="369" y="13954"/>
                    <a:pt x="369" y="14097"/>
                  </a:cubicBezTo>
                  <a:cubicBezTo>
                    <a:pt x="369" y="14205"/>
                    <a:pt x="429" y="14300"/>
                    <a:pt x="524" y="14335"/>
                  </a:cubicBezTo>
                  <a:cubicBezTo>
                    <a:pt x="238" y="14502"/>
                    <a:pt x="0" y="14800"/>
                    <a:pt x="0" y="15312"/>
                  </a:cubicBezTo>
                  <a:cubicBezTo>
                    <a:pt x="0" y="16586"/>
                    <a:pt x="1953" y="17014"/>
                    <a:pt x="3191" y="17967"/>
                  </a:cubicBezTo>
                  <a:cubicBezTo>
                    <a:pt x="3989" y="18598"/>
                    <a:pt x="4239" y="19277"/>
                    <a:pt x="4239" y="19277"/>
                  </a:cubicBezTo>
                  <a:cubicBezTo>
                    <a:pt x="4239" y="19277"/>
                    <a:pt x="4501" y="18598"/>
                    <a:pt x="5299" y="17967"/>
                  </a:cubicBezTo>
                  <a:cubicBezTo>
                    <a:pt x="6537" y="17002"/>
                    <a:pt x="8489" y="16574"/>
                    <a:pt x="8489" y="15312"/>
                  </a:cubicBezTo>
                  <a:cubicBezTo>
                    <a:pt x="8489" y="14800"/>
                    <a:pt x="8251" y="14502"/>
                    <a:pt x="7966" y="14335"/>
                  </a:cubicBezTo>
                  <a:cubicBezTo>
                    <a:pt x="8049" y="14300"/>
                    <a:pt x="8108" y="14205"/>
                    <a:pt x="8108" y="14097"/>
                  </a:cubicBezTo>
                  <a:cubicBezTo>
                    <a:pt x="8108" y="13954"/>
                    <a:pt x="7989" y="13835"/>
                    <a:pt x="7847" y="13835"/>
                  </a:cubicBezTo>
                  <a:lnTo>
                    <a:pt x="7716" y="13835"/>
                  </a:lnTo>
                  <a:lnTo>
                    <a:pt x="7716" y="6204"/>
                  </a:lnTo>
                  <a:lnTo>
                    <a:pt x="7847" y="6204"/>
                  </a:lnTo>
                  <a:cubicBezTo>
                    <a:pt x="7989" y="6204"/>
                    <a:pt x="8108" y="6084"/>
                    <a:pt x="8108" y="5930"/>
                  </a:cubicBezTo>
                  <a:cubicBezTo>
                    <a:pt x="8108" y="5834"/>
                    <a:pt x="8049" y="5739"/>
                    <a:pt x="7966" y="5692"/>
                  </a:cubicBezTo>
                  <a:cubicBezTo>
                    <a:pt x="8228" y="5513"/>
                    <a:pt x="8489" y="5239"/>
                    <a:pt x="8489" y="4727"/>
                  </a:cubicBezTo>
                  <a:cubicBezTo>
                    <a:pt x="8489" y="3798"/>
                    <a:pt x="7477" y="3334"/>
                    <a:pt x="6430" y="2763"/>
                  </a:cubicBezTo>
                  <a:cubicBezTo>
                    <a:pt x="6525" y="2655"/>
                    <a:pt x="6596" y="2524"/>
                    <a:pt x="6596" y="2334"/>
                  </a:cubicBezTo>
                  <a:cubicBezTo>
                    <a:pt x="6596" y="1620"/>
                    <a:pt x="5513" y="1381"/>
                    <a:pt x="4822" y="858"/>
                  </a:cubicBezTo>
                  <a:cubicBezTo>
                    <a:pt x="4739" y="786"/>
                    <a:pt x="4656" y="727"/>
                    <a:pt x="4596" y="655"/>
                  </a:cubicBezTo>
                  <a:cubicBezTo>
                    <a:pt x="4703" y="572"/>
                    <a:pt x="4775" y="489"/>
                    <a:pt x="4775" y="369"/>
                  </a:cubicBezTo>
                  <a:cubicBezTo>
                    <a:pt x="4775" y="155"/>
                    <a:pt x="4537" y="0"/>
                    <a:pt x="4239" y="0"/>
                  </a:cubicBezTo>
                  <a:close/>
                </a:path>
              </a:pathLst>
            </a:custGeom>
            <a:gradFill>
              <a:gsLst>
                <a:gs pos="0">
                  <a:schemeClr val="accent3"/>
                </a:gs>
                <a:gs pos="100000">
                  <a:schemeClr val="accent4"/>
                </a:gs>
              </a:gsLst>
              <a:lin ang="5400012" scaled="0"/>
            </a:gradFill>
            <a:ln>
              <a:noFill/>
            </a:ln>
            <a:effectLst>
              <a:outerShdw blurRad="257175" dist="47625" dir="5400000" algn="bl" rotWithShape="0">
                <a:srgbClr val="CEA37C">
                  <a:alpha val="8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5" name="Google Shape;1155;p29"/>
          <p:cNvGrpSpPr/>
          <p:nvPr/>
        </p:nvGrpSpPr>
        <p:grpSpPr>
          <a:xfrm>
            <a:off x="2773233" y="-72278"/>
            <a:ext cx="454448" cy="1031850"/>
            <a:chOff x="3846700" y="689722"/>
            <a:chExt cx="454448" cy="1031850"/>
          </a:xfrm>
        </p:grpSpPr>
        <p:sp>
          <p:nvSpPr>
            <p:cNvPr id="1156" name="Google Shape;1156;p29"/>
            <p:cNvSpPr/>
            <p:nvPr/>
          </p:nvSpPr>
          <p:spPr>
            <a:xfrm>
              <a:off x="3897494" y="1002725"/>
              <a:ext cx="352800" cy="423300"/>
            </a:xfrm>
            <a:prstGeom prst="rect">
              <a:avLst/>
            </a:prstGeom>
            <a:gradFill>
              <a:gsLst>
                <a:gs pos="0">
                  <a:srgbClr val="E69138"/>
                </a:gs>
                <a:gs pos="100000">
                  <a:srgbClr val="FFD96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9"/>
            <p:cNvSpPr/>
            <p:nvPr/>
          </p:nvSpPr>
          <p:spPr>
            <a:xfrm>
              <a:off x="3846700" y="689722"/>
              <a:ext cx="454448" cy="1031850"/>
            </a:xfrm>
            <a:custGeom>
              <a:avLst/>
              <a:gdLst/>
              <a:ahLst/>
              <a:cxnLst/>
              <a:rect l="l" t="t" r="r" b="b"/>
              <a:pathLst>
                <a:path w="8490" h="19277" extrusionOk="0">
                  <a:moveTo>
                    <a:pt x="1834" y="6418"/>
                  </a:moveTo>
                  <a:cubicBezTo>
                    <a:pt x="1834" y="6418"/>
                    <a:pt x="2477" y="6811"/>
                    <a:pt x="2572" y="7466"/>
                  </a:cubicBezTo>
                  <a:cubicBezTo>
                    <a:pt x="2596" y="7573"/>
                    <a:pt x="2608" y="7668"/>
                    <a:pt x="2608" y="7763"/>
                  </a:cubicBezTo>
                  <a:lnTo>
                    <a:pt x="2608" y="13609"/>
                  </a:lnTo>
                  <a:lnTo>
                    <a:pt x="1060" y="13609"/>
                  </a:lnTo>
                  <a:lnTo>
                    <a:pt x="1060" y="7763"/>
                  </a:lnTo>
                  <a:cubicBezTo>
                    <a:pt x="1060" y="7668"/>
                    <a:pt x="1072" y="7573"/>
                    <a:pt x="1084" y="7466"/>
                  </a:cubicBezTo>
                  <a:cubicBezTo>
                    <a:pt x="1191" y="6823"/>
                    <a:pt x="1834" y="6418"/>
                    <a:pt x="1834" y="6418"/>
                  </a:cubicBezTo>
                  <a:close/>
                  <a:moveTo>
                    <a:pt x="4239" y="6418"/>
                  </a:moveTo>
                  <a:cubicBezTo>
                    <a:pt x="4239" y="6418"/>
                    <a:pt x="5370" y="7001"/>
                    <a:pt x="5572" y="7966"/>
                  </a:cubicBezTo>
                  <a:cubicBezTo>
                    <a:pt x="5596" y="8132"/>
                    <a:pt x="5608" y="8287"/>
                    <a:pt x="5632" y="8418"/>
                  </a:cubicBezTo>
                  <a:lnTo>
                    <a:pt x="5632" y="13609"/>
                  </a:lnTo>
                  <a:lnTo>
                    <a:pt x="2858" y="13609"/>
                  </a:lnTo>
                  <a:lnTo>
                    <a:pt x="2858" y="8418"/>
                  </a:lnTo>
                  <a:cubicBezTo>
                    <a:pt x="2858" y="8287"/>
                    <a:pt x="2870" y="8132"/>
                    <a:pt x="2917" y="7966"/>
                  </a:cubicBezTo>
                  <a:cubicBezTo>
                    <a:pt x="3108" y="7001"/>
                    <a:pt x="4239" y="6418"/>
                    <a:pt x="4239" y="6418"/>
                  </a:cubicBezTo>
                  <a:close/>
                  <a:moveTo>
                    <a:pt x="6656" y="6418"/>
                  </a:moveTo>
                  <a:cubicBezTo>
                    <a:pt x="6656" y="6418"/>
                    <a:pt x="7299" y="6811"/>
                    <a:pt x="7394" y="7466"/>
                  </a:cubicBezTo>
                  <a:cubicBezTo>
                    <a:pt x="7418" y="7573"/>
                    <a:pt x="7430" y="7668"/>
                    <a:pt x="7430" y="7763"/>
                  </a:cubicBezTo>
                  <a:lnTo>
                    <a:pt x="7430" y="13609"/>
                  </a:lnTo>
                  <a:lnTo>
                    <a:pt x="5882" y="13609"/>
                  </a:lnTo>
                  <a:lnTo>
                    <a:pt x="5882" y="7763"/>
                  </a:lnTo>
                  <a:cubicBezTo>
                    <a:pt x="5882" y="7668"/>
                    <a:pt x="5894" y="7573"/>
                    <a:pt x="5906" y="7466"/>
                  </a:cubicBezTo>
                  <a:cubicBezTo>
                    <a:pt x="6013" y="6823"/>
                    <a:pt x="6656" y="6418"/>
                    <a:pt x="6656" y="6418"/>
                  </a:cubicBezTo>
                  <a:close/>
                  <a:moveTo>
                    <a:pt x="4239" y="0"/>
                  </a:moveTo>
                  <a:cubicBezTo>
                    <a:pt x="3941" y="0"/>
                    <a:pt x="3703" y="155"/>
                    <a:pt x="3703" y="369"/>
                  </a:cubicBezTo>
                  <a:cubicBezTo>
                    <a:pt x="3703" y="477"/>
                    <a:pt x="3786" y="572"/>
                    <a:pt x="3882" y="655"/>
                  </a:cubicBezTo>
                  <a:cubicBezTo>
                    <a:pt x="3822" y="727"/>
                    <a:pt x="3751" y="786"/>
                    <a:pt x="3667" y="858"/>
                  </a:cubicBezTo>
                  <a:cubicBezTo>
                    <a:pt x="2977" y="1393"/>
                    <a:pt x="1893" y="1632"/>
                    <a:pt x="1893" y="2334"/>
                  </a:cubicBezTo>
                  <a:cubicBezTo>
                    <a:pt x="1893" y="2524"/>
                    <a:pt x="1953" y="2667"/>
                    <a:pt x="2060" y="2763"/>
                  </a:cubicBezTo>
                  <a:cubicBezTo>
                    <a:pt x="1024" y="3322"/>
                    <a:pt x="0" y="3798"/>
                    <a:pt x="0" y="4727"/>
                  </a:cubicBezTo>
                  <a:cubicBezTo>
                    <a:pt x="0" y="5239"/>
                    <a:pt x="238" y="5537"/>
                    <a:pt x="524" y="5692"/>
                  </a:cubicBezTo>
                  <a:cubicBezTo>
                    <a:pt x="429" y="5739"/>
                    <a:pt x="369" y="5834"/>
                    <a:pt x="369" y="5930"/>
                  </a:cubicBezTo>
                  <a:cubicBezTo>
                    <a:pt x="369" y="6084"/>
                    <a:pt x="488" y="6204"/>
                    <a:pt x="643" y="6204"/>
                  </a:cubicBezTo>
                  <a:lnTo>
                    <a:pt x="774" y="6204"/>
                  </a:lnTo>
                  <a:lnTo>
                    <a:pt x="774" y="13835"/>
                  </a:lnTo>
                  <a:lnTo>
                    <a:pt x="643" y="13835"/>
                  </a:lnTo>
                  <a:cubicBezTo>
                    <a:pt x="488" y="13835"/>
                    <a:pt x="369" y="13954"/>
                    <a:pt x="369" y="14097"/>
                  </a:cubicBezTo>
                  <a:cubicBezTo>
                    <a:pt x="369" y="14205"/>
                    <a:pt x="429" y="14300"/>
                    <a:pt x="524" y="14335"/>
                  </a:cubicBezTo>
                  <a:cubicBezTo>
                    <a:pt x="238" y="14502"/>
                    <a:pt x="0" y="14800"/>
                    <a:pt x="0" y="15312"/>
                  </a:cubicBezTo>
                  <a:cubicBezTo>
                    <a:pt x="0" y="16586"/>
                    <a:pt x="1953" y="17014"/>
                    <a:pt x="3191" y="17967"/>
                  </a:cubicBezTo>
                  <a:cubicBezTo>
                    <a:pt x="3989" y="18598"/>
                    <a:pt x="4239" y="19277"/>
                    <a:pt x="4239" y="19277"/>
                  </a:cubicBezTo>
                  <a:cubicBezTo>
                    <a:pt x="4239" y="19277"/>
                    <a:pt x="4501" y="18598"/>
                    <a:pt x="5299" y="17967"/>
                  </a:cubicBezTo>
                  <a:cubicBezTo>
                    <a:pt x="6537" y="17002"/>
                    <a:pt x="8489" y="16574"/>
                    <a:pt x="8489" y="15312"/>
                  </a:cubicBezTo>
                  <a:cubicBezTo>
                    <a:pt x="8489" y="14800"/>
                    <a:pt x="8251" y="14502"/>
                    <a:pt x="7966" y="14335"/>
                  </a:cubicBezTo>
                  <a:cubicBezTo>
                    <a:pt x="8049" y="14300"/>
                    <a:pt x="8108" y="14205"/>
                    <a:pt x="8108" y="14097"/>
                  </a:cubicBezTo>
                  <a:cubicBezTo>
                    <a:pt x="8108" y="13954"/>
                    <a:pt x="7989" y="13835"/>
                    <a:pt x="7847" y="13835"/>
                  </a:cubicBezTo>
                  <a:lnTo>
                    <a:pt x="7716" y="13835"/>
                  </a:lnTo>
                  <a:lnTo>
                    <a:pt x="7716" y="6204"/>
                  </a:lnTo>
                  <a:lnTo>
                    <a:pt x="7847" y="6204"/>
                  </a:lnTo>
                  <a:cubicBezTo>
                    <a:pt x="7989" y="6204"/>
                    <a:pt x="8108" y="6084"/>
                    <a:pt x="8108" y="5930"/>
                  </a:cubicBezTo>
                  <a:cubicBezTo>
                    <a:pt x="8108" y="5834"/>
                    <a:pt x="8049" y="5739"/>
                    <a:pt x="7966" y="5692"/>
                  </a:cubicBezTo>
                  <a:cubicBezTo>
                    <a:pt x="8228" y="5513"/>
                    <a:pt x="8489" y="5239"/>
                    <a:pt x="8489" y="4727"/>
                  </a:cubicBezTo>
                  <a:cubicBezTo>
                    <a:pt x="8489" y="3798"/>
                    <a:pt x="7477" y="3334"/>
                    <a:pt x="6430" y="2763"/>
                  </a:cubicBezTo>
                  <a:cubicBezTo>
                    <a:pt x="6525" y="2655"/>
                    <a:pt x="6596" y="2524"/>
                    <a:pt x="6596" y="2334"/>
                  </a:cubicBezTo>
                  <a:cubicBezTo>
                    <a:pt x="6596" y="1620"/>
                    <a:pt x="5513" y="1381"/>
                    <a:pt x="4822" y="858"/>
                  </a:cubicBezTo>
                  <a:cubicBezTo>
                    <a:pt x="4739" y="786"/>
                    <a:pt x="4656" y="727"/>
                    <a:pt x="4596" y="655"/>
                  </a:cubicBezTo>
                  <a:cubicBezTo>
                    <a:pt x="4703" y="572"/>
                    <a:pt x="4775" y="489"/>
                    <a:pt x="4775" y="369"/>
                  </a:cubicBezTo>
                  <a:cubicBezTo>
                    <a:pt x="4775" y="155"/>
                    <a:pt x="4537" y="0"/>
                    <a:pt x="4239" y="0"/>
                  </a:cubicBezTo>
                  <a:close/>
                </a:path>
              </a:pathLst>
            </a:custGeom>
            <a:gradFill>
              <a:gsLst>
                <a:gs pos="0">
                  <a:schemeClr val="accent3"/>
                </a:gs>
                <a:gs pos="100000">
                  <a:schemeClr val="accent4"/>
                </a:gs>
              </a:gsLst>
              <a:lin ang="5400012" scaled="0"/>
            </a:gradFill>
            <a:ln>
              <a:noFill/>
            </a:ln>
            <a:effectLst>
              <a:outerShdw blurRad="257175" dist="47625" dir="5400000" algn="bl" rotWithShape="0">
                <a:srgbClr val="CEA37C">
                  <a:alpha val="8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8" name="Google Shape;1158;p29"/>
          <p:cNvGrpSpPr/>
          <p:nvPr/>
        </p:nvGrpSpPr>
        <p:grpSpPr>
          <a:xfrm>
            <a:off x="1700192" y="-72278"/>
            <a:ext cx="454448" cy="1031850"/>
            <a:chOff x="3846700" y="689722"/>
            <a:chExt cx="454448" cy="1031850"/>
          </a:xfrm>
        </p:grpSpPr>
        <p:sp>
          <p:nvSpPr>
            <p:cNvPr id="1159" name="Google Shape;1159;p29"/>
            <p:cNvSpPr/>
            <p:nvPr/>
          </p:nvSpPr>
          <p:spPr>
            <a:xfrm>
              <a:off x="3897494" y="1002725"/>
              <a:ext cx="352800" cy="423300"/>
            </a:xfrm>
            <a:prstGeom prst="rect">
              <a:avLst/>
            </a:prstGeom>
            <a:gradFill>
              <a:gsLst>
                <a:gs pos="0">
                  <a:srgbClr val="E69138"/>
                </a:gs>
                <a:gs pos="100000">
                  <a:srgbClr val="FFD96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9"/>
            <p:cNvSpPr/>
            <p:nvPr/>
          </p:nvSpPr>
          <p:spPr>
            <a:xfrm>
              <a:off x="3846700" y="689722"/>
              <a:ext cx="454448" cy="1031850"/>
            </a:xfrm>
            <a:custGeom>
              <a:avLst/>
              <a:gdLst/>
              <a:ahLst/>
              <a:cxnLst/>
              <a:rect l="l" t="t" r="r" b="b"/>
              <a:pathLst>
                <a:path w="8490" h="19277" extrusionOk="0">
                  <a:moveTo>
                    <a:pt x="1834" y="6418"/>
                  </a:moveTo>
                  <a:cubicBezTo>
                    <a:pt x="1834" y="6418"/>
                    <a:pt x="2477" y="6811"/>
                    <a:pt x="2572" y="7466"/>
                  </a:cubicBezTo>
                  <a:cubicBezTo>
                    <a:pt x="2596" y="7573"/>
                    <a:pt x="2608" y="7668"/>
                    <a:pt x="2608" y="7763"/>
                  </a:cubicBezTo>
                  <a:lnTo>
                    <a:pt x="2608" y="13609"/>
                  </a:lnTo>
                  <a:lnTo>
                    <a:pt x="1060" y="13609"/>
                  </a:lnTo>
                  <a:lnTo>
                    <a:pt x="1060" y="7763"/>
                  </a:lnTo>
                  <a:cubicBezTo>
                    <a:pt x="1060" y="7668"/>
                    <a:pt x="1072" y="7573"/>
                    <a:pt x="1084" y="7466"/>
                  </a:cubicBezTo>
                  <a:cubicBezTo>
                    <a:pt x="1191" y="6823"/>
                    <a:pt x="1834" y="6418"/>
                    <a:pt x="1834" y="6418"/>
                  </a:cubicBezTo>
                  <a:close/>
                  <a:moveTo>
                    <a:pt x="4239" y="6418"/>
                  </a:moveTo>
                  <a:cubicBezTo>
                    <a:pt x="4239" y="6418"/>
                    <a:pt x="5370" y="7001"/>
                    <a:pt x="5572" y="7966"/>
                  </a:cubicBezTo>
                  <a:cubicBezTo>
                    <a:pt x="5596" y="8132"/>
                    <a:pt x="5608" y="8287"/>
                    <a:pt x="5632" y="8418"/>
                  </a:cubicBezTo>
                  <a:lnTo>
                    <a:pt x="5632" y="13609"/>
                  </a:lnTo>
                  <a:lnTo>
                    <a:pt x="2858" y="13609"/>
                  </a:lnTo>
                  <a:lnTo>
                    <a:pt x="2858" y="8418"/>
                  </a:lnTo>
                  <a:cubicBezTo>
                    <a:pt x="2858" y="8287"/>
                    <a:pt x="2870" y="8132"/>
                    <a:pt x="2917" y="7966"/>
                  </a:cubicBezTo>
                  <a:cubicBezTo>
                    <a:pt x="3108" y="7001"/>
                    <a:pt x="4239" y="6418"/>
                    <a:pt x="4239" y="6418"/>
                  </a:cubicBezTo>
                  <a:close/>
                  <a:moveTo>
                    <a:pt x="6656" y="6418"/>
                  </a:moveTo>
                  <a:cubicBezTo>
                    <a:pt x="6656" y="6418"/>
                    <a:pt x="7299" y="6811"/>
                    <a:pt x="7394" y="7466"/>
                  </a:cubicBezTo>
                  <a:cubicBezTo>
                    <a:pt x="7418" y="7573"/>
                    <a:pt x="7430" y="7668"/>
                    <a:pt x="7430" y="7763"/>
                  </a:cubicBezTo>
                  <a:lnTo>
                    <a:pt x="7430" y="13609"/>
                  </a:lnTo>
                  <a:lnTo>
                    <a:pt x="5882" y="13609"/>
                  </a:lnTo>
                  <a:lnTo>
                    <a:pt x="5882" y="7763"/>
                  </a:lnTo>
                  <a:cubicBezTo>
                    <a:pt x="5882" y="7668"/>
                    <a:pt x="5894" y="7573"/>
                    <a:pt x="5906" y="7466"/>
                  </a:cubicBezTo>
                  <a:cubicBezTo>
                    <a:pt x="6013" y="6823"/>
                    <a:pt x="6656" y="6418"/>
                    <a:pt x="6656" y="6418"/>
                  </a:cubicBezTo>
                  <a:close/>
                  <a:moveTo>
                    <a:pt x="4239" y="0"/>
                  </a:moveTo>
                  <a:cubicBezTo>
                    <a:pt x="3941" y="0"/>
                    <a:pt x="3703" y="155"/>
                    <a:pt x="3703" y="369"/>
                  </a:cubicBezTo>
                  <a:cubicBezTo>
                    <a:pt x="3703" y="477"/>
                    <a:pt x="3786" y="572"/>
                    <a:pt x="3882" y="655"/>
                  </a:cubicBezTo>
                  <a:cubicBezTo>
                    <a:pt x="3822" y="727"/>
                    <a:pt x="3751" y="786"/>
                    <a:pt x="3667" y="858"/>
                  </a:cubicBezTo>
                  <a:cubicBezTo>
                    <a:pt x="2977" y="1393"/>
                    <a:pt x="1893" y="1632"/>
                    <a:pt x="1893" y="2334"/>
                  </a:cubicBezTo>
                  <a:cubicBezTo>
                    <a:pt x="1893" y="2524"/>
                    <a:pt x="1953" y="2667"/>
                    <a:pt x="2060" y="2763"/>
                  </a:cubicBezTo>
                  <a:cubicBezTo>
                    <a:pt x="1024" y="3322"/>
                    <a:pt x="0" y="3798"/>
                    <a:pt x="0" y="4727"/>
                  </a:cubicBezTo>
                  <a:cubicBezTo>
                    <a:pt x="0" y="5239"/>
                    <a:pt x="238" y="5537"/>
                    <a:pt x="524" y="5692"/>
                  </a:cubicBezTo>
                  <a:cubicBezTo>
                    <a:pt x="429" y="5739"/>
                    <a:pt x="369" y="5834"/>
                    <a:pt x="369" y="5930"/>
                  </a:cubicBezTo>
                  <a:cubicBezTo>
                    <a:pt x="369" y="6084"/>
                    <a:pt x="488" y="6204"/>
                    <a:pt x="643" y="6204"/>
                  </a:cubicBezTo>
                  <a:lnTo>
                    <a:pt x="774" y="6204"/>
                  </a:lnTo>
                  <a:lnTo>
                    <a:pt x="774" y="13835"/>
                  </a:lnTo>
                  <a:lnTo>
                    <a:pt x="643" y="13835"/>
                  </a:lnTo>
                  <a:cubicBezTo>
                    <a:pt x="488" y="13835"/>
                    <a:pt x="369" y="13954"/>
                    <a:pt x="369" y="14097"/>
                  </a:cubicBezTo>
                  <a:cubicBezTo>
                    <a:pt x="369" y="14205"/>
                    <a:pt x="429" y="14300"/>
                    <a:pt x="524" y="14335"/>
                  </a:cubicBezTo>
                  <a:cubicBezTo>
                    <a:pt x="238" y="14502"/>
                    <a:pt x="0" y="14800"/>
                    <a:pt x="0" y="15312"/>
                  </a:cubicBezTo>
                  <a:cubicBezTo>
                    <a:pt x="0" y="16586"/>
                    <a:pt x="1953" y="17014"/>
                    <a:pt x="3191" y="17967"/>
                  </a:cubicBezTo>
                  <a:cubicBezTo>
                    <a:pt x="3989" y="18598"/>
                    <a:pt x="4239" y="19277"/>
                    <a:pt x="4239" y="19277"/>
                  </a:cubicBezTo>
                  <a:cubicBezTo>
                    <a:pt x="4239" y="19277"/>
                    <a:pt x="4501" y="18598"/>
                    <a:pt x="5299" y="17967"/>
                  </a:cubicBezTo>
                  <a:cubicBezTo>
                    <a:pt x="6537" y="17002"/>
                    <a:pt x="8489" y="16574"/>
                    <a:pt x="8489" y="15312"/>
                  </a:cubicBezTo>
                  <a:cubicBezTo>
                    <a:pt x="8489" y="14800"/>
                    <a:pt x="8251" y="14502"/>
                    <a:pt x="7966" y="14335"/>
                  </a:cubicBezTo>
                  <a:cubicBezTo>
                    <a:pt x="8049" y="14300"/>
                    <a:pt x="8108" y="14205"/>
                    <a:pt x="8108" y="14097"/>
                  </a:cubicBezTo>
                  <a:cubicBezTo>
                    <a:pt x="8108" y="13954"/>
                    <a:pt x="7989" y="13835"/>
                    <a:pt x="7847" y="13835"/>
                  </a:cubicBezTo>
                  <a:lnTo>
                    <a:pt x="7716" y="13835"/>
                  </a:lnTo>
                  <a:lnTo>
                    <a:pt x="7716" y="6204"/>
                  </a:lnTo>
                  <a:lnTo>
                    <a:pt x="7847" y="6204"/>
                  </a:lnTo>
                  <a:cubicBezTo>
                    <a:pt x="7989" y="6204"/>
                    <a:pt x="8108" y="6084"/>
                    <a:pt x="8108" y="5930"/>
                  </a:cubicBezTo>
                  <a:cubicBezTo>
                    <a:pt x="8108" y="5834"/>
                    <a:pt x="8049" y="5739"/>
                    <a:pt x="7966" y="5692"/>
                  </a:cubicBezTo>
                  <a:cubicBezTo>
                    <a:pt x="8228" y="5513"/>
                    <a:pt x="8489" y="5239"/>
                    <a:pt x="8489" y="4727"/>
                  </a:cubicBezTo>
                  <a:cubicBezTo>
                    <a:pt x="8489" y="3798"/>
                    <a:pt x="7477" y="3334"/>
                    <a:pt x="6430" y="2763"/>
                  </a:cubicBezTo>
                  <a:cubicBezTo>
                    <a:pt x="6525" y="2655"/>
                    <a:pt x="6596" y="2524"/>
                    <a:pt x="6596" y="2334"/>
                  </a:cubicBezTo>
                  <a:cubicBezTo>
                    <a:pt x="6596" y="1620"/>
                    <a:pt x="5513" y="1381"/>
                    <a:pt x="4822" y="858"/>
                  </a:cubicBezTo>
                  <a:cubicBezTo>
                    <a:pt x="4739" y="786"/>
                    <a:pt x="4656" y="727"/>
                    <a:pt x="4596" y="655"/>
                  </a:cubicBezTo>
                  <a:cubicBezTo>
                    <a:pt x="4703" y="572"/>
                    <a:pt x="4775" y="489"/>
                    <a:pt x="4775" y="369"/>
                  </a:cubicBezTo>
                  <a:cubicBezTo>
                    <a:pt x="4775" y="155"/>
                    <a:pt x="4537" y="0"/>
                    <a:pt x="4239" y="0"/>
                  </a:cubicBezTo>
                  <a:close/>
                </a:path>
              </a:pathLst>
            </a:custGeom>
            <a:gradFill>
              <a:gsLst>
                <a:gs pos="0">
                  <a:schemeClr val="accent3"/>
                </a:gs>
                <a:gs pos="100000">
                  <a:schemeClr val="accent4"/>
                </a:gs>
              </a:gsLst>
              <a:lin ang="5400012" scaled="0"/>
            </a:gradFill>
            <a:ln>
              <a:noFill/>
            </a:ln>
            <a:effectLst>
              <a:outerShdw blurRad="257175" dist="47625" dir="5400000" algn="bl" rotWithShape="0">
                <a:srgbClr val="CEA37C">
                  <a:alpha val="8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1" name="Google Shape;1161;p29"/>
          <p:cNvGrpSpPr/>
          <p:nvPr/>
        </p:nvGrpSpPr>
        <p:grpSpPr>
          <a:xfrm>
            <a:off x="627150" y="-166175"/>
            <a:ext cx="454448" cy="1887747"/>
            <a:chOff x="3846700" y="-166175"/>
            <a:chExt cx="454448" cy="1887747"/>
          </a:xfrm>
        </p:grpSpPr>
        <p:sp>
          <p:nvSpPr>
            <p:cNvPr id="1162" name="Google Shape;1162;p29"/>
            <p:cNvSpPr/>
            <p:nvPr/>
          </p:nvSpPr>
          <p:spPr>
            <a:xfrm>
              <a:off x="4049360" y="-166175"/>
              <a:ext cx="49138" cy="855316"/>
            </a:xfrm>
            <a:custGeom>
              <a:avLst/>
              <a:gdLst/>
              <a:ahLst/>
              <a:cxnLst/>
              <a:rect l="l" t="t" r="r" b="b"/>
              <a:pathLst>
                <a:path w="918" h="15979" extrusionOk="0">
                  <a:moveTo>
                    <a:pt x="453" y="0"/>
                  </a:moveTo>
                  <a:cubicBezTo>
                    <a:pt x="274" y="0"/>
                    <a:pt x="131" y="143"/>
                    <a:pt x="131" y="322"/>
                  </a:cubicBezTo>
                  <a:cubicBezTo>
                    <a:pt x="131" y="488"/>
                    <a:pt x="251" y="619"/>
                    <a:pt x="417" y="655"/>
                  </a:cubicBezTo>
                  <a:cubicBezTo>
                    <a:pt x="251" y="679"/>
                    <a:pt x="131" y="822"/>
                    <a:pt x="131" y="977"/>
                  </a:cubicBezTo>
                  <a:cubicBezTo>
                    <a:pt x="131" y="1143"/>
                    <a:pt x="251" y="1274"/>
                    <a:pt x="417" y="1310"/>
                  </a:cubicBezTo>
                  <a:cubicBezTo>
                    <a:pt x="251" y="1334"/>
                    <a:pt x="131" y="1477"/>
                    <a:pt x="131" y="1631"/>
                  </a:cubicBezTo>
                  <a:cubicBezTo>
                    <a:pt x="131" y="1798"/>
                    <a:pt x="251" y="1929"/>
                    <a:pt x="417" y="1965"/>
                  </a:cubicBezTo>
                  <a:cubicBezTo>
                    <a:pt x="251" y="1989"/>
                    <a:pt x="131" y="2132"/>
                    <a:pt x="131" y="2286"/>
                  </a:cubicBezTo>
                  <a:cubicBezTo>
                    <a:pt x="131" y="2453"/>
                    <a:pt x="251" y="2584"/>
                    <a:pt x="417" y="2620"/>
                  </a:cubicBezTo>
                  <a:cubicBezTo>
                    <a:pt x="251" y="2643"/>
                    <a:pt x="131" y="2786"/>
                    <a:pt x="131" y="2941"/>
                  </a:cubicBezTo>
                  <a:cubicBezTo>
                    <a:pt x="131" y="3108"/>
                    <a:pt x="251" y="3239"/>
                    <a:pt x="417" y="3275"/>
                  </a:cubicBezTo>
                  <a:cubicBezTo>
                    <a:pt x="251" y="3298"/>
                    <a:pt x="131" y="3441"/>
                    <a:pt x="131" y="3596"/>
                  </a:cubicBezTo>
                  <a:cubicBezTo>
                    <a:pt x="131" y="3763"/>
                    <a:pt x="251" y="3894"/>
                    <a:pt x="417" y="3929"/>
                  </a:cubicBezTo>
                  <a:cubicBezTo>
                    <a:pt x="251" y="3953"/>
                    <a:pt x="131" y="4096"/>
                    <a:pt x="131" y="4251"/>
                  </a:cubicBezTo>
                  <a:cubicBezTo>
                    <a:pt x="131" y="4418"/>
                    <a:pt x="251" y="4548"/>
                    <a:pt x="417" y="4584"/>
                  </a:cubicBezTo>
                  <a:cubicBezTo>
                    <a:pt x="251" y="4608"/>
                    <a:pt x="131" y="4751"/>
                    <a:pt x="131" y="4906"/>
                  </a:cubicBezTo>
                  <a:cubicBezTo>
                    <a:pt x="131" y="5072"/>
                    <a:pt x="251" y="5203"/>
                    <a:pt x="417" y="5239"/>
                  </a:cubicBezTo>
                  <a:cubicBezTo>
                    <a:pt x="251" y="5263"/>
                    <a:pt x="131" y="5406"/>
                    <a:pt x="131" y="5561"/>
                  </a:cubicBezTo>
                  <a:cubicBezTo>
                    <a:pt x="131" y="5727"/>
                    <a:pt x="251" y="5858"/>
                    <a:pt x="417" y="5894"/>
                  </a:cubicBezTo>
                  <a:cubicBezTo>
                    <a:pt x="251" y="5918"/>
                    <a:pt x="131" y="6061"/>
                    <a:pt x="131" y="6215"/>
                  </a:cubicBezTo>
                  <a:cubicBezTo>
                    <a:pt x="131" y="6382"/>
                    <a:pt x="251" y="6513"/>
                    <a:pt x="417" y="6549"/>
                  </a:cubicBezTo>
                  <a:cubicBezTo>
                    <a:pt x="251" y="6573"/>
                    <a:pt x="131" y="6715"/>
                    <a:pt x="131" y="6870"/>
                  </a:cubicBezTo>
                  <a:cubicBezTo>
                    <a:pt x="131" y="7037"/>
                    <a:pt x="251" y="7168"/>
                    <a:pt x="417" y="7204"/>
                  </a:cubicBezTo>
                  <a:cubicBezTo>
                    <a:pt x="251" y="7227"/>
                    <a:pt x="131" y="7370"/>
                    <a:pt x="131" y="7525"/>
                  </a:cubicBezTo>
                  <a:cubicBezTo>
                    <a:pt x="131" y="7692"/>
                    <a:pt x="251" y="7823"/>
                    <a:pt x="417" y="7858"/>
                  </a:cubicBezTo>
                  <a:cubicBezTo>
                    <a:pt x="251" y="7882"/>
                    <a:pt x="131" y="8025"/>
                    <a:pt x="131" y="8180"/>
                  </a:cubicBezTo>
                  <a:cubicBezTo>
                    <a:pt x="131" y="8347"/>
                    <a:pt x="251" y="8478"/>
                    <a:pt x="417" y="8513"/>
                  </a:cubicBezTo>
                  <a:cubicBezTo>
                    <a:pt x="251" y="8537"/>
                    <a:pt x="131" y="8680"/>
                    <a:pt x="131" y="8835"/>
                  </a:cubicBezTo>
                  <a:cubicBezTo>
                    <a:pt x="131" y="9001"/>
                    <a:pt x="251" y="9132"/>
                    <a:pt x="417" y="9168"/>
                  </a:cubicBezTo>
                  <a:cubicBezTo>
                    <a:pt x="251" y="9192"/>
                    <a:pt x="131" y="9335"/>
                    <a:pt x="131" y="9490"/>
                  </a:cubicBezTo>
                  <a:cubicBezTo>
                    <a:pt x="131" y="9656"/>
                    <a:pt x="251" y="9787"/>
                    <a:pt x="417" y="9823"/>
                  </a:cubicBezTo>
                  <a:cubicBezTo>
                    <a:pt x="251" y="9847"/>
                    <a:pt x="131" y="9990"/>
                    <a:pt x="131" y="10144"/>
                  </a:cubicBezTo>
                  <a:cubicBezTo>
                    <a:pt x="131" y="10311"/>
                    <a:pt x="251" y="10442"/>
                    <a:pt x="417" y="10478"/>
                  </a:cubicBezTo>
                  <a:cubicBezTo>
                    <a:pt x="251" y="10502"/>
                    <a:pt x="131" y="10644"/>
                    <a:pt x="131" y="10799"/>
                  </a:cubicBezTo>
                  <a:cubicBezTo>
                    <a:pt x="131" y="10966"/>
                    <a:pt x="251" y="11097"/>
                    <a:pt x="417" y="11133"/>
                  </a:cubicBezTo>
                  <a:cubicBezTo>
                    <a:pt x="251" y="11156"/>
                    <a:pt x="131" y="11299"/>
                    <a:pt x="131" y="11454"/>
                  </a:cubicBezTo>
                  <a:cubicBezTo>
                    <a:pt x="131" y="11621"/>
                    <a:pt x="251" y="11752"/>
                    <a:pt x="417" y="11787"/>
                  </a:cubicBezTo>
                  <a:cubicBezTo>
                    <a:pt x="251" y="11811"/>
                    <a:pt x="131" y="11954"/>
                    <a:pt x="131" y="12109"/>
                  </a:cubicBezTo>
                  <a:cubicBezTo>
                    <a:pt x="131" y="12276"/>
                    <a:pt x="251" y="12407"/>
                    <a:pt x="417" y="12442"/>
                  </a:cubicBezTo>
                  <a:cubicBezTo>
                    <a:pt x="251" y="12466"/>
                    <a:pt x="131" y="12609"/>
                    <a:pt x="131" y="12764"/>
                  </a:cubicBezTo>
                  <a:cubicBezTo>
                    <a:pt x="131" y="12930"/>
                    <a:pt x="251" y="13061"/>
                    <a:pt x="417" y="13097"/>
                  </a:cubicBezTo>
                  <a:cubicBezTo>
                    <a:pt x="251" y="13121"/>
                    <a:pt x="131" y="13264"/>
                    <a:pt x="131" y="13419"/>
                  </a:cubicBezTo>
                  <a:cubicBezTo>
                    <a:pt x="131" y="13585"/>
                    <a:pt x="251" y="13716"/>
                    <a:pt x="417" y="13752"/>
                  </a:cubicBezTo>
                  <a:cubicBezTo>
                    <a:pt x="251" y="13776"/>
                    <a:pt x="131" y="13919"/>
                    <a:pt x="131" y="14073"/>
                  </a:cubicBezTo>
                  <a:cubicBezTo>
                    <a:pt x="131" y="14240"/>
                    <a:pt x="251" y="14371"/>
                    <a:pt x="417" y="14407"/>
                  </a:cubicBezTo>
                  <a:cubicBezTo>
                    <a:pt x="251" y="14431"/>
                    <a:pt x="131" y="14574"/>
                    <a:pt x="131" y="14728"/>
                  </a:cubicBezTo>
                  <a:cubicBezTo>
                    <a:pt x="131" y="14895"/>
                    <a:pt x="251" y="15026"/>
                    <a:pt x="417" y="15062"/>
                  </a:cubicBezTo>
                  <a:cubicBezTo>
                    <a:pt x="191" y="15086"/>
                    <a:pt x="0" y="15288"/>
                    <a:pt x="0" y="15526"/>
                  </a:cubicBezTo>
                  <a:cubicBezTo>
                    <a:pt x="0" y="15776"/>
                    <a:pt x="203" y="15978"/>
                    <a:pt x="453" y="15978"/>
                  </a:cubicBezTo>
                  <a:cubicBezTo>
                    <a:pt x="715" y="15978"/>
                    <a:pt x="917" y="15776"/>
                    <a:pt x="917" y="15526"/>
                  </a:cubicBezTo>
                  <a:cubicBezTo>
                    <a:pt x="917" y="15288"/>
                    <a:pt x="727" y="15086"/>
                    <a:pt x="501" y="15062"/>
                  </a:cubicBezTo>
                  <a:cubicBezTo>
                    <a:pt x="667" y="15026"/>
                    <a:pt x="786" y="14895"/>
                    <a:pt x="786" y="14728"/>
                  </a:cubicBezTo>
                  <a:cubicBezTo>
                    <a:pt x="786" y="14574"/>
                    <a:pt x="667" y="14431"/>
                    <a:pt x="501" y="14407"/>
                  </a:cubicBezTo>
                  <a:cubicBezTo>
                    <a:pt x="667" y="14371"/>
                    <a:pt x="786" y="14240"/>
                    <a:pt x="786" y="14073"/>
                  </a:cubicBezTo>
                  <a:cubicBezTo>
                    <a:pt x="786" y="13919"/>
                    <a:pt x="667" y="13776"/>
                    <a:pt x="501" y="13752"/>
                  </a:cubicBezTo>
                  <a:cubicBezTo>
                    <a:pt x="667" y="13716"/>
                    <a:pt x="786" y="13585"/>
                    <a:pt x="786" y="13419"/>
                  </a:cubicBezTo>
                  <a:cubicBezTo>
                    <a:pt x="786" y="13264"/>
                    <a:pt x="667" y="13121"/>
                    <a:pt x="501" y="13097"/>
                  </a:cubicBezTo>
                  <a:cubicBezTo>
                    <a:pt x="667" y="13061"/>
                    <a:pt x="786" y="12930"/>
                    <a:pt x="786" y="12764"/>
                  </a:cubicBezTo>
                  <a:cubicBezTo>
                    <a:pt x="786" y="12609"/>
                    <a:pt x="667" y="12466"/>
                    <a:pt x="501" y="12442"/>
                  </a:cubicBezTo>
                  <a:cubicBezTo>
                    <a:pt x="667" y="12407"/>
                    <a:pt x="786" y="12276"/>
                    <a:pt x="786" y="12109"/>
                  </a:cubicBezTo>
                  <a:cubicBezTo>
                    <a:pt x="786" y="11954"/>
                    <a:pt x="667" y="11811"/>
                    <a:pt x="501" y="11787"/>
                  </a:cubicBezTo>
                  <a:cubicBezTo>
                    <a:pt x="667" y="11752"/>
                    <a:pt x="786" y="11621"/>
                    <a:pt x="786" y="11454"/>
                  </a:cubicBezTo>
                  <a:cubicBezTo>
                    <a:pt x="786" y="11299"/>
                    <a:pt x="667" y="11156"/>
                    <a:pt x="501" y="11133"/>
                  </a:cubicBezTo>
                  <a:cubicBezTo>
                    <a:pt x="667" y="11097"/>
                    <a:pt x="786" y="10966"/>
                    <a:pt x="786" y="10799"/>
                  </a:cubicBezTo>
                  <a:cubicBezTo>
                    <a:pt x="786" y="10644"/>
                    <a:pt x="667" y="10502"/>
                    <a:pt x="501" y="10478"/>
                  </a:cubicBezTo>
                  <a:cubicBezTo>
                    <a:pt x="667" y="10442"/>
                    <a:pt x="786" y="10311"/>
                    <a:pt x="786" y="10144"/>
                  </a:cubicBezTo>
                  <a:cubicBezTo>
                    <a:pt x="786" y="9990"/>
                    <a:pt x="667" y="9847"/>
                    <a:pt x="501" y="9823"/>
                  </a:cubicBezTo>
                  <a:cubicBezTo>
                    <a:pt x="667" y="9787"/>
                    <a:pt x="786" y="9656"/>
                    <a:pt x="786" y="9490"/>
                  </a:cubicBezTo>
                  <a:cubicBezTo>
                    <a:pt x="786" y="9335"/>
                    <a:pt x="667" y="9192"/>
                    <a:pt x="501" y="9168"/>
                  </a:cubicBezTo>
                  <a:cubicBezTo>
                    <a:pt x="667" y="9132"/>
                    <a:pt x="786" y="9001"/>
                    <a:pt x="786" y="8835"/>
                  </a:cubicBezTo>
                  <a:cubicBezTo>
                    <a:pt x="786" y="8680"/>
                    <a:pt x="667" y="8537"/>
                    <a:pt x="501" y="8513"/>
                  </a:cubicBezTo>
                  <a:cubicBezTo>
                    <a:pt x="667" y="8478"/>
                    <a:pt x="786" y="8347"/>
                    <a:pt x="786" y="8180"/>
                  </a:cubicBezTo>
                  <a:cubicBezTo>
                    <a:pt x="786" y="8025"/>
                    <a:pt x="667" y="7882"/>
                    <a:pt x="501" y="7858"/>
                  </a:cubicBezTo>
                  <a:cubicBezTo>
                    <a:pt x="667" y="7823"/>
                    <a:pt x="786" y="7692"/>
                    <a:pt x="786" y="7525"/>
                  </a:cubicBezTo>
                  <a:cubicBezTo>
                    <a:pt x="786" y="7370"/>
                    <a:pt x="667" y="7227"/>
                    <a:pt x="501" y="7204"/>
                  </a:cubicBezTo>
                  <a:cubicBezTo>
                    <a:pt x="667" y="7168"/>
                    <a:pt x="786" y="7037"/>
                    <a:pt x="786" y="6870"/>
                  </a:cubicBezTo>
                  <a:cubicBezTo>
                    <a:pt x="786" y="6715"/>
                    <a:pt x="667" y="6573"/>
                    <a:pt x="501" y="6549"/>
                  </a:cubicBezTo>
                  <a:cubicBezTo>
                    <a:pt x="667" y="6513"/>
                    <a:pt x="786" y="6382"/>
                    <a:pt x="786" y="6215"/>
                  </a:cubicBezTo>
                  <a:cubicBezTo>
                    <a:pt x="786" y="6061"/>
                    <a:pt x="667" y="5918"/>
                    <a:pt x="501" y="5894"/>
                  </a:cubicBezTo>
                  <a:cubicBezTo>
                    <a:pt x="667" y="5858"/>
                    <a:pt x="786" y="5727"/>
                    <a:pt x="786" y="5561"/>
                  </a:cubicBezTo>
                  <a:cubicBezTo>
                    <a:pt x="786" y="5406"/>
                    <a:pt x="667" y="5263"/>
                    <a:pt x="501" y="5239"/>
                  </a:cubicBezTo>
                  <a:cubicBezTo>
                    <a:pt x="667" y="5203"/>
                    <a:pt x="786" y="5072"/>
                    <a:pt x="786" y="4906"/>
                  </a:cubicBezTo>
                  <a:cubicBezTo>
                    <a:pt x="786" y="4751"/>
                    <a:pt x="667" y="4608"/>
                    <a:pt x="501" y="4584"/>
                  </a:cubicBezTo>
                  <a:cubicBezTo>
                    <a:pt x="667" y="4548"/>
                    <a:pt x="786" y="4418"/>
                    <a:pt x="786" y="4251"/>
                  </a:cubicBezTo>
                  <a:cubicBezTo>
                    <a:pt x="786" y="4096"/>
                    <a:pt x="667" y="3953"/>
                    <a:pt x="501" y="3929"/>
                  </a:cubicBezTo>
                  <a:cubicBezTo>
                    <a:pt x="667" y="3894"/>
                    <a:pt x="786" y="3763"/>
                    <a:pt x="786" y="3596"/>
                  </a:cubicBezTo>
                  <a:cubicBezTo>
                    <a:pt x="786" y="3441"/>
                    <a:pt x="667" y="3298"/>
                    <a:pt x="501" y="3275"/>
                  </a:cubicBezTo>
                  <a:cubicBezTo>
                    <a:pt x="667" y="3239"/>
                    <a:pt x="786" y="3108"/>
                    <a:pt x="786" y="2941"/>
                  </a:cubicBezTo>
                  <a:cubicBezTo>
                    <a:pt x="786" y="2786"/>
                    <a:pt x="667" y="2643"/>
                    <a:pt x="501" y="2620"/>
                  </a:cubicBezTo>
                  <a:cubicBezTo>
                    <a:pt x="667" y="2584"/>
                    <a:pt x="786" y="2453"/>
                    <a:pt x="786" y="2286"/>
                  </a:cubicBezTo>
                  <a:cubicBezTo>
                    <a:pt x="786" y="2132"/>
                    <a:pt x="667" y="1989"/>
                    <a:pt x="501" y="1965"/>
                  </a:cubicBezTo>
                  <a:cubicBezTo>
                    <a:pt x="667" y="1929"/>
                    <a:pt x="786" y="1798"/>
                    <a:pt x="786" y="1631"/>
                  </a:cubicBezTo>
                  <a:cubicBezTo>
                    <a:pt x="786" y="1477"/>
                    <a:pt x="667" y="1334"/>
                    <a:pt x="501" y="1310"/>
                  </a:cubicBezTo>
                  <a:cubicBezTo>
                    <a:pt x="667" y="1274"/>
                    <a:pt x="786" y="1143"/>
                    <a:pt x="786" y="977"/>
                  </a:cubicBezTo>
                  <a:cubicBezTo>
                    <a:pt x="786" y="822"/>
                    <a:pt x="667" y="679"/>
                    <a:pt x="501" y="655"/>
                  </a:cubicBezTo>
                  <a:cubicBezTo>
                    <a:pt x="667" y="619"/>
                    <a:pt x="786" y="488"/>
                    <a:pt x="786" y="322"/>
                  </a:cubicBezTo>
                  <a:cubicBezTo>
                    <a:pt x="786" y="143"/>
                    <a:pt x="632" y="0"/>
                    <a:pt x="4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9"/>
            <p:cNvSpPr/>
            <p:nvPr/>
          </p:nvSpPr>
          <p:spPr>
            <a:xfrm>
              <a:off x="3897494" y="1002725"/>
              <a:ext cx="352800" cy="423300"/>
            </a:xfrm>
            <a:prstGeom prst="rect">
              <a:avLst/>
            </a:prstGeom>
            <a:gradFill>
              <a:gsLst>
                <a:gs pos="0">
                  <a:srgbClr val="E69138"/>
                </a:gs>
                <a:gs pos="100000">
                  <a:srgbClr val="FFD96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9"/>
            <p:cNvSpPr/>
            <p:nvPr/>
          </p:nvSpPr>
          <p:spPr>
            <a:xfrm>
              <a:off x="3846700" y="689722"/>
              <a:ext cx="454448" cy="1031850"/>
            </a:xfrm>
            <a:custGeom>
              <a:avLst/>
              <a:gdLst/>
              <a:ahLst/>
              <a:cxnLst/>
              <a:rect l="l" t="t" r="r" b="b"/>
              <a:pathLst>
                <a:path w="8490" h="19277" extrusionOk="0">
                  <a:moveTo>
                    <a:pt x="1834" y="6418"/>
                  </a:moveTo>
                  <a:cubicBezTo>
                    <a:pt x="1834" y="6418"/>
                    <a:pt x="2477" y="6811"/>
                    <a:pt x="2572" y="7466"/>
                  </a:cubicBezTo>
                  <a:cubicBezTo>
                    <a:pt x="2596" y="7573"/>
                    <a:pt x="2608" y="7668"/>
                    <a:pt x="2608" y="7763"/>
                  </a:cubicBezTo>
                  <a:lnTo>
                    <a:pt x="2608" y="13609"/>
                  </a:lnTo>
                  <a:lnTo>
                    <a:pt x="1060" y="13609"/>
                  </a:lnTo>
                  <a:lnTo>
                    <a:pt x="1060" y="7763"/>
                  </a:lnTo>
                  <a:cubicBezTo>
                    <a:pt x="1060" y="7668"/>
                    <a:pt x="1072" y="7573"/>
                    <a:pt x="1084" y="7466"/>
                  </a:cubicBezTo>
                  <a:cubicBezTo>
                    <a:pt x="1191" y="6823"/>
                    <a:pt x="1834" y="6418"/>
                    <a:pt x="1834" y="6418"/>
                  </a:cubicBezTo>
                  <a:close/>
                  <a:moveTo>
                    <a:pt x="4239" y="6418"/>
                  </a:moveTo>
                  <a:cubicBezTo>
                    <a:pt x="4239" y="6418"/>
                    <a:pt x="5370" y="7001"/>
                    <a:pt x="5572" y="7966"/>
                  </a:cubicBezTo>
                  <a:cubicBezTo>
                    <a:pt x="5596" y="8132"/>
                    <a:pt x="5608" y="8287"/>
                    <a:pt x="5632" y="8418"/>
                  </a:cubicBezTo>
                  <a:lnTo>
                    <a:pt x="5632" y="13609"/>
                  </a:lnTo>
                  <a:lnTo>
                    <a:pt x="2858" y="13609"/>
                  </a:lnTo>
                  <a:lnTo>
                    <a:pt x="2858" y="8418"/>
                  </a:lnTo>
                  <a:cubicBezTo>
                    <a:pt x="2858" y="8287"/>
                    <a:pt x="2870" y="8132"/>
                    <a:pt x="2917" y="7966"/>
                  </a:cubicBezTo>
                  <a:cubicBezTo>
                    <a:pt x="3108" y="7001"/>
                    <a:pt x="4239" y="6418"/>
                    <a:pt x="4239" y="6418"/>
                  </a:cubicBezTo>
                  <a:close/>
                  <a:moveTo>
                    <a:pt x="6656" y="6418"/>
                  </a:moveTo>
                  <a:cubicBezTo>
                    <a:pt x="6656" y="6418"/>
                    <a:pt x="7299" y="6811"/>
                    <a:pt x="7394" y="7466"/>
                  </a:cubicBezTo>
                  <a:cubicBezTo>
                    <a:pt x="7418" y="7573"/>
                    <a:pt x="7430" y="7668"/>
                    <a:pt x="7430" y="7763"/>
                  </a:cubicBezTo>
                  <a:lnTo>
                    <a:pt x="7430" y="13609"/>
                  </a:lnTo>
                  <a:lnTo>
                    <a:pt x="5882" y="13609"/>
                  </a:lnTo>
                  <a:lnTo>
                    <a:pt x="5882" y="7763"/>
                  </a:lnTo>
                  <a:cubicBezTo>
                    <a:pt x="5882" y="7668"/>
                    <a:pt x="5894" y="7573"/>
                    <a:pt x="5906" y="7466"/>
                  </a:cubicBezTo>
                  <a:cubicBezTo>
                    <a:pt x="6013" y="6823"/>
                    <a:pt x="6656" y="6418"/>
                    <a:pt x="6656" y="6418"/>
                  </a:cubicBezTo>
                  <a:close/>
                  <a:moveTo>
                    <a:pt x="4239" y="0"/>
                  </a:moveTo>
                  <a:cubicBezTo>
                    <a:pt x="3941" y="0"/>
                    <a:pt x="3703" y="155"/>
                    <a:pt x="3703" y="369"/>
                  </a:cubicBezTo>
                  <a:cubicBezTo>
                    <a:pt x="3703" y="477"/>
                    <a:pt x="3786" y="572"/>
                    <a:pt x="3882" y="655"/>
                  </a:cubicBezTo>
                  <a:cubicBezTo>
                    <a:pt x="3822" y="727"/>
                    <a:pt x="3751" y="786"/>
                    <a:pt x="3667" y="858"/>
                  </a:cubicBezTo>
                  <a:cubicBezTo>
                    <a:pt x="2977" y="1393"/>
                    <a:pt x="1893" y="1632"/>
                    <a:pt x="1893" y="2334"/>
                  </a:cubicBezTo>
                  <a:cubicBezTo>
                    <a:pt x="1893" y="2524"/>
                    <a:pt x="1953" y="2667"/>
                    <a:pt x="2060" y="2763"/>
                  </a:cubicBezTo>
                  <a:cubicBezTo>
                    <a:pt x="1024" y="3322"/>
                    <a:pt x="0" y="3798"/>
                    <a:pt x="0" y="4727"/>
                  </a:cubicBezTo>
                  <a:cubicBezTo>
                    <a:pt x="0" y="5239"/>
                    <a:pt x="238" y="5537"/>
                    <a:pt x="524" y="5692"/>
                  </a:cubicBezTo>
                  <a:cubicBezTo>
                    <a:pt x="429" y="5739"/>
                    <a:pt x="369" y="5834"/>
                    <a:pt x="369" y="5930"/>
                  </a:cubicBezTo>
                  <a:cubicBezTo>
                    <a:pt x="369" y="6084"/>
                    <a:pt x="488" y="6204"/>
                    <a:pt x="643" y="6204"/>
                  </a:cubicBezTo>
                  <a:lnTo>
                    <a:pt x="774" y="6204"/>
                  </a:lnTo>
                  <a:lnTo>
                    <a:pt x="774" y="13835"/>
                  </a:lnTo>
                  <a:lnTo>
                    <a:pt x="643" y="13835"/>
                  </a:lnTo>
                  <a:cubicBezTo>
                    <a:pt x="488" y="13835"/>
                    <a:pt x="369" y="13954"/>
                    <a:pt x="369" y="14097"/>
                  </a:cubicBezTo>
                  <a:cubicBezTo>
                    <a:pt x="369" y="14205"/>
                    <a:pt x="429" y="14300"/>
                    <a:pt x="524" y="14335"/>
                  </a:cubicBezTo>
                  <a:cubicBezTo>
                    <a:pt x="238" y="14502"/>
                    <a:pt x="0" y="14800"/>
                    <a:pt x="0" y="15312"/>
                  </a:cubicBezTo>
                  <a:cubicBezTo>
                    <a:pt x="0" y="16586"/>
                    <a:pt x="1953" y="17014"/>
                    <a:pt x="3191" y="17967"/>
                  </a:cubicBezTo>
                  <a:cubicBezTo>
                    <a:pt x="3989" y="18598"/>
                    <a:pt x="4239" y="19277"/>
                    <a:pt x="4239" y="19277"/>
                  </a:cubicBezTo>
                  <a:cubicBezTo>
                    <a:pt x="4239" y="19277"/>
                    <a:pt x="4501" y="18598"/>
                    <a:pt x="5299" y="17967"/>
                  </a:cubicBezTo>
                  <a:cubicBezTo>
                    <a:pt x="6537" y="17002"/>
                    <a:pt x="8489" y="16574"/>
                    <a:pt x="8489" y="15312"/>
                  </a:cubicBezTo>
                  <a:cubicBezTo>
                    <a:pt x="8489" y="14800"/>
                    <a:pt x="8251" y="14502"/>
                    <a:pt x="7966" y="14335"/>
                  </a:cubicBezTo>
                  <a:cubicBezTo>
                    <a:pt x="8049" y="14300"/>
                    <a:pt x="8108" y="14205"/>
                    <a:pt x="8108" y="14097"/>
                  </a:cubicBezTo>
                  <a:cubicBezTo>
                    <a:pt x="8108" y="13954"/>
                    <a:pt x="7989" y="13835"/>
                    <a:pt x="7847" y="13835"/>
                  </a:cubicBezTo>
                  <a:lnTo>
                    <a:pt x="7716" y="13835"/>
                  </a:lnTo>
                  <a:lnTo>
                    <a:pt x="7716" y="6204"/>
                  </a:lnTo>
                  <a:lnTo>
                    <a:pt x="7847" y="6204"/>
                  </a:lnTo>
                  <a:cubicBezTo>
                    <a:pt x="7989" y="6204"/>
                    <a:pt x="8108" y="6084"/>
                    <a:pt x="8108" y="5930"/>
                  </a:cubicBezTo>
                  <a:cubicBezTo>
                    <a:pt x="8108" y="5834"/>
                    <a:pt x="8049" y="5739"/>
                    <a:pt x="7966" y="5692"/>
                  </a:cubicBezTo>
                  <a:cubicBezTo>
                    <a:pt x="8228" y="5513"/>
                    <a:pt x="8489" y="5239"/>
                    <a:pt x="8489" y="4727"/>
                  </a:cubicBezTo>
                  <a:cubicBezTo>
                    <a:pt x="8489" y="3798"/>
                    <a:pt x="7477" y="3334"/>
                    <a:pt x="6430" y="2763"/>
                  </a:cubicBezTo>
                  <a:cubicBezTo>
                    <a:pt x="6525" y="2655"/>
                    <a:pt x="6596" y="2524"/>
                    <a:pt x="6596" y="2334"/>
                  </a:cubicBezTo>
                  <a:cubicBezTo>
                    <a:pt x="6596" y="1620"/>
                    <a:pt x="5513" y="1381"/>
                    <a:pt x="4822" y="858"/>
                  </a:cubicBezTo>
                  <a:cubicBezTo>
                    <a:pt x="4739" y="786"/>
                    <a:pt x="4656" y="727"/>
                    <a:pt x="4596" y="655"/>
                  </a:cubicBezTo>
                  <a:cubicBezTo>
                    <a:pt x="4703" y="572"/>
                    <a:pt x="4775" y="489"/>
                    <a:pt x="4775" y="369"/>
                  </a:cubicBezTo>
                  <a:cubicBezTo>
                    <a:pt x="4775" y="155"/>
                    <a:pt x="4537" y="0"/>
                    <a:pt x="4239" y="0"/>
                  </a:cubicBezTo>
                  <a:close/>
                </a:path>
              </a:pathLst>
            </a:custGeom>
            <a:gradFill>
              <a:gsLst>
                <a:gs pos="0">
                  <a:schemeClr val="accent3"/>
                </a:gs>
                <a:gs pos="100000">
                  <a:schemeClr val="accent4"/>
                </a:gs>
              </a:gsLst>
              <a:lin ang="5400012" scaled="0"/>
            </a:gradFill>
            <a:ln>
              <a:noFill/>
            </a:ln>
            <a:effectLst>
              <a:outerShdw blurRad="257175" dist="47625" dir="5400000" algn="bl" rotWithShape="0">
                <a:srgbClr val="CEA37C">
                  <a:alpha val="8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1436292"/>
            <a:ext cx="5072123" cy="3444179"/>
          </a:xfrm>
          <a:prstGeom prst="rect">
            <a:avLst/>
          </a:prstGeom>
        </p:spPr>
        <p:txBody>
          <a:bodyPr spcFirstLastPara="1" wrap="square" lIns="91425" tIns="91425" rIns="91425" bIns="91425" anchor="t" anchorCtr="0">
            <a:noAutofit/>
          </a:bodyPr>
          <a:lstStyle/>
          <a:p>
            <a:pPr marL="139700" indent="0">
              <a:lnSpc>
                <a:spcPct val="150000"/>
              </a:lnSpc>
              <a:buNone/>
            </a:pPr>
            <a:r>
              <a:rPr lang="id-ID" dirty="0"/>
              <a:t>Syarat Mutawatir</a:t>
            </a:r>
            <a:r>
              <a:rPr lang="en-US" dirty="0"/>
              <a:t> </a:t>
            </a:r>
            <a:r>
              <a:rPr lang="id-ID" dirty="0"/>
              <a:t>:</a:t>
            </a:r>
            <a:endParaRPr lang="en-US" dirty="0"/>
          </a:p>
          <a:p>
            <a:pPr lvl="0">
              <a:lnSpc>
                <a:spcPct val="150000"/>
              </a:lnSpc>
              <a:buFont typeface="Wingdings" panose="05000000000000000000" pitchFamily="2" charset="2"/>
              <a:buChar char="Ø"/>
            </a:pPr>
            <a:r>
              <a:rPr lang="id-ID" dirty="0"/>
              <a:t>Diriwayatkan oleh sejumlah besar perawi</a:t>
            </a:r>
            <a:endParaRPr lang="en-US" dirty="0"/>
          </a:p>
          <a:p>
            <a:pPr>
              <a:lnSpc>
                <a:spcPct val="150000"/>
              </a:lnSpc>
              <a:buFont typeface="Wingdings" panose="05000000000000000000" pitchFamily="2" charset="2"/>
              <a:buChar char="Ø"/>
            </a:pPr>
            <a:r>
              <a:rPr lang="id-ID" dirty="0"/>
              <a:t>Adanya keseimbangan antar perawi pada </a:t>
            </a:r>
            <a:r>
              <a:rPr lang="en-US" dirty="0"/>
              <a:t>          </a:t>
            </a:r>
            <a:r>
              <a:rPr lang="id-ID" dirty="0"/>
              <a:t>Thabaqat pertama dengan Thabaqat berikutnya</a:t>
            </a:r>
          </a:p>
          <a:p>
            <a:pPr>
              <a:lnSpc>
                <a:spcPct val="150000"/>
              </a:lnSpc>
              <a:buFont typeface="Wingdings" panose="05000000000000000000" pitchFamily="2" charset="2"/>
              <a:buChar char="Ø"/>
            </a:pPr>
            <a:r>
              <a:rPr lang="id-ID" dirty="0"/>
              <a:t>Berdasarkan Tanggapan Panca Indera</a:t>
            </a:r>
          </a:p>
          <a:p>
            <a:pPr>
              <a:buFont typeface="Arial" panose="020B0604020202020204" pitchFamily="34" charset="0"/>
              <a:buChar char="•"/>
            </a:pPr>
            <a:endParaRPr lang="id-ID" dirty="0"/>
          </a:p>
          <a:p>
            <a:pPr lvl="0">
              <a:buFont typeface="Wingdings" panose="05000000000000000000" pitchFamily="2" charset="2"/>
              <a:buChar char="v"/>
            </a:pPr>
            <a:endParaRPr lang="en-US" dirty="0"/>
          </a:p>
          <a:p>
            <a:pPr marL="139700" lvl="0" indent="0">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v"/>
            </a:pPr>
            <a:r>
              <a:rPr lang="id-ID" dirty="0"/>
              <a:t>Pembagian</a:t>
            </a:r>
            <a:r>
              <a:rPr lang="en-US" dirty="0"/>
              <a:t> </a:t>
            </a:r>
            <a:r>
              <a:rPr lang="id-ID" dirty="0"/>
              <a:t>Hadits Mutawatir</a:t>
            </a:r>
            <a:endParaRPr lang="en-US" dirty="0"/>
          </a:p>
          <a:p>
            <a:pPr lvl="1">
              <a:lnSpc>
                <a:spcPct val="150000"/>
              </a:lnSpc>
              <a:buFont typeface="Wingdings" panose="05000000000000000000" pitchFamily="2" charset="2"/>
              <a:buChar char="§"/>
            </a:pPr>
            <a:r>
              <a:rPr lang="id-ID" dirty="0"/>
              <a:t>Mutawatir Lafzhi</a:t>
            </a:r>
            <a:endParaRPr lang="en-US" dirty="0"/>
          </a:p>
          <a:p>
            <a:pPr marL="596900" lvl="1" indent="0">
              <a:lnSpc>
                <a:spcPct val="150000"/>
              </a:lnSpc>
              <a:buNone/>
            </a:pPr>
            <a:r>
              <a:rPr lang="id-ID" dirty="0"/>
              <a:t>Dalam Taysir Mushthalah al-Hadits disebutkan hadits ini diriwayatkan oleh lebih dari </a:t>
            </a:r>
            <a:r>
              <a:rPr lang="en-US" dirty="0"/>
              <a:t>70 orang </a:t>
            </a:r>
            <a:r>
              <a:rPr lang="id-ID" dirty="0"/>
              <a:t>shahabat, dan jumlah periwayat hadits ini terus bertambah di tingkatan selanjutnya. Yang juga menyatakan hal ini misalnya adalah al-‘Iraqi. Sedangkan menurut Ibn ash-Shalah, hadits ini diriwayatkan oleh 62 shahabat</a:t>
            </a:r>
            <a:r>
              <a:rPr lang="en-US" dirty="0"/>
              <a:t>.</a:t>
            </a:r>
            <a:endParaRPr lang="id-ID" dirty="0"/>
          </a:p>
          <a:p>
            <a:pPr marL="139700" lvl="0" indent="0">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30381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v"/>
            </a:pPr>
            <a:r>
              <a:rPr lang="id-ID" dirty="0"/>
              <a:t>Pembagian</a:t>
            </a:r>
            <a:r>
              <a:rPr lang="en-US" dirty="0"/>
              <a:t> </a:t>
            </a:r>
            <a:r>
              <a:rPr lang="id-ID" dirty="0"/>
              <a:t>Hadits Mutawatir</a:t>
            </a:r>
            <a:endParaRPr lang="en-US" dirty="0"/>
          </a:p>
          <a:p>
            <a:pPr lvl="1">
              <a:lnSpc>
                <a:spcPct val="150000"/>
              </a:lnSpc>
              <a:buFont typeface="Wingdings" panose="05000000000000000000" pitchFamily="2" charset="2"/>
              <a:buChar char="§"/>
            </a:pPr>
            <a:r>
              <a:rPr lang="id-ID" dirty="0"/>
              <a:t>Mutawatir Ma’nawi</a:t>
            </a:r>
            <a:endParaRPr lang="en-US" dirty="0"/>
          </a:p>
          <a:p>
            <a:pPr marL="596900" lvl="1" indent="0">
              <a:lnSpc>
                <a:spcPct val="150000"/>
              </a:lnSpc>
              <a:buNone/>
            </a:pPr>
            <a:r>
              <a:rPr lang="id-ID" dirty="0"/>
              <a:t>Terdapat sekitar 100 hadits, dengan redaksi berbeda-beda, namun di dalamnya mengandung informasi bahwa Rasulullah shallallahu ‘alaihi wa sallam mengangkat tangan saat berdoa. Masing-masing haditsnya tidak mutawatir, namun informasi tentang Rasul yang mengangkat tangan saat berdoa pada hadits-hadits tersebut mutawatir.</a:t>
            </a: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0900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v"/>
            </a:pPr>
            <a:r>
              <a:rPr lang="id-ID" dirty="0"/>
              <a:t>Pembagian</a:t>
            </a:r>
            <a:r>
              <a:rPr lang="en-US" dirty="0"/>
              <a:t> </a:t>
            </a:r>
            <a:r>
              <a:rPr lang="id-ID" dirty="0"/>
              <a:t>Hadits Mutawatir</a:t>
            </a:r>
            <a:endParaRPr lang="en-US" dirty="0"/>
          </a:p>
          <a:p>
            <a:pPr lvl="1">
              <a:lnSpc>
                <a:spcPct val="150000"/>
              </a:lnSpc>
              <a:buFont typeface="Wingdings" panose="05000000000000000000" pitchFamily="2" charset="2"/>
              <a:buChar char="§"/>
            </a:pPr>
            <a:r>
              <a:rPr lang="id-ID" dirty="0"/>
              <a:t>Mutawatir Amali</a:t>
            </a:r>
            <a:endParaRPr lang="en-US" dirty="0"/>
          </a:p>
          <a:p>
            <a:pPr marL="596900" lvl="1" indent="0">
              <a:lnSpc>
                <a:spcPct val="150000"/>
              </a:lnSpc>
              <a:buNone/>
            </a:pPr>
            <a:r>
              <a:rPr lang="en-US" dirty="0"/>
              <a:t>Yang </a:t>
            </a:r>
            <a:r>
              <a:rPr lang="id-ID" dirty="0"/>
              <a:t>dimaksud dengan hadis ini ialah</a:t>
            </a:r>
            <a:r>
              <a:rPr lang="en-US" dirty="0"/>
              <a:t>:</a:t>
            </a:r>
            <a:endParaRPr lang="id-ID" dirty="0"/>
          </a:p>
          <a:p>
            <a:pPr marL="139700" indent="0">
              <a:lnSpc>
                <a:spcPct val="150000"/>
              </a:lnSpc>
              <a:buNone/>
            </a:pPr>
            <a:r>
              <a:rPr lang="ar-SA" dirty="0"/>
              <a:t>ما علم من الدين باالضرورة وتواتر بين المسلمين ان النبي صلىالله عليه وسلم فعله او امربه او غير ذلك وهو الذي ينطبق عليه تعريف الإجماع إنطباقا صحيحا</a:t>
            </a:r>
            <a:endParaRPr lang="en-US" dirty="0"/>
          </a:p>
          <a:p>
            <a:pPr marL="576263" indent="0">
              <a:lnSpc>
                <a:spcPct val="150000"/>
              </a:lnSpc>
              <a:buNone/>
            </a:pPr>
            <a:r>
              <a:rPr lang="en-US" dirty="0"/>
              <a:t>“</a:t>
            </a:r>
            <a:r>
              <a:rPr lang="id-ID" dirty="0"/>
              <a:t>Sesuatu yang diketahui dengan mudah, bahwa dia termasuk urusan agama dan telah mutawatir antara umat Islam, bahwa Nabi SAW mengerjakannya menyuruhnya, atau selain dari itu. Dan pengertian ini sesuai dengan ta’rif Ijma.”</a:t>
            </a:r>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27318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4"/>
        <p:cNvGrpSpPr/>
        <p:nvPr/>
      </p:nvGrpSpPr>
      <p:grpSpPr>
        <a:xfrm>
          <a:off x="0" y="0"/>
          <a:ext cx="0" cy="0"/>
          <a:chOff x="0" y="0"/>
          <a:chExt cx="0" cy="0"/>
        </a:xfrm>
      </p:grpSpPr>
      <p:sp>
        <p:nvSpPr>
          <p:cNvPr id="1135" name="Google Shape;1135;p29"/>
          <p:cNvSpPr txBox="1">
            <a:spLocks noGrp="1"/>
          </p:cNvSpPr>
          <p:nvPr>
            <p:ph type="title"/>
          </p:nvPr>
        </p:nvSpPr>
        <p:spPr>
          <a:xfrm>
            <a:off x="4503383" y="545376"/>
            <a:ext cx="4191476" cy="621900"/>
          </a:xfrm>
          <a:prstGeom prst="rect">
            <a:avLst/>
          </a:prstGeom>
        </p:spPr>
        <p:txBody>
          <a:bodyPr spcFirstLastPara="1" wrap="square" lIns="91425" tIns="91425" rIns="91425" bIns="91425" anchor="b"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lang="id-ID" sz="2000" dirty="0"/>
          </a:p>
        </p:txBody>
      </p:sp>
      <p:sp>
        <p:nvSpPr>
          <p:cNvPr id="1136" name="Google Shape;1136;p29"/>
          <p:cNvSpPr txBox="1">
            <a:spLocks noGrp="1"/>
          </p:cNvSpPr>
          <p:nvPr>
            <p:ph type="subTitle" idx="1"/>
          </p:nvPr>
        </p:nvSpPr>
        <p:spPr>
          <a:xfrm>
            <a:off x="4493488" y="1412166"/>
            <a:ext cx="4191476" cy="2634703"/>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v"/>
            </a:pPr>
            <a:r>
              <a:rPr lang="id-ID" dirty="0"/>
              <a:t>Hadits Ahad</a:t>
            </a:r>
          </a:p>
          <a:p>
            <a:pPr marL="139700" indent="0">
              <a:lnSpc>
                <a:spcPct val="150000"/>
              </a:lnSpc>
            </a:pPr>
            <a:r>
              <a:rPr lang="id-ID" sz="1400" dirty="0"/>
              <a:t>Al-Ahad jama’ dari ahad,menurut bahasa berarti al-wahid atau satu.</a:t>
            </a:r>
            <a:r>
              <a:rPr lang="en-US" sz="1400" dirty="0"/>
              <a:t> </a:t>
            </a:r>
            <a:r>
              <a:rPr lang="id-ID" sz="1400" dirty="0"/>
              <a:t>Dengan demikian khabar wahid adalah suatu berita yang disampaikan oleh satu orang.</a:t>
            </a:r>
          </a:p>
          <a:p>
            <a:pPr marL="139700" indent="0">
              <a:lnSpc>
                <a:spcPct val="150000"/>
              </a:lnSpc>
            </a:pPr>
            <a:endParaRPr lang="en-US" sz="1400" dirty="0"/>
          </a:p>
        </p:txBody>
      </p:sp>
      <p:grpSp>
        <p:nvGrpSpPr>
          <p:cNvPr id="1137" name="Google Shape;1137;p29"/>
          <p:cNvGrpSpPr/>
          <p:nvPr/>
        </p:nvGrpSpPr>
        <p:grpSpPr>
          <a:xfrm>
            <a:off x="609549" y="1450025"/>
            <a:ext cx="3709636" cy="3097353"/>
            <a:chOff x="609549" y="832550"/>
            <a:chExt cx="3709636" cy="3097353"/>
          </a:xfrm>
        </p:grpSpPr>
        <p:sp>
          <p:nvSpPr>
            <p:cNvPr id="1138" name="Google Shape;1138;p29"/>
            <p:cNvSpPr/>
            <p:nvPr/>
          </p:nvSpPr>
          <p:spPr>
            <a:xfrm>
              <a:off x="628957" y="872999"/>
              <a:ext cx="3669971" cy="3037432"/>
            </a:xfrm>
            <a:custGeom>
              <a:avLst/>
              <a:gdLst/>
              <a:ahLst/>
              <a:cxnLst/>
              <a:rect l="l" t="t" r="r" b="b"/>
              <a:pathLst>
                <a:path w="56163" h="46483" extrusionOk="0">
                  <a:moveTo>
                    <a:pt x="28088" y="1"/>
                  </a:moveTo>
                  <a:cubicBezTo>
                    <a:pt x="27683" y="644"/>
                    <a:pt x="26766" y="1668"/>
                    <a:pt x="24861" y="2370"/>
                  </a:cubicBezTo>
                  <a:cubicBezTo>
                    <a:pt x="21551" y="3573"/>
                    <a:pt x="18015" y="5847"/>
                    <a:pt x="18015" y="8668"/>
                  </a:cubicBezTo>
                  <a:lnTo>
                    <a:pt x="18015" y="8990"/>
                  </a:lnTo>
                  <a:lnTo>
                    <a:pt x="17682" y="8966"/>
                  </a:lnTo>
                  <a:cubicBezTo>
                    <a:pt x="17682" y="8966"/>
                    <a:pt x="17479" y="8942"/>
                    <a:pt x="17158" y="8942"/>
                  </a:cubicBezTo>
                  <a:cubicBezTo>
                    <a:pt x="16277" y="8942"/>
                    <a:pt x="14574" y="9073"/>
                    <a:pt x="13098" y="10014"/>
                  </a:cubicBezTo>
                  <a:cubicBezTo>
                    <a:pt x="11288" y="11181"/>
                    <a:pt x="10359" y="13157"/>
                    <a:pt x="10359" y="15919"/>
                  </a:cubicBezTo>
                  <a:lnTo>
                    <a:pt x="10359" y="16241"/>
                  </a:lnTo>
                  <a:lnTo>
                    <a:pt x="10050" y="16217"/>
                  </a:lnTo>
                  <a:lnTo>
                    <a:pt x="10026" y="16217"/>
                  </a:lnTo>
                  <a:cubicBezTo>
                    <a:pt x="9562" y="16217"/>
                    <a:pt x="5525" y="16372"/>
                    <a:pt x="5525" y="21456"/>
                  </a:cubicBezTo>
                  <a:lnTo>
                    <a:pt x="5525" y="21718"/>
                  </a:lnTo>
                  <a:lnTo>
                    <a:pt x="5287" y="21753"/>
                  </a:lnTo>
                  <a:cubicBezTo>
                    <a:pt x="5061" y="21801"/>
                    <a:pt x="1" y="22765"/>
                    <a:pt x="1" y="27873"/>
                  </a:cubicBezTo>
                  <a:lnTo>
                    <a:pt x="1" y="46483"/>
                  </a:lnTo>
                  <a:lnTo>
                    <a:pt x="56163" y="46483"/>
                  </a:lnTo>
                  <a:lnTo>
                    <a:pt x="56163" y="27873"/>
                  </a:lnTo>
                  <a:cubicBezTo>
                    <a:pt x="56163" y="22777"/>
                    <a:pt x="51091" y="21801"/>
                    <a:pt x="50876" y="21765"/>
                  </a:cubicBezTo>
                  <a:lnTo>
                    <a:pt x="50638" y="21718"/>
                  </a:lnTo>
                  <a:lnTo>
                    <a:pt x="50638" y="21468"/>
                  </a:lnTo>
                  <a:cubicBezTo>
                    <a:pt x="50638" y="16372"/>
                    <a:pt x="46602" y="16229"/>
                    <a:pt x="46150" y="16229"/>
                  </a:cubicBezTo>
                  <a:lnTo>
                    <a:pt x="46114" y="16229"/>
                  </a:lnTo>
                  <a:lnTo>
                    <a:pt x="45804" y="16241"/>
                  </a:lnTo>
                  <a:lnTo>
                    <a:pt x="45804" y="15931"/>
                  </a:lnTo>
                  <a:cubicBezTo>
                    <a:pt x="45804" y="13157"/>
                    <a:pt x="44876" y="11169"/>
                    <a:pt x="43066" y="10014"/>
                  </a:cubicBezTo>
                  <a:cubicBezTo>
                    <a:pt x="41589" y="9085"/>
                    <a:pt x="39899" y="8942"/>
                    <a:pt x="39018" y="8942"/>
                  </a:cubicBezTo>
                  <a:cubicBezTo>
                    <a:pt x="38684" y="8942"/>
                    <a:pt x="38482" y="8966"/>
                    <a:pt x="38482" y="8966"/>
                  </a:cubicBezTo>
                  <a:lnTo>
                    <a:pt x="38149" y="8990"/>
                  </a:lnTo>
                  <a:lnTo>
                    <a:pt x="38149" y="8668"/>
                  </a:lnTo>
                  <a:cubicBezTo>
                    <a:pt x="38149" y="5847"/>
                    <a:pt x="34624" y="3573"/>
                    <a:pt x="31302" y="2370"/>
                  </a:cubicBezTo>
                  <a:cubicBezTo>
                    <a:pt x="29397" y="1668"/>
                    <a:pt x="28493" y="644"/>
                    <a:pt x="28088" y="1"/>
                  </a:cubicBezTo>
                  <a:close/>
                </a:path>
              </a:pathLst>
            </a:custGeom>
            <a:gradFill>
              <a:gsLst>
                <a:gs pos="0">
                  <a:schemeClr val="accent3"/>
                </a:gs>
                <a:gs pos="100000">
                  <a:schemeClr val="accent4"/>
                </a:gs>
              </a:gsLst>
              <a:lin ang="5400012" scaled="0"/>
            </a:gradFill>
            <a:ln>
              <a:noFill/>
            </a:ln>
            <a:effectLst>
              <a:outerShdw blurRad="271463" dist="171450" dir="5400000" algn="bl" rotWithShape="0">
                <a:srgbClr val="CEA37C">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9"/>
            <p:cNvSpPr/>
            <p:nvPr/>
          </p:nvSpPr>
          <p:spPr>
            <a:xfrm>
              <a:off x="1862675" y="1865475"/>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29"/>
            <p:cNvSpPr/>
            <p:nvPr/>
          </p:nvSpPr>
          <p:spPr>
            <a:xfrm>
              <a:off x="1677825" y="203900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9"/>
            <p:cNvSpPr/>
            <p:nvPr/>
          </p:nvSpPr>
          <p:spPr>
            <a:xfrm>
              <a:off x="3303775" y="233820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29"/>
            <p:cNvSpPr/>
            <p:nvPr/>
          </p:nvSpPr>
          <p:spPr>
            <a:xfrm>
              <a:off x="3760600" y="3135475"/>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3" name="Google Shape;1143;p29"/>
            <p:cNvGrpSpPr/>
            <p:nvPr/>
          </p:nvGrpSpPr>
          <p:grpSpPr>
            <a:xfrm>
              <a:off x="2185288" y="1295200"/>
              <a:ext cx="558125" cy="536100"/>
              <a:chOff x="6535925" y="-2669850"/>
              <a:chExt cx="558125" cy="536100"/>
            </a:xfrm>
          </p:grpSpPr>
          <p:sp>
            <p:nvSpPr>
              <p:cNvPr id="1144" name="Google Shape;1144;p29"/>
              <p:cNvSpPr/>
              <p:nvPr/>
            </p:nvSpPr>
            <p:spPr>
              <a:xfrm>
                <a:off x="6868700" y="-2505750"/>
                <a:ext cx="109575" cy="101900"/>
              </a:xfrm>
              <a:custGeom>
                <a:avLst/>
                <a:gdLst/>
                <a:ahLst/>
                <a:cxnLst/>
                <a:rect l="l" t="t" r="r" b="b"/>
                <a:pathLst>
                  <a:path w="4383" h="4076" extrusionOk="0">
                    <a:moveTo>
                      <a:pt x="2203" y="0"/>
                    </a:moveTo>
                    <a:cubicBezTo>
                      <a:pt x="2168" y="0"/>
                      <a:pt x="2126" y="15"/>
                      <a:pt x="2084" y="45"/>
                    </a:cubicBezTo>
                    <a:lnTo>
                      <a:pt x="1489" y="1247"/>
                    </a:lnTo>
                    <a:cubicBezTo>
                      <a:pt x="1489" y="1283"/>
                      <a:pt x="1465" y="1295"/>
                      <a:pt x="1429" y="1295"/>
                    </a:cubicBezTo>
                    <a:lnTo>
                      <a:pt x="96" y="1485"/>
                    </a:lnTo>
                    <a:cubicBezTo>
                      <a:pt x="13" y="1509"/>
                      <a:pt x="1" y="1593"/>
                      <a:pt x="48" y="1640"/>
                    </a:cubicBezTo>
                    <a:lnTo>
                      <a:pt x="1013" y="2581"/>
                    </a:lnTo>
                    <a:cubicBezTo>
                      <a:pt x="1048" y="2593"/>
                      <a:pt x="1048" y="2617"/>
                      <a:pt x="1048" y="2652"/>
                    </a:cubicBezTo>
                    <a:lnTo>
                      <a:pt x="822" y="3974"/>
                    </a:lnTo>
                    <a:cubicBezTo>
                      <a:pt x="822" y="4033"/>
                      <a:pt x="871" y="4075"/>
                      <a:pt x="921" y="4075"/>
                    </a:cubicBezTo>
                    <a:cubicBezTo>
                      <a:pt x="932" y="4075"/>
                      <a:pt x="943" y="4073"/>
                      <a:pt x="953" y="4069"/>
                    </a:cubicBezTo>
                    <a:lnTo>
                      <a:pt x="2144" y="3438"/>
                    </a:lnTo>
                    <a:cubicBezTo>
                      <a:pt x="2156" y="3432"/>
                      <a:pt x="2168" y="3429"/>
                      <a:pt x="2181" y="3429"/>
                    </a:cubicBezTo>
                    <a:cubicBezTo>
                      <a:pt x="2194" y="3429"/>
                      <a:pt x="2209" y="3432"/>
                      <a:pt x="2227" y="3438"/>
                    </a:cubicBezTo>
                    <a:lnTo>
                      <a:pt x="3418" y="4069"/>
                    </a:lnTo>
                    <a:cubicBezTo>
                      <a:pt x="3430" y="4073"/>
                      <a:pt x="3443" y="4075"/>
                      <a:pt x="3455" y="4075"/>
                    </a:cubicBezTo>
                    <a:cubicBezTo>
                      <a:pt x="3512" y="4075"/>
                      <a:pt x="3559" y="4033"/>
                      <a:pt x="3549" y="3974"/>
                    </a:cubicBezTo>
                    <a:lnTo>
                      <a:pt x="3322" y="2652"/>
                    </a:lnTo>
                    <a:cubicBezTo>
                      <a:pt x="3322" y="2617"/>
                      <a:pt x="3334" y="2593"/>
                      <a:pt x="3358" y="2581"/>
                    </a:cubicBezTo>
                    <a:lnTo>
                      <a:pt x="4323" y="1640"/>
                    </a:lnTo>
                    <a:cubicBezTo>
                      <a:pt x="4382" y="1593"/>
                      <a:pt x="4346" y="1509"/>
                      <a:pt x="4275" y="1485"/>
                    </a:cubicBezTo>
                    <a:lnTo>
                      <a:pt x="2941" y="1295"/>
                    </a:lnTo>
                    <a:cubicBezTo>
                      <a:pt x="2918" y="1295"/>
                      <a:pt x="2894" y="1283"/>
                      <a:pt x="2882" y="1247"/>
                    </a:cubicBezTo>
                    <a:lnTo>
                      <a:pt x="2287" y="45"/>
                    </a:lnTo>
                    <a:cubicBezTo>
                      <a:pt x="2269" y="15"/>
                      <a:pt x="2239" y="0"/>
                      <a:pt x="2203" y="0"/>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9"/>
              <p:cNvSpPr/>
              <p:nvPr/>
            </p:nvSpPr>
            <p:spPr>
              <a:xfrm>
                <a:off x="6572525" y="-2669850"/>
                <a:ext cx="521525" cy="536100"/>
              </a:xfrm>
              <a:custGeom>
                <a:avLst/>
                <a:gdLst/>
                <a:ahLst/>
                <a:cxnLst/>
                <a:rect l="l" t="t" r="r" b="b"/>
                <a:pathLst>
                  <a:path w="20861" h="21444" extrusionOk="0">
                    <a:moveTo>
                      <a:pt x="8204" y="1"/>
                    </a:moveTo>
                    <a:lnTo>
                      <a:pt x="8204" y="1"/>
                    </a:lnTo>
                    <a:cubicBezTo>
                      <a:pt x="3489" y="1191"/>
                      <a:pt x="1" y="5466"/>
                      <a:pt x="1" y="10550"/>
                    </a:cubicBezTo>
                    <a:cubicBezTo>
                      <a:pt x="1" y="16562"/>
                      <a:pt x="4882" y="21444"/>
                      <a:pt x="10895" y="21444"/>
                    </a:cubicBezTo>
                    <a:cubicBezTo>
                      <a:pt x="15336" y="21444"/>
                      <a:pt x="19158" y="18789"/>
                      <a:pt x="20861" y="14979"/>
                    </a:cubicBezTo>
                    <a:lnTo>
                      <a:pt x="20861" y="14979"/>
                    </a:lnTo>
                    <a:cubicBezTo>
                      <a:pt x="19289" y="16027"/>
                      <a:pt x="17146" y="16979"/>
                      <a:pt x="15110" y="16979"/>
                    </a:cubicBezTo>
                    <a:cubicBezTo>
                      <a:pt x="9669" y="16979"/>
                      <a:pt x="4990" y="12455"/>
                      <a:pt x="4990" y="7014"/>
                    </a:cubicBezTo>
                    <a:cubicBezTo>
                      <a:pt x="4990" y="4394"/>
                      <a:pt x="6526" y="1775"/>
                      <a:pt x="8204" y="1"/>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9"/>
              <p:cNvSpPr/>
              <p:nvPr/>
            </p:nvSpPr>
            <p:spPr>
              <a:xfrm>
                <a:off x="6535925" y="-2669850"/>
                <a:ext cx="558125" cy="469825"/>
              </a:xfrm>
              <a:custGeom>
                <a:avLst/>
                <a:gdLst/>
                <a:ahLst/>
                <a:cxnLst/>
                <a:rect l="l" t="t" r="r" b="b"/>
                <a:pathLst>
                  <a:path w="22325" h="18793" extrusionOk="0">
                    <a:moveTo>
                      <a:pt x="9668" y="1"/>
                    </a:moveTo>
                    <a:lnTo>
                      <a:pt x="9668" y="1"/>
                    </a:lnTo>
                    <a:cubicBezTo>
                      <a:pt x="9667" y="1"/>
                      <a:pt x="1" y="6109"/>
                      <a:pt x="6585" y="15229"/>
                    </a:cubicBezTo>
                    <a:cubicBezTo>
                      <a:pt x="7896" y="17034"/>
                      <a:pt x="11307" y="18793"/>
                      <a:pt x="14854" y="18793"/>
                    </a:cubicBezTo>
                    <a:cubicBezTo>
                      <a:pt x="17554" y="18793"/>
                      <a:pt x="20333" y="17773"/>
                      <a:pt x="22325" y="14979"/>
                    </a:cubicBezTo>
                    <a:lnTo>
                      <a:pt x="22325" y="14979"/>
                    </a:lnTo>
                    <a:cubicBezTo>
                      <a:pt x="20753" y="16027"/>
                      <a:pt x="18872" y="16646"/>
                      <a:pt x="16824" y="16658"/>
                    </a:cubicBezTo>
                    <a:cubicBezTo>
                      <a:pt x="11383" y="16658"/>
                      <a:pt x="6966" y="12240"/>
                      <a:pt x="6966" y="6787"/>
                    </a:cubicBezTo>
                    <a:cubicBezTo>
                      <a:pt x="6966" y="4156"/>
                      <a:pt x="7990" y="1775"/>
                      <a:pt x="9668" y="1"/>
                    </a:cubicBezTo>
                    <a:close/>
                  </a:path>
                </a:pathLst>
              </a:custGeom>
              <a:gradFill>
                <a:gsLst>
                  <a:gs pos="0">
                    <a:srgbClr val="E69138"/>
                  </a:gs>
                  <a:gs pos="50000">
                    <a:srgbClr val="F9CB9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7" name="Google Shape;1147;p29"/>
            <p:cNvSpPr/>
            <p:nvPr/>
          </p:nvSpPr>
          <p:spPr>
            <a:xfrm>
              <a:off x="1437925" y="1668925"/>
              <a:ext cx="2052879" cy="2211603"/>
            </a:xfrm>
            <a:custGeom>
              <a:avLst/>
              <a:gdLst/>
              <a:ahLst/>
              <a:cxnLst/>
              <a:rect l="l" t="t" r="r" b="b"/>
              <a:pathLst>
                <a:path w="28040" h="30208" extrusionOk="0">
                  <a:moveTo>
                    <a:pt x="4477" y="18122"/>
                  </a:moveTo>
                  <a:lnTo>
                    <a:pt x="4477" y="18182"/>
                  </a:lnTo>
                  <a:cubicBezTo>
                    <a:pt x="4466" y="18146"/>
                    <a:pt x="4466" y="18134"/>
                    <a:pt x="4477" y="18122"/>
                  </a:cubicBezTo>
                  <a:close/>
                  <a:moveTo>
                    <a:pt x="24492" y="16753"/>
                  </a:moveTo>
                  <a:lnTo>
                    <a:pt x="24492" y="16753"/>
                  </a:lnTo>
                  <a:cubicBezTo>
                    <a:pt x="24480" y="16860"/>
                    <a:pt x="24468" y="17063"/>
                    <a:pt x="24468" y="17170"/>
                  </a:cubicBezTo>
                  <a:cubicBezTo>
                    <a:pt x="24373" y="17194"/>
                    <a:pt x="24313" y="17277"/>
                    <a:pt x="24313" y="17372"/>
                  </a:cubicBezTo>
                  <a:cubicBezTo>
                    <a:pt x="24313" y="17408"/>
                    <a:pt x="24313" y="17420"/>
                    <a:pt x="24337" y="17455"/>
                  </a:cubicBezTo>
                  <a:lnTo>
                    <a:pt x="24278" y="17455"/>
                  </a:lnTo>
                  <a:cubicBezTo>
                    <a:pt x="24289" y="17515"/>
                    <a:pt x="24349" y="17539"/>
                    <a:pt x="24385" y="17551"/>
                  </a:cubicBezTo>
                  <a:lnTo>
                    <a:pt x="24385" y="19158"/>
                  </a:lnTo>
                  <a:lnTo>
                    <a:pt x="24039" y="19158"/>
                  </a:lnTo>
                  <a:lnTo>
                    <a:pt x="24039" y="17039"/>
                  </a:lnTo>
                  <a:lnTo>
                    <a:pt x="24301" y="17074"/>
                  </a:lnTo>
                  <a:lnTo>
                    <a:pt x="24492" y="16753"/>
                  </a:lnTo>
                  <a:close/>
                  <a:moveTo>
                    <a:pt x="3513" y="16753"/>
                  </a:moveTo>
                  <a:lnTo>
                    <a:pt x="3692" y="17098"/>
                  </a:lnTo>
                  <a:lnTo>
                    <a:pt x="3954" y="17051"/>
                  </a:lnTo>
                  <a:lnTo>
                    <a:pt x="3954" y="19182"/>
                  </a:lnTo>
                  <a:lnTo>
                    <a:pt x="3620" y="19182"/>
                  </a:lnTo>
                  <a:lnTo>
                    <a:pt x="3620" y="17551"/>
                  </a:lnTo>
                  <a:cubicBezTo>
                    <a:pt x="3680" y="17539"/>
                    <a:pt x="3715" y="17515"/>
                    <a:pt x="3727" y="17455"/>
                  </a:cubicBezTo>
                  <a:lnTo>
                    <a:pt x="3680" y="17455"/>
                  </a:lnTo>
                  <a:cubicBezTo>
                    <a:pt x="3692" y="17420"/>
                    <a:pt x="3692" y="17408"/>
                    <a:pt x="3692" y="17372"/>
                  </a:cubicBezTo>
                  <a:cubicBezTo>
                    <a:pt x="3692" y="17289"/>
                    <a:pt x="3632" y="17194"/>
                    <a:pt x="3537" y="17170"/>
                  </a:cubicBezTo>
                  <a:cubicBezTo>
                    <a:pt x="3537" y="17063"/>
                    <a:pt x="3525" y="16860"/>
                    <a:pt x="3513" y="16753"/>
                  </a:cubicBezTo>
                  <a:close/>
                  <a:moveTo>
                    <a:pt x="477" y="17670"/>
                  </a:moveTo>
                  <a:lnTo>
                    <a:pt x="477" y="19563"/>
                  </a:lnTo>
                  <a:lnTo>
                    <a:pt x="429" y="19563"/>
                  </a:lnTo>
                  <a:lnTo>
                    <a:pt x="429" y="17694"/>
                  </a:lnTo>
                  <a:cubicBezTo>
                    <a:pt x="441" y="17694"/>
                    <a:pt x="465" y="17670"/>
                    <a:pt x="477" y="17670"/>
                  </a:cubicBezTo>
                  <a:close/>
                  <a:moveTo>
                    <a:pt x="27528" y="17670"/>
                  </a:moveTo>
                  <a:cubicBezTo>
                    <a:pt x="27552" y="17694"/>
                    <a:pt x="27564" y="17694"/>
                    <a:pt x="27576" y="17694"/>
                  </a:cubicBezTo>
                  <a:lnTo>
                    <a:pt x="27576" y="19575"/>
                  </a:lnTo>
                  <a:lnTo>
                    <a:pt x="27528" y="19575"/>
                  </a:lnTo>
                  <a:lnTo>
                    <a:pt x="27528" y="17670"/>
                  </a:lnTo>
                  <a:close/>
                  <a:moveTo>
                    <a:pt x="14002" y="1"/>
                  </a:moveTo>
                  <a:lnTo>
                    <a:pt x="13860" y="334"/>
                  </a:lnTo>
                  <a:cubicBezTo>
                    <a:pt x="13860" y="334"/>
                    <a:pt x="13871" y="370"/>
                    <a:pt x="13955" y="382"/>
                  </a:cubicBezTo>
                  <a:lnTo>
                    <a:pt x="13955" y="406"/>
                  </a:lnTo>
                  <a:cubicBezTo>
                    <a:pt x="13895" y="430"/>
                    <a:pt x="13871" y="489"/>
                    <a:pt x="13871" y="549"/>
                  </a:cubicBezTo>
                  <a:cubicBezTo>
                    <a:pt x="13871" y="608"/>
                    <a:pt x="13919" y="656"/>
                    <a:pt x="13955" y="680"/>
                  </a:cubicBezTo>
                  <a:lnTo>
                    <a:pt x="13955" y="846"/>
                  </a:lnTo>
                  <a:cubicBezTo>
                    <a:pt x="13776" y="822"/>
                    <a:pt x="13633" y="692"/>
                    <a:pt x="13598" y="513"/>
                  </a:cubicBezTo>
                  <a:cubicBezTo>
                    <a:pt x="13598" y="549"/>
                    <a:pt x="13586" y="561"/>
                    <a:pt x="13586" y="584"/>
                  </a:cubicBezTo>
                  <a:cubicBezTo>
                    <a:pt x="13586" y="799"/>
                    <a:pt x="13752" y="977"/>
                    <a:pt x="13943" y="989"/>
                  </a:cubicBezTo>
                  <a:lnTo>
                    <a:pt x="13943" y="1203"/>
                  </a:lnTo>
                  <a:cubicBezTo>
                    <a:pt x="13824" y="1227"/>
                    <a:pt x="13752" y="1323"/>
                    <a:pt x="13752" y="1442"/>
                  </a:cubicBezTo>
                  <a:cubicBezTo>
                    <a:pt x="13752" y="1561"/>
                    <a:pt x="13836" y="1644"/>
                    <a:pt x="13943" y="1680"/>
                  </a:cubicBezTo>
                  <a:lnTo>
                    <a:pt x="13943" y="1799"/>
                  </a:lnTo>
                  <a:cubicBezTo>
                    <a:pt x="13871" y="1811"/>
                    <a:pt x="13824" y="1823"/>
                    <a:pt x="13824" y="1858"/>
                  </a:cubicBezTo>
                  <a:cubicBezTo>
                    <a:pt x="13824" y="1882"/>
                    <a:pt x="13871" y="1894"/>
                    <a:pt x="13943" y="1918"/>
                  </a:cubicBezTo>
                  <a:lnTo>
                    <a:pt x="13943" y="2168"/>
                  </a:lnTo>
                  <a:cubicBezTo>
                    <a:pt x="13883" y="2180"/>
                    <a:pt x="13824" y="2192"/>
                    <a:pt x="13824" y="2227"/>
                  </a:cubicBezTo>
                  <a:cubicBezTo>
                    <a:pt x="13824" y="2227"/>
                    <a:pt x="13824" y="2239"/>
                    <a:pt x="13836" y="2239"/>
                  </a:cubicBezTo>
                  <a:cubicBezTo>
                    <a:pt x="13705" y="2299"/>
                    <a:pt x="13598" y="2430"/>
                    <a:pt x="13598" y="2597"/>
                  </a:cubicBezTo>
                  <a:cubicBezTo>
                    <a:pt x="13598" y="2787"/>
                    <a:pt x="13752" y="2954"/>
                    <a:pt x="13931" y="2989"/>
                  </a:cubicBezTo>
                  <a:lnTo>
                    <a:pt x="13931" y="3085"/>
                  </a:lnTo>
                  <a:cubicBezTo>
                    <a:pt x="13812" y="3120"/>
                    <a:pt x="13717" y="3228"/>
                    <a:pt x="13717" y="3359"/>
                  </a:cubicBezTo>
                  <a:cubicBezTo>
                    <a:pt x="13717" y="3489"/>
                    <a:pt x="13812" y="3597"/>
                    <a:pt x="13931" y="3620"/>
                  </a:cubicBezTo>
                  <a:lnTo>
                    <a:pt x="13931" y="3668"/>
                  </a:lnTo>
                  <a:cubicBezTo>
                    <a:pt x="13800" y="3704"/>
                    <a:pt x="13693" y="3823"/>
                    <a:pt x="13681" y="3954"/>
                  </a:cubicBezTo>
                  <a:lnTo>
                    <a:pt x="13645" y="3954"/>
                  </a:lnTo>
                  <a:cubicBezTo>
                    <a:pt x="13621" y="3954"/>
                    <a:pt x="13586" y="3978"/>
                    <a:pt x="13586" y="4013"/>
                  </a:cubicBezTo>
                  <a:cubicBezTo>
                    <a:pt x="13586" y="4037"/>
                    <a:pt x="13621" y="4073"/>
                    <a:pt x="13645" y="4073"/>
                  </a:cubicBezTo>
                  <a:cubicBezTo>
                    <a:pt x="13645" y="4073"/>
                    <a:pt x="13467" y="4097"/>
                    <a:pt x="13479" y="4192"/>
                  </a:cubicBezTo>
                  <a:cubicBezTo>
                    <a:pt x="13479" y="4192"/>
                    <a:pt x="13109" y="4323"/>
                    <a:pt x="13264" y="4371"/>
                  </a:cubicBezTo>
                  <a:lnTo>
                    <a:pt x="13348" y="4371"/>
                  </a:lnTo>
                  <a:lnTo>
                    <a:pt x="11990" y="5633"/>
                  </a:lnTo>
                  <a:cubicBezTo>
                    <a:pt x="11919" y="5645"/>
                    <a:pt x="11847" y="5680"/>
                    <a:pt x="11776" y="5704"/>
                  </a:cubicBezTo>
                  <a:cubicBezTo>
                    <a:pt x="11240" y="5942"/>
                    <a:pt x="11312" y="6264"/>
                    <a:pt x="11312" y="6264"/>
                  </a:cubicBezTo>
                  <a:cubicBezTo>
                    <a:pt x="11312" y="6264"/>
                    <a:pt x="5704" y="9121"/>
                    <a:pt x="8216" y="15134"/>
                  </a:cubicBezTo>
                  <a:lnTo>
                    <a:pt x="8216" y="15289"/>
                  </a:lnTo>
                  <a:cubicBezTo>
                    <a:pt x="7823" y="14634"/>
                    <a:pt x="7204" y="14324"/>
                    <a:pt x="7204" y="14324"/>
                  </a:cubicBezTo>
                  <a:cubicBezTo>
                    <a:pt x="7204" y="14324"/>
                    <a:pt x="7228" y="14217"/>
                    <a:pt x="7037" y="14134"/>
                  </a:cubicBezTo>
                  <a:cubicBezTo>
                    <a:pt x="7013" y="14122"/>
                    <a:pt x="6990" y="14122"/>
                    <a:pt x="6966" y="14098"/>
                  </a:cubicBezTo>
                  <a:lnTo>
                    <a:pt x="6490" y="13657"/>
                  </a:lnTo>
                  <a:lnTo>
                    <a:pt x="6513" y="13657"/>
                  </a:lnTo>
                  <a:cubicBezTo>
                    <a:pt x="6561" y="13646"/>
                    <a:pt x="6442" y="13598"/>
                    <a:pt x="6442" y="13598"/>
                  </a:cubicBezTo>
                  <a:cubicBezTo>
                    <a:pt x="6442" y="13562"/>
                    <a:pt x="6382" y="13550"/>
                    <a:pt x="6382" y="13550"/>
                  </a:cubicBezTo>
                  <a:cubicBezTo>
                    <a:pt x="6394" y="13550"/>
                    <a:pt x="6394" y="13538"/>
                    <a:pt x="6394" y="13538"/>
                  </a:cubicBezTo>
                  <a:cubicBezTo>
                    <a:pt x="6394" y="13526"/>
                    <a:pt x="6382" y="13526"/>
                    <a:pt x="6382" y="13526"/>
                  </a:cubicBezTo>
                  <a:lnTo>
                    <a:pt x="6371" y="13526"/>
                  </a:lnTo>
                  <a:cubicBezTo>
                    <a:pt x="6371" y="13479"/>
                    <a:pt x="6323" y="13431"/>
                    <a:pt x="6275" y="13419"/>
                  </a:cubicBezTo>
                  <a:lnTo>
                    <a:pt x="6275" y="13407"/>
                  </a:lnTo>
                  <a:cubicBezTo>
                    <a:pt x="6323" y="13384"/>
                    <a:pt x="6359" y="13360"/>
                    <a:pt x="6359" y="13312"/>
                  </a:cubicBezTo>
                  <a:cubicBezTo>
                    <a:pt x="6359" y="13265"/>
                    <a:pt x="6323" y="13229"/>
                    <a:pt x="6275" y="13229"/>
                  </a:cubicBezTo>
                  <a:lnTo>
                    <a:pt x="6275" y="13181"/>
                  </a:lnTo>
                  <a:cubicBezTo>
                    <a:pt x="6335" y="13169"/>
                    <a:pt x="6394" y="13122"/>
                    <a:pt x="6394" y="13050"/>
                  </a:cubicBezTo>
                  <a:cubicBezTo>
                    <a:pt x="6394" y="12991"/>
                    <a:pt x="6371" y="12943"/>
                    <a:pt x="6311" y="12907"/>
                  </a:cubicBezTo>
                  <a:cubicBezTo>
                    <a:pt x="6311" y="12895"/>
                    <a:pt x="6299" y="12895"/>
                    <a:pt x="6275" y="12895"/>
                  </a:cubicBezTo>
                  <a:lnTo>
                    <a:pt x="6275" y="12812"/>
                  </a:lnTo>
                  <a:cubicBezTo>
                    <a:pt x="6299" y="12812"/>
                    <a:pt x="6311" y="12788"/>
                    <a:pt x="6311" y="12788"/>
                  </a:cubicBezTo>
                  <a:cubicBezTo>
                    <a:pt x="6311" y="12776"/>
                    <a:pt x="6299" y="12776"/>
                    <a:pt x="6275" y="12776"/>
                  </a:cubicBezTo>
                  <a:lnTo>
                    <a:pt x="6275" y="12729"/>
                  </a:lnTo>
                  <a:cubicBezTo>
                    <a:pt x="6311" y="12717"/>
                    <a:pt x="6335" y="12693"/>
                    <a:pt x="6335" y="12657"/>
                  </a:cubicBezTo>
                  <a:cubicBezTo>
                    <a:pt x="6335" y="12610"/>
                    <a:pt x="6311" y="12586"/>
                    <a:pt x="6275" y="12586"/>
                  </a:cubicBezTo>
                  <a:lnTo>
                    <a:pt x="6275" y="12514"/>
                  </a:lnTo>
                  <a:cubicBezTo>
                    <a:pt x="6359" y="12491"/>
                    <a:pt x="6394" y="12431"/>
                    <a:pt x="6394" y="12372"/>
                  </a:cubicBezTo>
                  <a:lnTo>
                    <a:pt x="6394" y="12348"/>
                  </a:lnTo>
                  <a:cubicBezTo>
                    <a:pt x="6382" y="12407"/>
                    <a:pt x="6335" y="12455"/>
                    <a:pt x="6275" y="12467"/>
                  </a:cubicBezTo>
                  <a:lnTo>
                    <a:pt x="6275" y="12407"/>
                  </a:lnTo>
                  <a:cubicBezTo>
                    <a:pt x="6299" y="12395"/>
                    <a:pt x="6311" y="12395"/>
                    <a:pt x="6311" y="12360"/>
                  </a:cubicBezTo>
                  <a:cubicBezTo>
                    <a:pt x="6311" y="12336"/>
                    <a:pt x="6299" y="12336"/>
                    <a:pt x="6275" y="12312"/>
                  </a:cubicBezTo>
                  <a:lnTo>
                    <a:pt x="6275" y="12300"/>
                  </a:lnTo>
                  <a:cubicBezTo>
                    <a:pt x="6311" y="12300"/>
                    <a:pt x="6311" y="12288"/>
                    <a:pt x="6311" y="12288"/>
                  </a:cubicBezTo>
                  <a:lnTo>
                    <a:pt x="6251" y="12193"/>
                  </a:lnTo>
                  <a:lnTo>
                    <a:pt x="6192" y="12288"/>
                  </a:lnTo>
                  <a:cubicBezTo>
                    <a:pt x="6192" y="12288"/>
                    <a:pt x="6192" y="12300"/>
                    <a:pt x="6216" y="12300"/>
                  </a:cubicBezTo>
                  <a:lnTo>
                    <a:pt x="6216" y="12312"/>
                  </a:lnTo>
                  <a:cubicBezTo>
                    <a:pt x="6204" y="12336"/>
                    <a:pt x="6192" y="12336"/>
                    <a:pt x="6192" y="12360"/>
                  </a:cubicBezTo>
                  <a:cubicBezTo>
                    <a:pt x="6192" y="12372"/>
                    <a:pt x="6204" y="12395"/>
                    <a:pt x="6216" y="12407"/>
                  </a:cubicBezTo>
                  <a:lnTo>
                    <a:pt x="6216" y="12467"/>
                  </a:lnTo>
                  <a:cubicBezTo>
                    <a:pt x="6156" y="12455"/>
                    <a:pt x="6121" y="12407"/>
                    <a:pt x="6097" y="12348"/>
                  </a:cubicBezTo>
                  <a:lnTo>
                    <a:pt x="6097" y="12372"/>
                  </a:lnTo>
                  <a:cubicBezTo>
                    <a:pt x="6097" y="12455"/>
                    <a:pt x="6156" y="12514"/>
                    <a:pt x="6216" y="12514"/>
                  </a:cubicBezTo>
                  <a:lnTo>
                    <a:pt x="6216" y="12586"/>
                  </a:lnTo>
                  <a:cubicBezTo>
                    <a:pt x="6192" y="12598"/>
                    <a:pt x="6156" y="12633"/>
                    <a:pt x="6156" y="12657"/>
                  </a:cubicBezTo>
                  <a:cubicBezTo>
                    <a:pt x="6156" y="12705"/>
                    <a:pt x="6192" y="12729"/>
                    <a:pt x="6216" y="12729"/>
                  </a:cubicBezTo>
                  <a:lnTo>
                    <a:pt x="6216" y="12776"/>
                  </a:lnTo>
                  <a:cubicBezTo>
                    <a:pt x="6204" y="12776"/>
                    <a:pt x="6192" y="12788"/>
                    <a:pt x="6192" y="12788"/>
                  </a:cubicBezTo>
                  <a:cubicBezTo>
                    <a:pt x="6192" y="12812"/>
                    <a:pt x="6204" y="12812"/>
                    <a:pt x="6216" y="12812"/>
                  </a:cubicBezTo>
                  <a:lnTo>
                    <a:pt x="6216" y="12895"/>
                  </a:lnTo>
                  <a:cubicBezTo>
                    <a:pt x="6204" y="12895"/>
                    <a:pt x="6192" y="12907"/>
                    <a:pt x="6192" y="12907"/>
                  </a:cubicBezTo>
                  <a:cubicBezTo>
                    <a:pt x="6144" y="12931"/>
                    <a:pt x="6097" y="12991"/>
                    <a:pt x="6097" y="13050"/>
                  </a:cubicBezTo>
                  <a:cubicBezTo>
                    <a:pt x="6097" y="13122"/>
                    <a:pt x="6144" y="13169"/>
                    <a:pt x="6216" y="13181"/>
                  </a:cubicBezTo>
                  <a:lnTo>
                    <a:pt x="6216" y="13229"/>
                  </a:lnTo>
                  <a:cubicBezTo>
                    <a:pt x="6180" y="13241"/>
                    <a:pt x="6144" y="13265"/>
                    <a:pt x="6144" y="13312"/>
                  </a:cubicBezTo>
                  <a:cubicBezTo>
                    <a:pt x="6144" y="13360"/>
                    <a:pt x="6180" y="13407"/>
                    <a:pt x="6216" y="13407"/>
                  </a:cubicBezTo>
                  <a:lnTo>
                    <a:pt x="6216" y="13419"/>
                  </a:lnTo>
                  <a:cubicBezTo>
                    <a:pt x="6180" y="13431"/>
                    <a:pt x="6132" y="13467"/>
                    <a:pt x="6132" y="13526"/>
                  </a:cubicBezTo>
                  <a:lnTo>
                    <a:pt x="6109" y="13526"/>
                  </a:lnTo>
                  <a:cubicBezTo>
                    <a:pt x="6097" y="13526"/>
                    <a:pt x="6097" y="13538"/>
                    <a:pt x="6097" y="13538"/>
                  </a:cubicBezTo>
                  <a:cubicBezTo>
                    <a:pt x="6097" y="13550"/>
                    <a:pt x="6109" y="13550"/>
                    <a:pt x="6109" y="13550"/>
                  </a:cubicBezTo>
                  <a:cubicBezTo>
                    <a:pt x="6109" y="13550"/>
                    <a:pt x="6061" y="13562"/>
                    <a:pt x="6061" y="13598"/>
                  </a:cubicBezTo>
                  <a:cubicBezTo>
                    <a:pt x="6061" y="13598"/>
                    <a:pt x="5918" y="13646"/>
                    <a:pt x="5978" y="13657"/>
                  </a:cubicBezTo>
                  <a:lnTo>
                    <a:pt x="6013" y="13657"/>
                  </a:lnTo>
                  <a:lnTo>
                    <a:pt x="5537" y="14098"/>
                  </a:lnTo>
                  <a:cubicBezTo>
                    <a:pt x="5501" y="14098"/>
                    <a:pt x="5489" y="14122"/>
                    <a:pt x="5466" y="14134"/>
                  </a:cubicBezTo>
                  <a:cubicBezTo>
                    <a:pt x="5263" y="14217"/>
                    <a:pt x="5299" y="14324"/>
                    <a:pt x="5299" y="14324"/>
                  </a:cubicBezTo>
                  <a:cubicBezTo>
                    <a:pt x="5299" y="14324"/>
                    <a:pt x="3823" y="15086"/>
                    <a:pt x="3989" y="16634"/>
                  </a:cubicBezTo>
                  <a:lnTo>
                    <a:pt x="3501" y="16717"/>
                  </a:lnTo>
                  <a:cubicBezTo>
                    <a:pt x="3501" y="16693"/>
                    <a:pt x="3477" y="16682"/>
                    <a:pt x="3477" y="16682"/>
                  </a:cubicBezTo>
                  <a:cubicBezTo>
                    <a:pt x="3442" y="16682"/>
                    <a:pt x="3418" y="17015"/>
                    <a:pt x="3406" y="17170"/>
                  </a:cubicBezTo>
                  <a:cubicBezTo>
                    <a:pt x="3323" y="17194"/>
                    <a:pt x="3263" y="17277"/>
                    <a:pt x="3263" y="17372"/>
                  </a:cubicBezTo>
                  <a:cubicBezTo>
                    <a:pt x="3263" y="17408"/>
                    <a:pt x="3263" y="17420"/>
                    <a:pt x="3275" y="17455"/>
                  </a:cubicBezTo>
                  <a:lnTo>
                    <a:pt x="3215" y="17455"/>
                  </a:lnTo>
                  <a:cubicBezTo>
                    <a:pt x="3227" y="17515"/>
                    <a:pt x="3287" y="17539"/>
                    <a:pt x="3334" y="17551"/>
                  </a:cubicBezTo>
                  <a:lnTo>
                    <a:pt x="3334" y="19158"/>
                  </a:lnTo>
                  <a:lnTo>
                    <a:pt x="2263" y="19313"/>
                  </a:lnTo>
                  <a:lnTo>
                    <a:pt x="2263" y="19146"/>
                  </a:lnTo>
                  <a:lnTo>
                    <a:pt x="2501" y="18920"/>
                  </a:lnTo>
                  <a:lnTo>
                    <a:pt x="2275" y="18741"/>
                  </a:lnTo>
                  <a:lnTo>
                    <a:pt x="2275" y="18468"/>
                  </a:lnTo>
                  <a:lnTo>
                    <a:pt x="1632" y="17646"/>
                  </a:lnTo>
                  <a:lnTo>
                    <a:pt x="1632" y="16824"/>
                  </a:lnTo>
                  <a:cubicBezTo>
                    <a:pt x="1691" y="16813"/>
                    <a:pt x="1739" y="16777"/>
                    <a:pt x="1751" y="16717"/>
                  </a:cubicBezTo>
                  <a:lnTo>
                    <a:pt x="1679" y="16717"/>
                  </a:lnTo>
                  <a:cubicBezTo>
                    <a:pt x="1691" y="16693"/>
                    <a:pt x="1691" y="16682"/>
                    <a:pt x="1691" y="16646"/>
                  </a:cubicBezTo>
                  <a:cubicBezTo>
                    <a:pt x="1691" y="16563"/>
                    <a:pt x="1632" y="16467"/>
                    <a:pt x="1549" y="16443"/>
                  </a:cubicBezTo>
                  <a:cubicBezTo>
                    <a:pt x="1549" y="16289"/>
                    <a:pt x="1513" y="15943"/>
                    <a:pt x="1489" y="15943"/>
                  </a:cubicBezTo>
                  <a:cubicBezTo>
                    <a:pt x="1441" y="15943"/>
                    <a:pt x="1429" y="16289"/>
                    <a:pt x="1418" y="16443"/>
                  </a:cubicBezTo>
                  <a:cubicBezTo>
                    <a:pt x="1322" y="16467"/>
                    <a:pt x="1263" y="16539"/>
                    <a:pt x="1263" y="16646"/>
                  </a:cubicBezTo>
                  <a:cubicBezTo>
                    <a:pt x="1263" y="16682"/>
                    <a:pt x="1263" y="16693"/>
                    <a:pt x="1275" y="16717"/>
                  </a:cubicBezTo>
                  <a:lnTo>
                    <a:pt x="1215" y="16717"/>
                  </a:lnTo>
                  <a:cubicBezTo>
                    <a:pt x="1239" y="16777"/>
                    <a:pt x="1298" y="16813"/>
                    <a:pt x="1334" y="16824"/>
                  </a:cubicBezTo>
                  <a:lnTo>
                    <a:pt x="1334" y="17479"/>
                  </a:lnTo>
                  <a:lnTo>
                    <a:pt x="775" y="17479"/>
                  </a:lnTo>
                  <a:lnTo>
                    <a:pt x="775" y="15753"/>
                  </a:lnTo>
                  <a:cubicBezTo>
                    <a:pt x="834" y="15741"/>
                    <a:pt x="882" y="15705"/>
                    <a:pt x="894" y="15646"/>
                  </a:cubicBezTo>
                  <a:lnTo>
                    <a:pt x="834" y="15646"/>
                  </a:lnTo>
                  <a:cubicBezTo>
                    <a:pt x="846" y="15622"/>
                    <a:pt x="846" y="15610"/>
                    <a:pt x="846" y="15574"/>
                  </a:cubicBezTo>
                  <a:cubicBezTo>
                    <a:pt x="846" y="15491"/>
                    <a:pt x="787" y="15396"/>
                    <a:pt x="703" y="15372"/>
                  </a:cubicBezTo>
                  <a:cubicBezTo>
                    <a:pt x="703" y="15217"/>
                    <a:pt x="667" y="14872"/>
                    <a:pt x="644" y="14872"/>
                  </a:cubicBezTo>
                  <a:cubicBezTo>
                    <a:pt x="596" y="14872"/>
                    <a:pt x="584" y="15217"/>
                    <a:pt x="560" y="15372"/>
                  </a:cubicBezTo>
                  <a:cubicBezTo>
                    <a:pt x="477" y="15396"/>
                    <a:pt x="417" y="15467"/>
                    <a:pt x="417" y="15574"/>
                  </a:cubicBezTo>
                  <a:cubicBezTo>
                    <a:pt x="417" y="15610"/>
                    <a:pt x="417" y="15622"/>
                    <a:pt x="429" y="15646"/>
                  </a:cubicBezTo>
                  <a:lnTo>
                    <a:pt x="370" y="15646"/>
                  </a:lnTo>
                  <a:cubicBezTo>
                    <a:pt x="382" y="15705"/>
                    <a:pt x="441" y="15741"/>
                    <a:pt x="489" y="15753"/>
                  </a:cubicBezTo>
                  <a:lnTo>
                    <a:pt x="489" y="17396"/>
                  </a:lnTo>
                  <a:cubicBezTo>
                    <a:pt x="465" y="17348"/>
                    <a:pt x="417" y="17301"/>
                    <a:pt x="370" y="17289"/>
                  </a:cubicBezTo>
                  <a:cubicBezTo>
                    <a:pt x="370" y="17134"/>
                    <a:pt x="346" y="16801"/>
                    <a:pt x="310" y="16801"/>
                  </a:cubicBezTo>
                  <a:cubicBezTo>
                    <a:pt x="263" y="16801"/>
                    <a:pt x="251" y="17134"/>
                    <a:pt x="239" y="17289"/>
                  </a:cubicBezTo>
                  <a:cubicBezTo>
                    <a:pt x="144" y="17313"/>
                    <a:pt x="84" y="17396"/>
                    <a:pt x="84" y="17491"/>
                  </a:cubicBezTo>
                  <a:cubicBezTo>
                    <a:pt x="84" y="17527"/>
                    <a:pt x="84" y="17539"/>
                    <a:pt x="108" y="17575"/>
                  </a:cubicBezTo>
                  <a:lnTo>
                    <a:pt x="48" y="17575"/>
                  </a:lnTo>
                  <a:cubicBezTo>
                    <a:pt x="60" y="17634"/>
                    <a:pt x="120" y="17658"/>
                    <a:pt x="167" y="17670"/>
                  </a:cubicBezTo>
                  <a:lnTo>
                    <a:pt x="167" y="20170"/>
                  </a:lnTo>
                  <a:lnTo>
                    <a:pt x="84" y="20194"/>
                  </a:lnTo>
                  <a:cubicBezTo>
                    <a:pt x="25" y="20194"/>
                    <a:pt x="1" y="20253"/>
                    <a:pt x="1" y="20289"/>
                  </a:cubicBezTo>
                  <a:cubicBezTo>
                    <a:pt x="1" y="20344"/>
                    <a:pt x="50" y="20398"/>
                    <a:pt x="104" y="20398"/>
                  </a:cubicBezTo>
                  <a:cubicBezTo>
                    <a:pt x="109" y="20398"/>
                    <a:pt x="115" y="20397"/>
                    <a:pt x="120" y="20396"/>
                  </a:cubicBezTo>
                  <a:lnTo>
                    <a:pt x="167" y="20396"/>
                  </a:lnTo>
                  <a:lnTo>
                    <a:pt x="167" y="30207"/>
                  </a:lnTo>
                  <a:lnTo>
                    <a:pt x="27802" y="30207"/>
                  </a:lnTo>
                  <a:lnTo>
                    <a:pt x="27802" y="20396"/>
                  </a:lnTo>
                  <a:lnTo>
                    <a:pt x="27838" y="20396"/>
                  </a:lnTo>
                  <a:cubicBezTo>
                    <a:pt x="27843" y="20397"/>
                    <a:pt x="27848" y="20398"/>
                    <a:pt x="27853" y="20398"/>
                  </a:cubicBezTo>
                  <a:cubicBezTo>
                    <a:pt x="27907" y="20398"/>
                    <a:pt x="27957" y="20344"/>
                    <a:pt x="27957" y="20289"/>
                  </a:cubicBezTo>
                  <a:cubicBezTo>
                    <a:pt x="28040" y="20253"/>
                    <a:pt x="27992" y="20206"/>
                    <a:pt x="27933" y="20194"/>
                  </a:cubicBezTo>
                  <a:lnTo>
                    <a:pt x="27861" y="20170"/>
                  </a:lnTo>
                  <a:lnTo>
                    <a:pt x="27861" y="17670"/>
                  </a:lnTo>
                  <a:cubicBezTo>
                    <a:pt x="27921" y="17658"/>
                    <a:pt x="27968" y="17634"/>
                    <a:pt x="27980" y="17575"/>
                  </a:cubicBezTo>
                  <a:lnTo>
                    <a:pt x="27921" y="17575"/>
                  </a:lnTo>
                  <a:cubicBezTo>
                    <a:pt x="27933" y="17539"/>
                    <a:pt x="27933" y="17527"/>
                    <a:pt x="27933" y="17491"/>
                  </a:cubicBezTo>
                  <a:cubicBezTo>
                    <a:pt x="27933" y="17408"/>
                    <a:pt x="27873" y="17313"/>
                    <a:pt x="27790" y="17289"/>
                  </a:cubicBezTo>
                  <a:cubicBezTo>
                    <a:pt x="27790" y="17134"/>
                    <a:pt x="27766" y="16801"/>
                    <a:pt x="27707" y="16801"/>
                  </a:cubicBezTo>
                  <a:cubicBezTo>
                    <a:pt x="27671" y="16801"/>
                    <a:pt x="27647" y="17134"/>
                    <a:pt x="27647" y="17289"/>
                  </a:cubicBezTo>
                  <a:cubicBezTo>
                    <a:pt x="27587" y="17301"/>
                    <a:pt x="27552" y="17348"/>
                    <a:pt x="27528" y="17396"/>
                  </a:cubicBezTo>
                  <a:lnTo>
                    <a:pt x="27528" y="15753"/>
                  </a:lnTo>
                  <a:cubicBezTo>
                    <a:pt x="27587" y="15741"/>
                    <a:pt x="27635" y="15717"/>
                    <a:pt x="27647" y="15646"/>
                  </a:cubicBezTo>
                  <a:lnTo>
                    <a:pt x="27576" y="15646"/>
                  </a:lnTo>
                  <a:cubicBezTo>
                    <a:pt x="27587" y="15622"/>
                    <a:pt x="27587" y="15610"/>
                    <a:pt x="27587" y="15574"/>
                  </a:cubicBezTo>
                  <a:cubicBezTo>
                    <a:pt x="27587" y="15491"/>
                    <a:pt x="27528" y="15396"/>
                    <a:pt x="27445" y="15372"/>
                  </a:cubicBezTo>
                  <a:cubicBezTo>
                    <a:pt x="27445" y="15217"/>
                    <a:pt x="27433" y="14884"/>
                    <a:pt x="27373" y="14884"/>
                  </a:cubicBezTo>
                  <a:cubicBezTo>
                    <a:pt x="27326" y="14884"/>
                    <a:pt x="27314" y="15217"/>
                    <a:pt x="27314" y="15372"/>
                  </a:cubicBezTo>
                  <a:cubicBezTo>
                    <a:pt x="27218" y="15396"/>
                    <a:pt x="27159" y="15479"/>
                    <a:pt x="27159" y="15574"/>
                  </a:cubicBezTo>
                  <a:cubicBezTo>
                    <a:pt x="27159" y="15610"/>
                    <a:pt x="27159" y="15622"/>
                    <a:pt x="27171" y="15646"/>
                  </a:cubicBezTo>
                  <a:lnTo>
                    <a:pt x="27111" y="15646"/>
                  </a:lnTo>
                  <a:cubicBezTo>
                    <a:pt x="27135" y="15705"/>
                    <a:pt x="27195" y="15741"/>
                    <a:pt x="27230" y="15753"/>
                  </a:cubicBezTo>
                  <a:lnTo>
                    <a:pt x="27230" y="17479"/>
                  </a:lnTo>
                  <a:lnTo>
                    <a:pt x="26671" y="17479"/>
                  </a:lnTo>
                  <a:lnTo>
                    <a:pt x="26671" y="16824"/>
                  </a:lnTo>
                  <a:cubicBezTo>
                    <a:pt x="26730" y="16813"/>
                    <a:pt x="26778" y="16789"/>
                    <a:pt x="26790" y="16729"/>
                  </a:cubicBezTo>
                  <a:lnTo>
                    <a:pt x="26730" y="16729"/>
                  </a:lnTo>
                  <a:cubicBezTo>
                    <a:pt x="26742" y="16693"/>
                    <a:pt x="26742" y="16682"/>
                    <a:pt x="26742" y="16646"/>
                  </a:cubicBezTo>
                  <a:cubicBezTo>
                    <a:pt x="26742" y="16563"/>
                    <a:pt x="26683" y="16467"/>
                    <a:pt x="26599" y="16443"/>
                  </a:cubicBezTo>
                  <a:cubicBezTo>
                    <a:pt x="26599" y="16289"/>
                    <a:pt x="26575" y="15955"/>
                    <a:pt x="26516" y="15955"/>
                  </a:cubicBezTo>
                  <a:cubicBezTo>
                    <a:pt x="26480" y="15955"/>
                    <a:pt x="26456" y="16289"/>
                    <a:pt x="26456" y="16443"/>
                  </a:cubicBezTo>
                  <a:cubicBezTo>
                    <a:pt x="26373" y="16467"/>
                    <a:pt x="26314" y="16551"/>
                    <a:pt x="26314" y="16646"/>
                  </a:cubicBezTo>
                  <a:cubicBezTo>
                    <a:pt x="26314" y="16682"/>
                    <a:pt x="26314" y="16693"/>
                    <a:pt x="26325" y="16729"/>
                  </a:cubicBezTo>
                  <a:lnTo>
                    <a:pt x="26266" y="16729"/>
                  </a:lnTo>
                  <a:cubicBezTo>
                    <a:pt x="26278" y="16777"/>
                    <a:pt x="26337" y="16813"/>
                    <a:pt x="26385" y="16824"/>
                  </a:cubicBezTo>
                  <a:lnTo>
                    <a:pt x="26385" y="17646"/>
                  </a:lnTo>
                  <a:lnTo>
                    <a:pt x="25742" y="18468"/>
                  </a:lnTo>
                  <a:lnTo>
                    <a:pt x="25742" y="18753"/>
                  </a:lnTo>
                  <a:lnTo>
                    <a:pt x="25528" y="18932"/>
                  </a:lnTo>
                  <a:lnTo>
                    <a:pt x="25766" y="19146"/>
                  </a:lnTo>
                  <a:lnTo>
                    <a:pt x="25766" y="19313"/>
                  </a:lnTo>
                  <a:lnTo>
                    <a:pt x="24694" y="19170"/>
                  </a:lnTo>
                  <a:lnTo>
                    <a:pt x="24694" y="17551"/>
                  </a:lnTo>
                  <a:cubicBezTo>
                    <a:pt x="24754" y="17539"/>
                    <a:pt x="24790" y="17515"/>
                    <a:pt x="24813" y="17455"/>
                  </a:cubicBezTo>
                  <a:lnTo>
                    <a:pt x="24754" y="17455"/>
                  </a:lnTo>
                  <a:cubicBezTo>
                    <a:pt x="24766" y="17420"/>
                    <a:pt x="24766" y="17408"/>
                    <a:pt x="24766" y="17372"/>
                  </a:cubicBezTo>
                  <a:cubicBezTo>
                    <a:pt x="24766" y="17289"/>
                    <a:pt x="24706" y="17194"/>
                    <a:pt x="24611" y="17170"/>
                  </a:cubicBezTo>
                  <a:cubicBezTo>
                    <a:pt x="24611" y="17015"/>
                    <a:pt x="24599" y="16682"/>
                    <a:pt x="24539" y="16682"/>
                  </a:cubicBezTo>
                  <a:cubicBezTo>
                    <a:pt x="24528" y="16682"/>
                    <a:pt x="24528" y="16693"/>
                    <a:pt x="24528" y="16717"/>
                  </a:cubicBezTo>
                  <a:lnTo>
                    <a:pt x="24039" y="16634"/>
                  </a:lnTo>
                  <a:cubicBezTo>
                    <a:pt x="24194" y="15074"/>
                    <a:pt x="22730" y="14324"/>
                    <a:pt x="22730" y="14324"/>
                  </a:cubicBezTo>
                  <a:cubicBezTo>
                    <a:pt x="22730" y="14324"/>
                    <a:pt x="22754" y="14217"/>
                    <a:pt x="22563" y="14134"/>
                  </a:cubicBezTo>
                  <a:cubicBezTo>
                    <a:pt x="22527" y="14122"/>
                    <a:pt x="22515" y="14122"/>
                    <a:pt x="22492" y="14098"/>
                  </a:cubicBezTo>
                  <a:lnTo>
                    <a:pt x="22015" y="13657"/>
                  </a:lnTo>
                  <a:lnTo>
                    <a:pt x="22039" y="13657"/>
                  </a:lnTo>
                  <a:cubicBezTo>
                    <a:pt x="22087" y="13646"/>
                    <a:pt x="21968" y="13598"/>
                    <a:pt x="21968" y="13598"/>
                  </a:cubicBezTo>
                  <a:cubicBezTo>
                    <a:pt x="21968" y="13562"/>
                    <a:pt x="21908" y="13550"/>
                    <a:pt x="21908" y="13550"/>
                  </a:cubicBezTo>
                  <a:cubicBezTo>
                    <a:pt x="21920" y="13550"/>
                    <a:pt x="21920" y="13538"/>
                    <a:pt x="21920" y="13538"/>
                  </a:cubicBezTo>
                  <a:cubicBezTo>
                    <a:pt x="21920" y="13526"/>
                    <a:pt x="21908" y="13526"/>
                    <a:pt x="21908" y="13526"/>
                  </a:cubicBezTo>
                  <a:lnTo>
                    <a:pt x="21896" y="13526"/>
                  </a:lnTo>
                  <a:cubicBezTo>
                    <a:pt x="21896" y="13479"/>
                    <a:pt x="21849" y="13431"/>
                    <a:pt x="21801" y="13419"/>
                  </a:cubicBezTo>
                  <a:lnTo>
                    <a:pt x="21801" y="13407"/>
                  </a:lnTo>
                  <a:cubicBezTo>
                    <a:pt x="21849" y="13384"/>
                    <a:pt x="21872" y="13360"/>
                    <a:pt x="21872" y="13312"/>
                  </a:cubicBezTo>
                  <a:cubicBezTo>
                    <a:pt x="21872" y="13265"/>
                    <a:pt x="21849" y="13229"/>
                    <a:pt x="21801" y="13229"/>
                  </a:cubicBezTo>
                  <a:lnTo>
                    <a:pt x="21801" y="13181"/>
                  </a:lnTo>
                  <a:cubicBezTo>
                    <a:pt x="21861" y="13169"/>
                    <a:pt x="21920" y="13122"/>
                    <a:pt x="21920" y="13050"/>
                  </a:cubicBezTo>
                  <a:cubicBezTo>
                    <a:pt x="21920" y="12991"/>
                    <a:pt x="21896" y="12943"/>
                    <a:pt x="21837" y="12907"/>
                  </a:cubicBezTo>
                  <a:cubicBezTo>
                    <a:pt x="21837" y="12895"/>
                    <a:pt x="21813" y="12895"/>
                    <a:pt x="21801" y="12895"/>
                  </a:cubicBezTo>
                  <a:lnTo>
                    <a:pt x="21801" y="12812"/>
                  </a:lnTo>
                  <a:cubicBezTo>
                    <a:pt x="21813" y="12812"/>
                    <a:pt x="21837" y="12788"/>
                    <a:pt x="21837" y="12788"/>
                  </a:cubicBezTo>
                  <a:cubicBezTo>
                    <a:pt x="21837" y="12776"/>
                    <a:pt x="21813" y="12776"/>
                    <a:pt x="21801" y="12776"/>
                  </a:cubicBezTo>
                  <a:lnTo>
                    <a:pt x="21801" y="12729"/>
                  </a:lnTo>
                  <a:cubicBezTo>
                    <a:pt x="21837" y="12717"/>
                    <a:pt x="21861" y="12693"/>
                    <a:pt x="21861" y="12657"/>
                  </a:cubicBezTo>
                  <a:cubicBezTo>
                    <a:pt x="21861" y="12610"/>
                    <a:pt x="21837" y="12586"/>
                    <a:pt x="21801" y="12586"/>
                  </a:cubicBezTo>
                  <a:lnTo>
                    <a:pt x="21801" y="12514"/>
                  </a:lnTo>
                  <a:cubicBezTo>
                    <a:pt x="21872" y="12491"/>
                    <a:pt x="21920" y="12431"/>
                    <a:pt x="21920" y="12372"/>
                  </a:cubicBezTo>
                  <a:lnTo>
                    <a:pt x="21920" y="12348"/>
                  </a:lnTo>
                  <a:cubicBezTo>
                    <a:pt x="21908" y="12407"/>
                    <a:pt x="21861" y="12455"/>
                    <a:pt x="21801" y="12467"/>
                  </a:cubicBezTo>
                  <a:lnTo>
                    <a:pt x="21801" y="12407"/>
                  </a:lnTo>
                  <a:cubicBezTo>
                    <a:pt x="21813" y="12395"/>
                    <a:pt x="21837" y="12395"/>
                    <a:pt x="21837" y="12360"/>
                  </a:cubicBezTo>
                  <a:cubicBezTo>
                    <a:pt x="21837" y="12348"/>
                    <a:pt x="21813" y="12336"/>
                    <a:pt x="21801" y="12312"/>
                  </a:cubicBezTo>
                  <a:lnTo>
                    <a:pt x="21801" y="12300"/>
                  </a:lnTo>
                  <a:cubicBezTo>
                    <a:pt x="21837" y="12300"/>
                    <a:pt x="21837" y="12288"/>
                    <a:pt x="21837" y="12288"/>
                  </a:cubicBezTo>
                  <a:lnTo>
                    <a:pt x="21777" y="12193"/>
                  </a:lnTo>
                  <a:lnTo>
                    <a:pt x="21718" y="12288"/>
                  </a:lnTo>
                  <a:cubicBezTo>
                    <a:pt x="21718" y="12288"/>
                    <a:pt x="21718" y="12300"/>
                    <a:pt x="21742" y="12300"/>
                  </a:cubicBezTo>
                  <a:lnTo>
                    <a:pt x="21742" y="12312"/>
                  </a:lnTo>
                  <a:cubicBezTo>
                    <a:pt x="21730" y="12336"/>
                    <a:pt x="21718" y="12336"/>
                    <a:pt x="21718" y="12360"/>
                  </a:cubicBezTo>
                  <a:cubicBezTo>
                    <a:pt x="21718" y="12372"/>
                    <a:pt x="21730" y="12395"/>
                    <a:pt x="21742" y="12407"/>
                  </a:cubicBezTo>
                  <a:lnTo>
                    <a:pt x="21742" y="12467"/>
                  </a:lnTo>
                  <a:cubicBezTo>
                    <a:pt x="21682" y="12455"/>
                    <a:pt x="21634" y="12407"/>
                    <a:pt x="21622" y="12348"/>
                  </a:cubicBezTo>
                  <a:lnTo>
                    <a:pt x="21622" y="12372"/>
                  </a:lnTo>
                  <a:cubicBezTo>
                    <a:pt x="21622" y="12455"/>
                    <a:pt x="21670" y="12514"/>
                    <a:pt x="21742" y="12514"/>
                  </a:cubicBezTo>
                  <a:lnTo>
                    <a:pt x="21742" y="12586"/>
                  </a:lnTo>
                  <a:cubicBezTo>
                    <a:pt x="21718" y="12598"/>
                    <a:pt x="21682" y="12633"/>
                    <a:pt x="21682" y="12657"/>
                  </a:cubicBezTo>
                  <a:cubicBezTo>
                    <a:pt x="21682" y="12705"/>
                    <a:pt x="21718" y="12729"/>
                    <a:pt x="21742" y="12729"/>
                  </a:cubicBezTo>
                  <a:lnTo>
                    <a:pt x="21742" y="12776"/>
                  </a:lnTo>
                  <a:cubicBezTo>
                    <a:pt x="21730" y="12776"/>
                    <a:pt x="21718" y="12788"/>
                    <a:pt x="21718" y="12788"/>
                  </a:cubicBezTo>
                  <a:cubicBezTo>
                    <a:pt x="21718" y="12812"/>
                    <a:pt x="21730" y="12812"/>
                    <a:pt x="21742" y="12812"/>
                  </a:cubicBezTo>
                  <a:lnTo>
                    <a:pt x="21742" y="12895"/>
                  </a:lnTo>
                  <a:cubicBezTo>
                    <a:pt x="21730" y="12895"/>
                    <a:pt x="21718" y="12907"/>
                    <a:pt x="21718" y="12907"/>
                  </a:cubicBezTo>
                  <a:cubicBezTo>
                    <a:pt x="21670" y="12931"/>
                    <a:pt x="21622" y="12991"/>
                    <a:pt x="21622" y="13050"/>
                  </a:cubicBezTo>
                  <a:cubicBezTo>
                    <a:pt x="21622" y="13122"/>
                    <a:pt x="21670" y="13169"/>
                    <a:pt x="21742" y="13181"/>
                  </a:cubicBezTo>
                  <a:lnTo>
                    <a:pt x="21742" y="13229"/>
                  </a:lnTo>
                  <a:cubicBezTo>
                    <a:pt x="21694" y="13241"/>
                    <a:pt x="21670" y="13265"/>
                    <a:pt x="21670" y="13312"/>
                  </a:cubicBezTo>
                  <a:cubicBezTo>
                    <a:pt x="21670" y="13360"/>
                    <a:pt x="21694" y="13407"/>
                    <a:pt x="21742" y="13407"/>
                  </a:cubicBezTo>
                  <a:lnTo>
                    <a:pt x="21742" y="13419"/>
                  </a:lnTo>
                  <a:cubicBezTo>
                    <a:pt x="21694" y="13431"/>
                    <a:pt x="21658" y="13467"/>
                    <a:pt x="21658" y="13526"/>
                  </a:cubicBezTo>
                  <a:lnTo>
                    <a:pt x="21634" y="13526"/>
                  </a:lnTo>
                  <a:cubicBezTo>
                    <a:pt x="21622" y="13526"/>
                    <a:pt x="21622" y="13538"/>
                    <a:pt x="21622" y="13538"/>
                  </a:cubicBezTo>
                  <a:cubicBezTo>
                    <a:pt x="21622" y="13550"/>
                    <a:pt x="21634" y="13550"/>
                    <a:pt x="21634" y="13550"/>
                  </a:cubicBezTo>
                  <a:cubicBezTo>
                    <a:pt x="21634" y="13550"/>
                    <a:pt x="21575" y="13562"/>
                    <a:pt x="21575" y="13598"/>
                  </a:cubicBezTo>
                  <a:cubicBezTo>
                    <a:pt x="21575" y="13598"/>
                    <a:pt x="21444" y="13646"/>
                    <a:pt x="21503" y="13657"/>
                  </a:cubicBezTo>
                  <a:lnTo>
                    <a:pt x="21539" y="13657"/>
                  </a:lnTo>
                  <a:lnTo>
                    <a:pt x="21063" y="14098"/>
                  </a:lnTo>
                  <a:cubicBezTo>
                    <a:pt x="21027" y="14098"/>
                    <a:pt x="21015" y="14122"/>
                    <a:pt x="20980" y="14134"/>
                  </a:cubicBezTo>
                  <a:cubicBezTo>
                    <a:pt x="20789" y="14217"/>
                    <a:pt x="20825" y="14324"/>
                    <a:pt x="20825" y="14324"/>
                  </a:cubicBezTo>
                  <a:cubicBezTo>
                    <a:pt x="20825" y="14324"/>
                    <a:pt x="20206" y="14634"/>
                    <a:pt x="19813" y="15289"/>
                  </a:cubicBezTo>
                  <a:lnTo>
                    <a:pt x="19813" y="15134"/>
                  </a:lnTo>
                  <a:cubicBezTo>
                    <a:pt x="22325" y="9121"/>
                    <a:pt x="16717" y="6264"/>
                    <a:pt x="16717" y="6264"/>
                  </a:cubicBezTo>
                  <a:cubicBezTo>
                    <a:pt x="16717" y="6264"/>
                    <a:pt x="16800" y="5942"/>
                    <a:pt x="16253" y="5704"/>
                  </a:cubicBezTo>
                  <a:cubicBezTo>
                    <a:pt x="16181" y="5680"/>
                    <a:pt x="16098" y="5645"/>
                    <a:pt x="16027" y="5633"/>
                  </a:cubicBezTo>
                  <a:lnTo>
                    <a:pt x="14669" y="4371"/>
                  </a:lnTo>
                  <a:lnTo>
                    <a:pt x="14764" y="4371"/>
                  </a:lnTo>
                  <a:cubicBezTo>
                    <a:pt x="14895" y="4311"/>
                    <a:pt x="14538" y="4192"/>
                    <a:pt x="14538" y="4192"/>
                  </a:cubicBezTo>
                  <a:cubicBezTo>
                    <a:pt x="14550" y="4121"/>
                    <a:pt x="14372" y="4073"/>
                    <a:pt x="14372" y="4073"/>
                  </a:cubicBezTo>
                  <a:cubicBezTo>
                    <a:pt x="14407" y="4073"/>
                    <a:pt x="14431" y="4037"/>
                    <a:pt x="14431" y="4013"/>
                  </a:cubicBezTo>
                  <a:cubicBezTo>
                    <a:pt x="14431" y="3978"/>
                    <a:pt x="14407" y="3954"/>
                    <a:pt x="14372" y="3954"/>
                  </a:cubicBezTo>
                  <a:lnTo>
                    <a:pt x="14336" y="3954"/>
                  </a:lnTo>
                  <a:cubicBezTo>
                    <a:pt x="14312" y="3823"/>
                    <a:pt x="14217" y="3704"/>
                    <a:pt x="14074" y="3668"/>
                  </a:cubicBezTo>
                  <a:lnTo>
                    <a:pt x="14074" y="3620"/>
                  </a:lnTo>
                  <a:cubicBezTo>
                    <a:pt x="14193" y="3597"/>
                    <a:pt x="14288" y="3489"/>
                    <a:pt x="14288" y="3359"/>
                  </a:cubicBezTo>
                  <a:cubicBezTo>
                    <a:pt x="14288" y="3228"/>
                    <a:pt x="14193" y="3120"/>
                    <a:pt x="14074" y="3085"/>
                  </a:cubicBezTo>
                  <a:lnTo>
                    <a:pt x="14074" y="2989"/>
                  </a:lnTo>
                  <a:cubicBezTo>
                    <a:pt x="14264" y="2954"/>
                    <a:pt x="14407" y="2787"/>
                    <a:pt x="14407" y="2597"/>
                  </a:cubicBezTo>
                  <a:cubicBezTo>
                    <a:pt x="14407" y="2430"/>
                    <a:pt x="14300" y="2299"/>
                    <a:pt x="14169" y="2239"/>
                  </a:cubicBezTo>
                  <a:lnTo>
                    <a:pt x="14181" y="2227"/>
                  </a:lnTo>
                  <a:cubicBezTo>
                    <a:pt x="14181" y="2192"/>
                    <a:pt x="14133" y="2180"/>
                    <a:pt x="14062" y="2168"/>
                  </a:cubicBezTo>
                  <a:lnTo>
                    <a:pt x="14062" y="1918"/>
                  </a:lnTo>
                  <a:cubicBezTo>
                    <a:pt x="14122" y="1894"/>
                    <a:pt x="14181" y="1882"/>
                    <a:pt x="14181" y="1858"/>
                  </a:cubicBezTo>
                  <a:cubicBezTo>
                    <a:pt x="14181" y="1823"/>
                    <a:pt x="14133" y="1811"/>
                    <a:pt x="14062" y="1799"/>
                  </a:cubicBezTo>
                  <a:lnTo>
                    <a:pt x="14062" y="1680"/>
                  </a:lnTo>
                  <a:cubicBezTo>
                    <a:pt x="14169" y="1644"/>
                    <a:pt x="14252" y="1561"/>
                    <a:pt x="14252" y="1442"/>
                  </a:cubicBezTo>
                  <a:cubicBezTo>
                    <a:pt x="14252" y="1323"/>
                    <a:pt x="14169" y="1215"/>
                    <a:pt x="14062" y="1203"/>
                  </a:cubicBezTo>
                  <a:lnTo>
                    <a:pt x="14062" y="989"/>
                  </a:lnTo>
                  <a:cubicBezTo>
                    <a:pt x="14276" y="965"/>
                    <a:pt x="14419" y="799"/>
                    <a:pt x="14419" y="584"/>
                  </a:cubicBezTo>
                  <a:cubicBezTo>
                    <a:pt x="14419" y="561"/>
                    <a:pt x="14419" y="525"/>
                    <a:pt x="14407" y="513"/>
                  </a:cubicBezTo>
                  <a:cubicBezTo>
                    <a:pt x="14372" y="692"/>
                    <a:pt x="14229" y="822"/>
                    <a:pt x="14050" y="846"/>
                  </a:cubicBezTo>
                  <a:lnTo>
                    <a:pt x="14050" y="680"/>
                  </a:lnTo>
                  <a:cubicBezTo>
                    <a:pt x="14110" y="668"/>
                    <a:pt x="14133" y="608"/>
                    <a:pt x="14133" y="549"/>
                  </a:cubicBezTo>
                  <a:cubicBezTo>
                    <a:pt x="14133" y="489"/>
                    <a:pt x="14098" y="430"/>
                    <a:pt x="14050" y="406"/>
                  </a:cubicBezTo>
                  <a:lnTo>
                    <a:pt x="14050" y="382"/>
                  </a:lnTo>
                  <a:cubicBezTo>
                    <a:pt x="14133" y="370"/>
                    <a:pt x="14157" y="334"/>
                    <a:pt x="14157" y="334"/>
                  </a:cubicBezTo>
                  <a:lnTo>
                    <a:pt x="14002" y="1"/>
                  </a:lnTo>
                  <a:close/>
                </a:path>
              </a:pathLst>
            </a:custGeom>
            <a:gradFill>
              <a:gsLst>
                <a:gs pos="0">
                  <a:schemeClr val="accent3"/>
                </a:gs>
                <a:gs pos="74000">
                  <a:srgbClr val="7D386F"/>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9"/>
            <p:cNvSpPr/>
            <p:nvPr/>
          </p:nvSpPr>
          <p:spPr>
            <a:xfrm>
              <a:off x="1862675" y="215475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9"/>
            <p:cNvSpPr/>
            <p:nvPr/>
          </p:nvSpPr>
          <p:spPr>
            <a:xfrm>
              <a:off x="3936975" y="2980250"/>
              <a:ext cx="86100" cy="86100"/>
            </a:xfrm>
            <a:prstGeom prst="star4">
              <a:avLst>
                <a:gd name="adj" fmla="val 2247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29"/>
            <p:cNvSpPr/>
            <p:nvPr/>
          </p:nvSpPr>
          <p:spPr>
            <a:xfrm>
              <a:off x="609549" y="832550"/>
              <a:ext cx="3709636" cy="3097353"/>
            </a:xfrm>
            <a:custGeom>
              <a:avLst/>
              <a:gdLst/>
              <a:ahLst/>
              <a:cxnLst/>
              <a:rect l="l" t="t" r="r" b="b"/>
              <a:pathLst>
                <a:path w="56770" h="47400" extrusionOk="0">
                  <a:moveTo>
                    <a:pt x="28373" y="2453"/>
                  </a:moveTo>
                  <a:cubicBezTo>
                    <a:pt x="29016" y="3037"/>
                    <a:pt x="29921" y="3644"/>
                    <a:pt x="31183" y="4108"/>
                  </a:cubicBezTo>
                  <a:cubicBezTo>
                    <a:pt x="34207" y="5204"/>
                    <a:pt x="37255" y="7228"/>
                    <a:pt x="37255" y="9287"/>
                  </a:cubicBezTo>
                  <a:lnTo>
                    <a:pt x="37255" y="10931"/>
                  </a:lnTo>
                  <a:lnTo>
                    <a:pt x="38898" y="10752"/>
                  </a:lnTo>
                  <a:cubicBezTo>
                    <a:pt x="38898" y="10752"/>
                    <a:pt x="39065" y="10740"/>
                    <a:pt x="39315" y="10740"/>
                  </a:cubicBezTo>
                  <a:cubicBezTo>
                    <a:pt x="40053" y="10740"/>
                    <a:pt x="41505" y="10859"/>
                    <a:pt x="42720" y="11633"/>
                  </a:cubicBezTo>
                  <a:cubicBezTo>
                    <a:pt x="44196" y="12562"/>
                    <a:pt x="44911" y="14169"/>
                    <a:pt x="44911" y="16526"/>
                  </a:cubicBezTo>
                  <a:lnTo>
                    <a:pt x="44911" y="18098"/>
                  </a:lnTo>
                  <a:lnTo>
                    <a:pt x="46447" y="18015"/>
                  </a:lnTo>
                  <a:cubicBezTo>
                    <a:pt x="46470" y="18015"/>
                    <a:pt x="47375" y="18015"/>
                    <a:pt x="48209" y="18539"/>
                  </a:cubicBezTo>
                  <a:cubicBezTo>
                    <a:pt x="49221" y="19170"/>
                    <a:pt x="49745" y="20360"/>
                    <a:pt x="49745" y="22063"/>
                  </a:cubicBezTo>
                  <a:lnTo>
                    <a:pt x="49745" y="23313"/>
                  </a:lnTo>
                  <a:lnTo>
                    <a:pt x="50971" y="23539"/>
                  </a:lnTo>
                  <a:cubicBezTo>
                    <a:pt x="50971" y="23539"/>
                    <a:pt x="52126" y="23765"/>
                    <a:pt x="53233" y="24539"/>
                  </a:cubicBezTo>
                  <a:cubicBezTo>
                    <a:pt x="54602" y="25480"/>
                    <a:pt x="55257" y="26766"/>
                    <a:pt x="55257" y="28480"/>
                  </a:cubicBezTo>
                  <a:lnTo>
                    <a:pt x="55257" y="45911"/>
                  </a:lnTo>
                  <a:lnTo>
                    <a:pt x="1489" y="45911"/>
                  </a:lnTo>
                  <a:lnTo>
                    <a:pt x="1489" y="28492"/>
                  </a:lnTo>
                  <a:cubicBezTo>
                    <a:pt x="1489" y="26778"/>
                    <a:pt x="2167" y="25492"/>
                    <a:pt x="3513" y="24551"/>
                  </a:cubicBezTo>
                  <a:cubicBezTo>
                    <a:pt x="4620" y="23789"/>
                    <a:pt x="5775" y="23551"/>
                    <a:pt x="5799" y="23551"/>
                  </a:cubicBezTo>
                  <a:lnTo>
                    <a:pt x="7013" y="23325"/>
                  </a:lnTo>
                  <a:lnTo>
                    <a:pt x="7001" y="22087"/>
                  </a:lnTo>
                  <a:cubicBezTo>
                    <a:pt x="7001" y="20372"/>
                    <a:pt x="7525" y="19182"/>
                    <a:pt x="8537" y="18551"/>
                  </a:cubicBezTo>
                  <a:cubicBezTo>
                    <a:pt x="9370" y="18039"/>
                    <a:pt x="10275" y="18039"/>
                    <a:pt x="10323" y="18039"/>
                  </a:cubicBezTo>
                  <a:lnTo>
                    <a:pt x="11883" y="18110"/>
                  </a:lnTo>
                  <a:lnTo>
                    <a:pt x="11835" y="16550"/>
                  </a:lnTo>
                  <a:cubicBezTo>
                    <a:pt x="11835" y="14181"/>
                    <a:pt x="12549" y="12574"/>
                    <a:pt x="14026" y="11645"/>
                  </a:cubicBezTo>
                  <a:cubicBezTo>
                    <a:pt x="15252" y="10871"/>
                    <a:pt x="16693" y="10752"/>
                    <a:pt x="17431" y="10752"/>
                  </a:cubicBezTo>
                  <a:cubicBezTo>
                    <a:pt x="17693" y="10752"/>
                    <a:pt x="17848" y="10776"/>
                    <a:pt x="17848" y="10776"/>
                  </a:cubicBezTo>
                  <a:lnTo>
                    <a:pt x="19491" y="10919"/>
                  </a:lnTo>
                  <a:lnTo>
                    <a:pt x="19491" y="9287"/>
                  </a:lnTo>
                  <a:cubicBezTo>
                    <a:pt x="19491" y="7228"/>
                    <a:pt x="22539" y="5204"/>
                    <a:pt x="25563" y="4108"/>
                  </a:cubicBezTo>
                  <a:cubicBezTo>
                    <a:pt x="26837" y="3644"/>
                    <a:pt x="27730" y="3037"/>
                    <a:pt x="28373" y="2453"/>
                  </a:cubicBezTo>
                  <a:close/>
                  <a:moveTo>
                    <a:pt x="28385" y="1"/>
                  </a:moveTo>
                  <a:cubicBezTo>
                    <a:pt x="28385" y="1"/>
                    <a:pt x="27837" y="1727"/>
                    <a:pt x="25075" y="2739"/>
                  </a:cubicBezTo>
                  <a:cubicBezTo>
                    <a:pt x="22301" y="3739"/>
                    <a:pt x="18014" y="6037"/>
                    <a:pt x="18014" y="9311"/>
                  </a:cubicBezTo>
                  <a:cubicBezTo>
                    <a:pt x="18014" y="9311"/>
                    <a:pt x="17805" y="9289"/>
                    <a:pt x="17455" y="9289"/>
                  </a:cubicBezTo>
                  <a:cubicBezTo>
                    <a:pt x="15691" y="9289"/>
                    <a:pt x="10359" y="9845"/>
                    <a:pt x="10359" y="16562"/>
                  </a:cubicBezTo>
                  <a:cubicBezTo>
                    <a:pt x="10359" y="16562"/>
                    <a:pt x="10346" y="16562"/>
                    <a:pt x="10321" y="16562"/>
                  </a:cubicBezTo>
                  <a:cubicBezTo>
                    <a:pt x="9873" y="16562"/>
                    <a:pt x="5525" y="16701"/>
                    <a:pt x="5525" y="22099"/>
                  </a:cubicBezTo>
                  <a:cubicBezTo>
                    <a:pt x="5525" y="22099"/>
                    <a:pt x="0" y="23075"/>
                    <a:pt x="0" y="28492"/>
                  </a:cubicBezTo>
                  <a:lnTo>
                    <a:pt x="0" y="47233"/>
                  </a:lnTo>
                  <a:lnTo>
                    <a:pt x="0" y="47399"/>
                  </a:lnTo>
                  <a:lnTo>
                    <a:pt x="56769" y="47399"/>
                  </a:lnTo>
                  <a:lnTo>
                    <a:pt x="56769" y="47233"/>
                  </a:lnTo>
                  <a:lnTo>
                    <a:pt x="56769" y="28492"/>
                  </a:lnTo>
                  <a:cubicBezTo>
                    <a:pt x="56769" y="23087"/>
                    <a:pt x="51245" y="22099"/>
                    <a:pt x="51245" y="22099"/>
                  </a:cubicBezTo>
                  <a:cubicBezTo>
                    <a:pt x="51245" y="16701"/>
                    <a:pt x="46897" y="16562"/>
                    <a:pt x="46448" y="16562"/>
                  </a:cubicBezTo>
                  <a:cubicBezTo>
                    <a:pt x="46424" y="16562"/>
                    <a:pt x="46411" y="16562"/>
                    <a:pt x="46411" y="16562"/>
                  </a:cubicBezTo>
                  <a:cubicBezTo>
                    <a:pt x="46411" y="9850"/>
                    <a:pt x="41110" y="9289"/>
                    <a:pt x="39337" y="9289"/>
                  </a:cubicBezTo>
                  <a:cubicBezTo>
                    <a:pt x="38981" y="9289"/>
                    <a:pt x="38767" y="9311"/>
                    <a:pt x="38767" y="9311"/>
                  </a:cubicBezTo>
                  <a:cubicBezTo>
                    <a:pt x="38767" y="6037"/>
                    <a:pt x="34493" y="3739"/>
                    <a:pt x="31707" y="2739"/>
                  </a:cubicBezTo>
                  <a:cubicBezTo>
                    <a:pt x="28944" y="1727"/>
                    <a:pt x="28385" y="1"/>
                    <a:pt x="28385" y="1"/>
                  </a:cubicBez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1" name="Google Shape;1151;p29"/>
          <p:cNvGrpSpPr/>
          <p:nvPr/>
        </p:nvGrpSpPr>
        <p:grpSpPr>
          <a:xfrm>
            <a:off x="3846275" y="-166175"/>
            <a:ext cx="454448" cy="1887747"/>
            <a:chOff x="3846700" y="-166175"/>
            <a:chExt cx="454448" cy="1887747"/>
          </a:xfrm>
        </p:grpSpPr>
        <p:sp>
          <p:nvSpPr>
            <p:cNvPr id="1152" name="Google Shape;1152;p29"/>
            <p:cNvSpPr/>
            <p:nvPr/>
          </p:nvSpPr>
          <p:spPr>
            <a:xfrm>
              <a:off x="4049360" y="-166175"/>
              <a:ext cx="49138" cy="855316"/>
            </a:xfrm>
            <a:custGeom>
              <a:avLst/>
              <a:gdLst/>
              <a:ahLst/>
              <a:cxnLst/>
              <a:rect l="l" t="t" r="r" b="b"/>
              <a:pathLst>
                <a:path w="918" h="15979" extrusionOk="0">
                  <a:moveTo>
                    <a:pt x="453" y="0"/>
                  </a:moveTo>
                  <a:cubicBezTo>
                    <a:pt x="274" y="0"/>
                    <a:pt x="131" y="143"/>
                    <a:pt x="131" y="322"/>
                  </a:cubicBezTo>
                  <a:cubicBezTo>
                    <a:pt x="131" y="488"/>
                    <a:pt x="251" y="619"/>
                    <a:pt x="417" y="655"/>
                  </a:cubicBezTo>
                  <a:cubicBezTo>
                    <a:pt x="251" y="679"/>
                    <a:pt x="131" y="822"/>
                    <a:pt x="131" y="977"/>
                  </a:cubicBezTo>
                  <a:cubicBezTo>
                    <a:pt x="131" y="1143"/>
                    <a:pt x="251" y="1274"/>
                    <a:pt x="417" y="1310"/>
                  </a:cubicBezTo>
                  <a:cubicBezTo>
                    <a:pt x="251" y="1334"/>
                    <a:pt x="131" y="1477"/>
                    <a:pt x="131" y="1631"/>
                  </a:cubicBezTo>
                  <a:cubicBezTo>
                    <a:pt x="131" y="1798"/>
                    <a:pt x="251" y="1929"/>
                    <a:pt x="417" y="1965"/>
                  </a:cubicBezTo>
                  <a:cubicBezTo>
                    <a:pt x="251" y="1989"/>
                    <a:pt x="131" y="2132"/>
                    <a:pt x="131" y="2286"/>
                  </a:cubicBezTo>
                  <a:cubicBezTo>
                    <a:pt x="131" y="2453"/>
                    <a:pt x="251" y="2584"/>
                    <a:pt x="417" y="2620"/>
                  </a:cubicBezTo>
                  <a:cubicBezTo>
                    <a:pt x="251" y="2643"/>
                    <a:pt x="131" y="2786"/>
                    <a:pt x="131" y="2941"/>
                  </a:cubicBezTo>
                  <a:cubicBezTo>
                    <a:pt x="131" y="3108"/>
                    <a:pt x="251" y="3239"/>
                    <a:pt x="417" y="3275"/>
                  </a:cubicBezTo>
                  <a:cubicBezTo>
                    <a:pt x="251" y="3298"/>
                    <a:pt x="131" y="3441"/>
                    <a:pt x="131" y="3596"/>
                  </a:cubicBezTo>
                  <a:cubicBezTo>
                    <a:pt x="131" y="3763"/>
                    <a:pt x="251" y="3894"/>
                    <a:pt x="417" y="3929"/>
                  </a:cubicBezTo>
                  <a:cubicBezTo>
                    <a:pt x="251" y="3953"/>
                    <a:pt x="131" y="4096"/>
                    <a:pt x="131" y="4251"/>
                  </a:cubicBezTo>
                  <a:cubicBezTo>
                    <a:pt x="131" y="4418"/>
                    <a:pt x="251" y="4548"/>
                    <a:pt x="417" y="4584"/>
                  </a:cubicBezTo>
                  <a:cubicBezTo>
                    <a:pt x="251" y="4608"/>
                    <a:pt x="131" y="4751"/>
                    <a:pt x="131" y="4906"/>
                  </a:cubicBezTo>
                  <a:cubicBezTo>
                    <a:pt x="131" y="5072"/>
                    <a:pt x="251" y="5203"/>
                    <a:pt x="417" y="5239"/>
                  </a:cubicBezTo>
                  <a:cubicBezTo>
                    <a:pt x="251" y="5263"/>
                    <a:pt x="131" y="5406"/>
                    <a:pt x="131" y="5561"/>
                  </a:cubicBezTo>
                  <a:cubicBezTo>
                    <a:pt x="131" y="5727"/>
                    <a:pt x="251" y="5858"/>
                    <a:pt x="417" y="5894"/>
                  </a:cubicBezTo>
                  <a:cubicBezTo>
                    <a:pt x="251" y="5918"/>
                    <a:pt x="131" y="6061"/>
                    <a:pt x="131" y="6215"/>
                  </a:cubicBezTo>
                  <a:cubicBezTo>
                    <a:pt x="131" y="6382"/>
                    <a:pt x="251" y="6513"/>
                    <a:pt x="417" y="6549"/>
                  </a:cubicBezTo>
                  <a:cubicBezTo>
                    <a:pt x="251" y="6573"/>
                    <a:pt x="131" y="6715"/>
                    <a:pt x="131" y="6870"/>
                  </a:cubicBezTo>
                  <a:cubicBezTo>
                    <a:pt x="131" y="7037"/>
                    <a:pt x="251" y="7168"/>
                    <a:pt x="417" y="7204"/>
                  </a:cubicBezTo>
                  <a:cubicBezTo>
                    <a:pt x="251" y="7227"/>
                    <a:pt x="131" y="7370"/>
                    <a:pt x="131" y="7525"/>
                  </a:cubicBezTo>
                  <a:cubicBezTo>
                    <a:pt x="131" y="7692"/>
                    <a:pt x="251" y="7823"/>
                    <a:pt x="417" y="7858"/>
                  </a:cubicBezTo>
                  <a:cubicBezTo>
                    <a:pt x="251" y="7882"/>
                    <a:pt x="131" y="8025"/>
                    <a:pt x="131" y="8180"/>
                  </a:cubicBezTo>
                  <a:cubicBezTo>
                    <a:pt x="131" y="8347"/>
                    <a:pt x="251" y="8478"/>
                    <a:pt x="417" y="8513"/>
                  </a:cubicBezTo>
                  <a:cubicBezTo>
                    <a:pt x="251" y="8537"/>
                    <a:pt x="131" y="8680"/>
                    <a:pt x="131" y="8835"/>
                  </a:cubicBezTo>
                  <a:cubicBezTo>
                    <a:pt x="131" y="9001"/>
                    <a:pt x="251" y="9132"/>
                    <a:pt x="417" y="9168"/>
                  </a:cubicBezTo>
                  <a:cubicBezTo>
                    <a:pt x="251" y="9192"/>
                    <a:pt x="131" y="9335"/>
                    <a:pt x="131" y="9490"/>
                  </a:cubicBezTo>
                  <a:cubicBezTo>
                    <a:pt x="131" y="9656"/>
                    <a:pt x="251" y="9787"/>
                    <a:pt x="417" y="9823"/>
                  </a:cubicBezTo>
                  <a:cubicBezTo>
                    <a:pt x="251" y="9847"/>
                    <a:pt x="131" y="9990"/>
                    <a:pt x="131" y="10144"/>
                  </a:cubicBezTo>
                  <a:cubicBezTo>
                    <a:pt x="131" y="10311"/>
                    <a:pt x="251" y="10442"/>
                    <a:pt x="417" y="10478"/>
                  </a:cubicBezTo>
                  <a:cubicBezTo>
                    <a:pt x="251" y="10502"/>
                    <a:pt x="131" y="10644"/>
                    <a:pt x="131" y="10799"/>
                  </a:cubicBezTo>
                  <a:cubicBezTo>
                    <a:pt x="131" y="10966"/>
                    <a:pt x="251" y="11097"/>
                    <a:pt x="417" y="11133"/>
                  </a:cubicBezTo>
                  <a:cubicBezTo>
                    <a:pt x="251" y="11156"/>
                    <a:pt x="131" y="11299"/>
                    <a:pt x="131" y="11454"/>
                  </a:cubicBezTo>
                  <a:cubicBezTo>
                    <a:pt x="131" y="11621"/>
                    <a:pt x="251" y="11752"/>
                    <a:pt x="417" y="11787"/>
                  </a:cubicBezTo>
                  <a:cubicBezTo>
                    <a:pt x="251" y="11811"/>
                    <a:pt x="131" y="11954"/>
                    <a:pt x="131" y="12109"/>
                  </a:cubicBezTo>
                  <a:cubicBezTo>
                    <a:pt x="131" y="12276"/>
                    <a:pt x="251" y="12407"/>
                    <a:pt x="417" y="12442"/>
                  </a:cubicBezTo>
                  <a:cubicBezTo>
                    <a:pt x="251" y="12466"/>
                    <a:pt x="131" y="12609"/>
                    <a:pt x="131" y="12764"/>
                  </a:cubicBezTo>
                  <a:cubicBezTo>
                    <a:pt x="131" y="12930"/>
                    <a:pt x="251" y="13061"/>
                    <a:pt x="417" y="13097"/>
                  </a:cubicBezTo>
                  <a:cubicBezTo>
                    <a:pt x="251" y="13121"/>
                    <a:pt x="131" y="13264"/>
                    <a:pt x="131" y="13419"/>
                  </a:cubicBezTo>
                  <a:cubicBezTo>
                    <a:pt x="131" y="13585"/>
                    <a:pt x="251" y="13716"/>
                    <a:pt x="417" y="13752"/>
                  </a:cubicBezTo>
                  <a:cubicBezTo>
                    <a:pt x="251" y="13776"/>
                    <a:pt x="131" y="13919"/>
                    <a:pt x="131" y="14073"/>
                  </a:cubicBezTo>
                  <a:cubicBezTo>
                    <a:pt x="131" y="14240"/>
                    <a:pt x="251" y="14371"/>
                    <a:pt x="417" y="14407"/>
                  </a:cubicBezTo>
                  <a:cubicBezTo>
                    <a:pt x="251" y="14431"/>
                    <a:pt x="131" y="14574"/>
                    <a:pt x="131" y="14728"/>
                  </a:cubicBezTo>
                  <a:cubicBezTo>
                    <a:pt x="131" y="14895"/>
                    <a:pt x="251" y="15026"/>
                    <a:pt x="417" y="15062"/>
                  </a:cubicBezTo>
                  <a:cubicBezTo>
                    <a:pt x="191" y="15086"/>
                    <a:pt x="0" y="15288"/>
                    <a:pt x="0" y="15526"/>
                  </a:cubicBezTo>
                  <a:cubicBezTo>
                    <a:pt x="0" y="15776"/>
                    <a:pt x="203" y="15978"/>
                    <a:pt x="453" y="15978"/>
                  </a:cubicBezTo>
                  <a:cubicBezTo>
                    <a:pt x="715" y="15978"/>
                    <a:pt x="917" y="15776"/>
                    <a:pt x="917" y="15526"/>
                  </a:cubicBezTo>
                  <a:cubicBezTo>
                    <a:pt x="917" y="15288"/>
                    <a:pt x="727" y="15086"/>
                    <a:pt x="501" y="15062"/>
                  </a:cubicBezTo>
                  <a:cubicBezTo>
                    <a:pt x="667" y="15026"/>
                    <a:pt x="786" y="14895"/>
                    <a:pt x="786" y="14728"/>
                  </a:cubicBezTo>
                  <a:cubicBezTo>
                    <a:pt x="786" y="14574"/>
                    <a:pt x="667" y="14431"/>
                    <a:pt x="501" y="14407"/>
                  </a:cubicBezTo>
                  <a:cubicBezTo>
                    <a:pt x="667" y="14371"/>
                    <a:pt x="786" y="14240"/>
                    <a:pt x="786" y="14073"/>
                  </a:cubicBezTo>
                  <a:cubicBezTo>
                    <a:pt x="786" y="13919"/>
                    <a:pt x="667" y="13776"/>
                    <a:pt x="501" y="13752"/>
                  </a:cubicBezTo>
                  <a:cubicBezTo>
                    <a:pt x="667" y="13716"/>
                    <a:pt x="786" y="13585"/>
                    <a:pt x="786" y="13419"/>
                  </a:cubicBezTo>
                  <a:cubicBezTo>
                    <a:pt x="786" y="13264"/>
                    <a:pt x="667" y="13121"/>
                    <a:pt x="501" y="13097"/>
                  </a:cubicBezTo>
                  <a:cubicBezTo>
                    <a:pt x="667" y="13061"/>
                    <a:pt x="786" y="12930"/>
                    <a:pt x="786" y="12764"/>
                  </a:cubicBezTo>
                  <a:cubicBezTo>
                    <a:pt x="786" y="12609"/>
                    <a:pt x="667" y="12466"/>
                    <a:pt x="501" y="12442"/>
                  </a:cubicBezTo>
                  <a:cubicBezTo>
                    <a:pt x="667" y="12407"/>
                    <a:pt x="786" y="12276"/>
                    <a:pt x="786" y="12109"/>
                  </a:cubicBezTo>
                  <a:cubicBezTo>
                    <a:pt x="786" y="11954"/>
                    <a:pt x="667" y="11811"/>
                    <a:pt x="501" y="11787"/>
                  </a:cubicBezTo>
                  <a:cubicBezTo>
                    <a:pt x="667" y="11752"/>
                    <a:pt x="786" y="11621"/>
                    <a:pt x="786" y="11454"/>
                  </a:cubicBezTo>
                  <a:cubicBezTo>
                    <a:pt x="786" y="11299"/>
                    <a:pt x="667" y="11156"/>
                    <a:pt x="501" y="11133"/>
                  </a:cubicBezTo>
                  <a:cubicBezTo>
                    <a:pt x="667" y="11097"/>
                    <a:pt x="786" y="10966"/>
                    <a:pt x="786" y="10799"/>
                  </a:cubicBezTo>
                  <a:cubicBezTo>
                    <a:pt x="786" y="10644"/>
                    <a:pt x="667" y="10502"/>
                    <a:pt x="501" y="10478"/>
                  </a:cubicBezTo>
                  <a:cubicBezTo>
                    <a:pt x="667" y="10442"/>
                    <a:pt x="786" y="10311"/>
                    <a:pt x="786" y="10144"/>
                  </a:cubicBezTo>
                  <a:cubicBezTo>
                    <a:pt x="786" y="9990"/>
                    <a:pt x="667" y="9847"/>
                    <a:pt x="501" y="9823"/>
                  </a:cubicBezTo>
                  <a:cubicBezTo>
                    <a:pt x="667" y="9787"/>
                    <a:pt x="786" y="9656"/>
                    <a:pt x="786" y="9490"/>
                  </a:cubicBezTo>
                  <a:cubicBezTo>
                    <a:pt x="786" y="9335"/>
                    <a:pt x="667" y="9192"/>
                    <a:pt x="501" y="9168"/>
                  </a:cubicBezTo>
                  <a:cubicBezTo>
                    <a:pt x="667" y="9132"/>
                    <a:pt x="786" y="9001"/>
                    <a:pt x="786" y="8835"/>
                  </a:cubicBezTo>
                  <a:cubicBezTo>
                    <a:pt x="786" y="8680"/>
                    <a:pt x="667" y="8537"/>
                    <a:pt x="501" y="8513"/>
                  </a:cubicBezTo>
                  <a:cubicBezTo>
                    <a:pt x="667" y="8478"/>
                    <a:pt x="786" y="8347"/>
                    <a:pt x="786" y="8180"/>
                  </a:cubicBezTo>
                  <a:cubicBezTo>
                    <a:pt x="786" y="8025"/>
                    <a:pt x="667" y="7882"/>
                    <a:pt x="501" y="7858"/>
                  </a:cubicBezTo>
                  <a:cubicBezTo>
                    <a:pt x="667" y="7823"/>
                    <a:pt x="786" y="7692"/>
                    <a:pt x="786" y="7525"/>
                  </a:cubicBezTo>
                  <a:cubicBezTo>
                    <a:pt x="786" y="7370"/>
                    <a:pt x="667" y="7227"/>
                    <a:pt x="501" y="7204"/>
                  </a:cubicBezTo>
                  <a:cubicBezTo>
                    <a:pt x="667" y="7168"/>
                    <a:pt x="786" y="7037"/>
                    <a:pt x="786" y="6870"/>
                  </a:cubicBezTo>
                  <a:cubicBezTo>
                    <a:pt x="786" y="6715"/>
                    <a:pt x="667" y="6573"/>
                    <a:pt x="501" y="6549"/>
                  </a:cubicBezTo>
                  <a:cubicBezTo>
                    <a:pt x="667" y="6513"/>
                    <a:pt x="786" y="6382"/>
                    <a:pt x="786" y="6215"/>
                  </a:cubicBezTo>
                  <a:cubicBezTo>
                    <a:pt x="786" y="6061"/>
                    <a:pt x="667" y="5918"/>
                    <a:pt x="501" y="5894"/>
                  </a:cubicBezTo>
                  <a:cubicBezTo>
                    <a:pt x="667" y="5858"/>
                    <a:pt x="786" y="5727"/>
                    <a:pt x="786" y="5561"/>
                  </a:cubicBezTo>
                  <a:cubicBezTo>
                    <a:pt x="786" y="5406"/>
                    <a:pt x="667" y="5263"/>
                    <a:pt x="501" y="5239"/>
                  </a:cubicBezTo>
                  <a:cubicBezTo>
                    <a:pt x="667" y="5203"/>
                    <a:pt x="786" y="5072"/>
                    <a:pt x="786" y="4906"/>
                  </a:cubicBezTo>
                  <a:cubicBezTo>
                    <a:pt x="786" y="4751"/>
                    <a:pt x="667" y="4608"/>
                    <a:pt x="501" y="4584"/>
                  </a:cubicBezTo>
                  <a:cubicBezTo>
                    <a:pt x="667" y="4548"/>
                    <a:pt x="786" y="4418"/>
                    <a:pt x="786" y="4251"/>
                  </a:cubicBezTo>
                  <a:cubicBezTo>
                    <a:pt x="786" y="4096"/>
                    <a:pt x="667" y="3953"/>
                    <a:pt x="501" y="3929"/>
                  </a:cubicBezTo>
                  <a:cubicBezTo>
                    <a:pt x="667" y="3894"/>
                    <a:pt x="786" y="3763"/>
                    <a:pt x="786" y="3596"/>
                  </a:cubicBezTo>
                  <a:cubicBezTo>
                    <a:pt x="786" y="3441"/>
                    <a:pt x="667" y="3298"/>
                    <a:pt x="501" y="3275"/>
                  </a:cubicBezTo>
                  <a:cubicBezTo>
                    <a:pt x="667" y="3239"/>
                    <a:pt x="786" y="3108"/>
                    <a:pt x="786" y="2941"/>
                  </a:cubicBezTo>
                  <a:cubicBezTo>
                    <a:pt x="786" y="2786"/>
                    <a:pt x="667" y="2643"/>
                    <a:pt x="501" y="2620"/>
                  </a:cubicBezTo>
                  <a:cubicBezTo>
                    <a:pt x="667" y="2584"/>
                    <a:pt x="786" y="2453"/>
                    <a:pt x="786" y="2286"/>
                  </a:cubicBezTo>
                  <a:cubicBezTo>
                    <a:pt x="786" y="2132"/>
                    <a:pt x="667" y="1989"/>
                    <a:pt x="501" y="1965"/>
                  </a:cubicBezTo>
                  <a:cubicBezTo>
                    <a:pt x="667" y="1929"/>
                    <a:pt x="786" y="1798"/>
                    <a:pt x="786" y="1631"/>
                  </a:cubicBezTo>
                  <a:cubicBezTo>
                    <a:pt x="786" y="1477"/>
                    <a:pt x="667" y="1334"/>
                    <a:pt x="501" y="1310"/>
                  </a:cubicBezTo>
                  <a:cubicBezTo>
                    <a:pt x="667" y="1274"/>
                    <a:pt x="786" y="1143"/>
                    <a:pt x="786" y="977"/>
                  </a:cubicBezTo>
                  <a:cubicBezTo>
                    <a:pt x="786" y="822"/>
                    <a:pt x="667" y="679"/>
                    <a:pt x="501" y="655"/>
                  </a:cubicBezTo>
                  <a:cubicBezTo>
                    <a:pt x="667" y="619"/>
                    <a:pt x="786" y="488"/>
                    <a:pt x="786" y="322"/>
                  </a:cubicBezTo>
                  <a:cubicBezTo>
                    <a:pt x="786" y="143"/>
                    <a:pt x="632" y="0"/>
                    <a:pt x="4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9"/>
            <p:cNvSpPr/>
            <p:nvPr/>
          </p:nvSpPr>
          <p:spPr>
            <a:xfrm>
              <a:off x="3897494" y="1002725"/>
              <a:ext cx="352800" cy="423300"/>
            </a:xfrm>
            <a:prstGeom prst="rect">
              <a:avLst/>
            </a:prstGeom>
            <a:gradFill>
              <a:gsLst>
                <a:gs pos="0">
                  <a:srgbClr val="E69138"/>
                </a:gs>
                <a:gs pos="100000">
                  <a:srgbClr val="FFD96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9"/>
            <p:cNvSpPr/>
            <p:nvPr/>
          </p:nvSpPr>
          <p:spPr>
            <a:xfrm>
              <a:off x="3846700" y="689722"/>
              <a:ext cx="454448" cy="1031850"/>
            </a:xfrm>
            <a:custGeom>
              <a:avLst/>
              <a:gdLst/>
              <a:ahLst/>
              <a:cxnLst/>
              <a:rect l="l" t="t" r="r" b="b"/>
              <a:pathLst>
                <a:path w="8490" h="19277" extrusionOk="0">
                  <a:moveTo>
                    <a:pt x="1834" y="6418"/>
                  </a:moveTo>
                  <a:cubicBezTo>
                    <a:pt x="1834" y="6418"/>
                    <a:pt x="2477" y="6811"/>
                    <a:pt x="2572" y="7466"/>
                  </a:cubicBezTo>
                  <a:cubicBezTo>
                    <a:pt x="2596" y="7573"/>
                    <a:pt x="2608" y="7668"/>
                    <a:pt x="2608" y="7763"/>
                  </a:cubicBezTo>
                  <a:lnTo>
                    <a:pt x="2608" y="13609"/>
                  </a:lnTo>
                  <a:lnTo>
                    <a:pt x="1060" y="13609"/>
                  </a:lnTo>
                  <a:lnTo>
                    <a:pt x="1060" y="7763"/>
                  </a:lnTo>
                  <a:cubicBezTo>
                    <a:pt x="1060" y="7668"/>
                    <a:pt x="1072" y="7573"/>
                    <a:pt x="1084" y="7466"/>
                  </a:cubicBezTo>
                  <a:cubicBezTo>
                    <a:pt x="1191" y="6823"/>
                    <a:pt x="1834" y="6418"/>
                    <a:pt x="1834" y="6418"/>
                  </a:cubicBezTo>
                  <a:close/>
                  <a:moveTo>
                    <a:pt x="4239" y="6418"/>
                  </a:moveTo>
                  <a:cubicBezTo>
                    <a:pt x="4239" y="6418"/>
                    <a:pt x="5370" y="7001"/>
                    <a:pt x="5572" y="7966"/>
                  </a:cubicBezTo>
                  <a:cubicBezTo>
                    <a:pt x="5596" y="8132"/>
                    <a:pt x="5608" y="8287"/>
                    <a:pt x="5632" y="8418"/>
                  </a:cubicBezTo>
                  <a:lnTo>
                    <a:pt x="5632" y="13609"/>
                  </a:lnTo>
                  <a:lnTo>
                    <a:pt x="2858" y="13609"/>
                  </a:lnTo>
                  <a:lnTo>
                    <a:pt x="2858" y="8418"/>
                  </a:lnTo>
                  <a:cubicBezTo>
                    <a:pt x="2858" y="8287"/>
                    <a:pt x="2870" y="8132"/>
                    <a:pt x="2917" y="7966"/>
                  </a:cubicBezTo>
                  <a:cubicBezTo>
                    <a:pt x="3108" y="7001"/>
                    <a:pt x="4239" y="6418"/>
                    <a:pt x="4239" y="6418"/>
                  </a:cubicBezTo>
                  <a:close/>
                  <a:moveTo>
                    <a:pt x="6656" y="6418"/>
                  </a:moveTo>
                  <a:cubicBezTo>
                    <a:pt x="6656" y="6418"/>
                    <a:pt x="7299" y="6811"/>
                    <a:pt x="7394" y="7466"/>
                  </a:cubicBezTo>
                  <a:cubicBezTo>
                    <a:pt x="7418" y="7573"/>
                    <a:pt x="7430" y="7668"/>
                    <a:pt x="7430" y="7763"/>
                  </a:cubicBezTo>
                  <a:lnTo>
                    <a:pt x="7430" y="13609"/>
                  </a:lnTo>
                  <a:lnTo>
                    <a:pt x="5882" y="13609"/>
                  </a:lnTo>
                  <a:lnTo>
                    <a:pt x="5882" y="7763"/>
                  </a:lnTo>
                  <a:cubicBezTo>
                    <a:pt x="5882" y="7668"/>
                    <a:pt x="5894" y="7573"/>
                    <a:pt x="5906" y="7466"/>
                  </a:cubicBezTo>
                  <a:cubicBezTo>
                    <a:pt x="6013" y="6823"/>
                    <a:pt x="6656" y="6418"/>
                    <a:pt x="6656" y="6418"/>
                  </a:cubicBezTo>
                  <a:close/>
                  <a:moveTo>
                    <a:pt x="4239" y="0"/>
                  </a:moveTo>
                  <a:cubicBezTo>
                    <a:pt x="3941" y="0"/>
                    <a:pt x="3703" y="155"/>
                    <a:pt x="3703" y="369"/>
                  </a:cubicBezTo>
                  <a:cubicBezTo>
                    <a:pt x="3703" y="477"/>
                    <a:pt x="3786" y="572"/>
                    <a:pt x="3882" y="655"/>
                  </a:cubicBezTo>
                  <a:cubicBezTo>
                    <a:pt x="3822" y="727"/>
                    <a:pt x="3751" y="786"/>
                    <a:pt x="3667" y="858"/>
                  </a:cubicBezTo>
                  <a:cubicBezTo>
                    <a:pt x="2977" y="1393"/>
                    <a:pt x="1893" y="1632"/>
                    <a:pt x="1893" y="2334"/>
                  </a:cubicBezTo>
                  <a:cubicBezTo>
                    <a:pt x="1893" y="2524"/>
                    <a:pt x="1953" y="2667"/>
                    <a:pt x="2060" y="2763"/>
                  </a:cubicBezTo>
                  <a:cubicBezTo>
                    <a:pt x="1024" y="3322"/>
                    <a:pt x="0" y="3798"/>
                    <a:pt x="0" y="4727"/>
                  </a:cubicBezTo>
                  <a:cubicBezTo>
                    <a:pt x="0" y="5239"/>
                    <a:pt x="238" y="5537"/>
                    <a:pt x="524" y="5692"/>
                  </a:cubicBezTo>
                  <a:cubicBezTo>
                    <a:pt x="429" y="5739"/>
                    <a:pt x="369" y="5834"/>
                    <a:pt x="369" y="5930"/>
                  </a:cubicBezTo>
                  <a:cubicBezTo>
                    <a:pt x="369" y="6084"/>
                    <a:pt x="488" y="6204"/>
                    <a:pt x="643" y="6204"/>
                  </a:cubicBezTo>
                  <a:lnTo>
                    <a:pt x="774" y="6204"/>
                  </a:lnTo>
                  <a:lnTo>
                    <a:pt x="774" y="13835"/>
                  </a:lnTo>
                  <a:lnTo>
                    <a:pt x="643" y="13835"/>
                  </a:lnTo>
                  <a:cubicBezTo>
                    <a:pt x="488" y="13835"/>
                    <a:pt x="369" y="13954"/>
                    <a:pt x="369" y="14097"/>
                  </a:cubicBezTo>
                  <a:cubicBezTo>
                    <a:pt x="369" y="14205"/>
                    <a:pt x="429" y="14300"/>
                    <a:pt x="524" y="14335"/>
                  </a:cubicBezTo>
                  <a:cubicBezTo>
                    <a:pt x="238" y="14502"/>
                    <a:pt x="0" y="14800"/>
                    <a:pt x="0" y="15312"/>
                  </a:cubicBezTo>
                  <a:cubicBezTo>
                    <a:pt x="0" y="16586"/>
                    <a:pt x="1953" y="17014"/>
                    <a:pt x="3191" y="17967"/>
                  </a:cubicBezTo>
                  <a:cubicBezTo>
                    <a:pt x="3989" y="18598"/>
                    <a:pt x="4239" y="19277"/>
                    <a:pt x="4239" y="19277"/>
                  </a:cubicBezTo>
                  <a:cubicBezTo>
                    <a:pt x="4239" y="19277"/>
                    <a:pt x="4501" y="18598"/>
                    <a:pt x="5299" y="17967"/>
                  </a:cubicBezTo>
                  <a:cubicBezTo>
                    <a:pt x="6537" y="17002"/>
                    <a:pt x="8489" y="16574"/>
                    <a:pt x="8489" y="15312"/>
                  </a:cubicBezTo>
                  <a:cubicBezTo>
                    <a:pt x="8489" y="14800"/>
                    <a:pt x="8251" y="14502"/>
                    <a:pt x="7966" y="14335"/>
                  </a:cubicBezTo>
                  <a:cubicBezTo>
                    <a:pt x="8049" y="14300"/>
                    <a:pt x="8108" y="14205"/>
                    <a:pt x="8108" y="14097"/>
                  </a:cubicBezTo>
                  <a:cubicBezTo>
                    <a:pt x="8108" y="13954"/>
                    <a:pt x="7989" y="13835"/>
                    <a:pt x="7847" y="13835"/>
                  </a:cubicBezTo>
                  <a:lnTo>
                    <a:pt x="7716" y="13835"/>
                  </a:lnTo>
                  <a:lnTo>
                    <a:pt x="7716" y="6204"/>
                  </a:lnTo>
                  <a:lnTo>
                    <a:pt x="7847" y="6204"/>
                  </a:lnTo>
                  <a:cubicBezTo>
                    <a:pt x="7989" y="6204"/>
                    <a:pt x="8108" y="6084"/>
                    <a:pt x="8108" y="5930"/>
                  </a:cubicBezTo>
                  <a:cubicBezTo>
                    <a:pt x="8108" y="5834"/>
                    <a:pt x="8049" y="5739"/>
                    <a:pt x="7966" y="5692"/>
                  </a:cubicBezTo>
                  <a:cubicBezTo>
                    <a:pt x="8228" y="5513"/>
                    <a:pt x="8489" y="5239"/>
                    <a:pt x="8489" y="4727"/>
                  </a:cubicBezTo>
                  <a:cubicBezTo>
                    <a:pt x="8489" y="3798"/>
                    <a:pt x="7477" y="3334"/>
                    <a:pt x="6430" y="2763"/>
                  </a:cubicBezTo>
                  <a:cubicBezTo>
                    <a:pt x="6525" y="2655"/>
                    <a:pt x="6596" y="2524"/>
                    <a:pt x="6596" y="2334"/>
                  </a:cubicBezTo>
                  <a:cubicBezTo>
                    <a:pt x="6596" y="1620"/>
                    <a:pt x="5513" y="1381"/>
                    <a:pt x="4822" y="858"/>
                  </a:cubicBezTo>
                  <a:cubicBezTo>
                    <a:pt x="4739" y="786"/>
                    <a:pt x="4656" y="727"/>
                    <a:pt x="4596" y="655"/>
                  </a:cubicBezTo>
                  <a:cubicBezTo>
                    <a:pt x="4703" y="572"/>
                    <a:pt x="4775" y="489"/>
                    <a:pt x="4775" y="369"/>
                  </a:cubicBezTo>
                  <a:cubicBezTo>
                    <a:pt x="4775" y="155"/>
                    <a:pt x="4537" y="0"/>
                    <a:pt x="4239" y="0"/>
                  </a:cubicBezTo>
                  <a:close/>
                </a:path>
              </a:pathLst>
            </a:custGeom>
            <a:gradFill>
              <a:gsLst>
                <a:gs pos="0">
                  <a:schemeClr val="accent3"/>
                </a:gs>
                <a:gs pos="100000">
                  <a:schemeClr val="accent4"/>
                </a:gs>
              </a:gsLst>
              <a:lin ang="5400012" scaled="0"/>
            </a:gradFill>
            <a:ln>
              <a:noFill/>
            </a:ln>
            <a:effectLst>
              <a:outerShdw blurRad="257175" dist="47625" dir="5400000" algn="bl" rotWithShape="0">
                <a:srgbClr val="CEA37C">
                  <a:alpha val="8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5" name="Google Shape;1155;p29"/>
          <p:cNvGrpSpPr/>
          <p:nvPr/>
        </p:nvGrpSpPr>
        <p:grpSpPr>
          <a:xfrm>
            <a:off x="2773233" y="-72278"/>
            <a:ext cx="454448" cy="1031850"/>
            <a:chOff x="3846700" y="689722"/>
            <a:chExt cx="454448" cy="1031850"/>
          </a:xfrm>
        </p:grpSpPr>
        <p:sp>
          <p:nvSpPr>
            <p:cNvPr id="1156" name="Google Shape;1156;p29"/>
            <p:cNvSpPr/>
            <p:nvPr/>
          </p:nvSpPr>
          <p:spPr>
            <a:xfrm>
              <a:off x="3897494" y="1002725"/>
              <a:ext cx="352800" cy="423300"/>
            </a:xfrm>
            <a:prstGeom prst="rect">
              <a:avLst/>
            </a:prstGeom>
            <a:gradFill>
              <a:gsLst>
                <a:gs pos="0">
                  <a:srgbClr val="E69138"/>
                </a:gs>
                <a:gs pos="100000">
                  <a:srgbClr val="FFD96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9"/>
            <p:cNvSpPr/>
            <p:nvPr/>
          </p:nvSpPr>
          <p:spPr>
            <a:xfrm>
              <a:off x="3846700" y="689722"/>
              <a:ext cx="454448" cy="1031850"/>
            </a:xfrm>
            <a:custGeom>
              <a:avLst/>
              <a:gdLst/>
              <a:ahLst/>
              <a:cxnLst/>
              <a:rect l="l" t="t" r="r" b="b"/>
              <a:pathLst>
                <a:path w="8490" h="19277" extrusionOk="0">
                  <a:moveTo>
                    <a:pt x="1834" y="6418"/>
                  </a:moveTo>
                  <a:cubicBezTo>
                    <a:pt x="1834" y="6418"/>
                    <a:pt x="2477" y="6811"/>
                    <a:pt x="2572" y="7466"/>
                  </a:cubicBezTo>
                  <a:cubicBezTo>
                    <a:pt x="2596" y="7573"/>
                    <a:pt x="2608" y="7668"/>
                    <a:pt x="2608" y="7763"/>
                  </a:cubicBezTo>
                  <a:lnTo>
                    <a:pt x="2608" y="13609"/>
                  </a:lnTo>
                  <a:lnTo>
                    <a:pt x="1060" y="13609"/>
                  </a:lnTo>
                  <a:lnTo>
                    <a:pt x="1060" y="7763"/>
                  </a:lnTo>
                  <a:cubicBezTo>
                    <a:pt x="1060" y="7668"/>
                    <a:pt x="1072" y="7573"/>
                    <a:pt x="1084" y="7466"/>
                  </a:cubicBezTo>
                  <a:cubicBezTo>
                    <a:pt x="1191" y="6823"/>
                    <a:pt x="1834" y="6418"/>
                    <a:pt x="1834" y="6418"/>
                  </a:cubicBezTo>
                  <a:close/>
                  <a:moveTo>
                    <a:pt x="4239" y="6418"/>
                  </a:moveTo>
                  <a:cubicBezTo>
                    <a:pt x="4239" y="6418"/>
                    <a:pt x="5370" y="7001"/>
                    <a:pt x="5572" y="7966"/>
                  </a:cubicBezTo>
                  <a:cubicBezTo>
                    <a:pt x="5596" y="8132"/>
                    <a:pt x="5608" y="8287"/>
                    <a:pt x="5632" y="8418"/>
                  </a:cubicBezTo>
                  <a:lnTo>
                    <a:pt x="5632" y="13609"/>
                  </a:lnTo>
                  <a:lnTo>
                    <a:pt x="2858" y="13609"/>
                  </a:lnTo>
                  <a:lnTo>
                    <a:pt x="2858" y="8418"/>
                  </a:lnTo>
                  <a:cubicBezTo>
                    <a:pt x="2858" y="8287"/>
                    <a:pt x="2870" y="8132"/>
                    <a:pt x="2917" y="7966"/>
                  </a:cubicBezTo>
                  <a:cubicBezTo>
                    <a:pt x="3108" y="7001"/>
                    <a:pt x="4239" y="6418"/>
                    <a:pt x="4239" y="6418"/>
                  </a:cubicBezTo>
                  <a:close/>
                  <a:moveTo>
                    <a:pt x="6656" y="6418"/>
                  </a:moveTo>
                  <a:cubicBezTo>
                    <a:pt x="6656" y="6418"/>
                    <a:pt x="7299" y="6811"/>
                    <a:pt x="7394" y="7466"/>
                  </a:cubicBezTo>
                  <a:cubicBezTo>
                    <a:pt x="7418" y="7573"/>
                    <a:pt x="7430" y="7668"/>
                    <a:pt x="7430" y="7763"/>
                  </a:cubicBezTo>
                  <a:lnTo>
                    <a:pt x="7430" y="13609"/>
                  </a:lnTo>
                  <a:lnTo>
                    <a:pt x="5882" y="13609"/>
                  </a:lnTo>
                  <a:lnTo>
                    <a:pt x="5882" y="7763"/>
                  </a:lnTo>
                  <a:cubicBezTo>
                    <a:pt x="5882" y="7668"/>
                    <a:pt x="5894" y="7573"/>
                    <a:pt x="5906" y="7466"/>
                  </a:cubicBezTo>
                  <a:cubicBezTo>
                    <a:pt x="6013" y="6823"/>
                    <a:pt x="6656" y="6418"/>
                    <a:pt x="6656" y="6418"/>
                  </a:cubicBezTo>
                  <a:close/>
                  <a:moveTo>
                    <a:pt x="4239" y="0"/>
                  </a:moveTo>
                  <a:cubicBezTo>
                    <a:pt x="3941" y="0"/>
                    <a:pt x="3703" y="155"/>
                    <a:pt x="3703" y="369"/>
                  </a:cubicBezTo>
                  <a:cubicBezTo>
                    <a:pt x="3703" y="477"/>
                    <a:pt x="3786" y="572"/>
                    <a:pt x="3882" y="655"/>
                  </a:cubicBezTo>
                  <a:cubicBezTo>
                    <a:pt x="3822" y="727"/>
                    <a:pt x="3751" y="786"/>
                    <a:pt x="3667" y="858"/>
                  </a:cubicBezTo>
                  <a:cubicBezTo>
                    <a:pt x="2977" y="1393"/>
                    <a:pt x="1893" y="1632"/>
                    <a:pt x="1893" y="2334"/>
                  </a:cubicBezTo>
                  <a:cubicBezTo>
                    <a:pt x="1893" y="2524"/>
                    <a:pt x="1953" y="2667"/>
                    <a:pt x="2060" y="2763"/>
                  </a:cubicBezTo>
                  <a:cubicBezTo>
                    <a:pt x="1024" y="3322"/>
                    <a:pt x="0" y="3798"/>
                    <a:pt x="0" y="4727"/>
                  </a:cubicBezTo>
                  <a:cubicBezTo>
                    <a:pt x="0" y="5239"/>
                    <a:pt x="238" y="5537"/>
                    <a:pt x="524" y="5692"/>
                  </a:cubicBezTo>
                  <a:cubicBezTo>
                    <a:pt x="429" y="5739"/>
                    <a:pt x="369" y="5834"/>
                    <a:pt x="369" y="5930"/>
                  </a:cubicBezTo>
                  <a:cubicBezTo>
                    <a:pt x="369" y="6084"/>
                    <a:pt x="488" y="6204"/>
                    <a:pt x="643" y="6204"/>
                  </a:cubicBezTo>
                  <a:lnTo>
                    <a:pt x="774" y="6204"/>
                  </a:lnTo>
                  <a:lnTo>
                    <a:pt x="774" y="13835"/>
                  </a:lnTo>
                  <a:lnTo>
                    <a:pt x="643" y="13835"/>
                  </a:lnTo>
                  <a:cubicBezTo>
                    <a:pt x="488" y="13835"/>
                    <a:pt x="369" y="13954"/>
                    <a:pt x="369" y="14097"/>
                  </a:cubicBezTo>
                  <a:cubicBezTo>
                    <a:pt x="369" y="14205"/>
                    <a:pt x="429" y="14300"/>
                    <a:pt x="524" y="14335"/>
                  </a:cubicBezTo>
                  <a:cubicBezTo>
                    <a:pt x="238" y="14502"/>
                    <a:pt x="0" y="14800"/>
                    <a:pt x="0" y="15312"/>
                  </a:cubicBezTo>
                  <a:cubicBezTo>
                    <a:pt x="0" y="16586"/>
                    <a:pt x="1953" y="17014"/>
                    <a:pt x="3191" y="17967"/>
                  </a:cubicBezTo>
                  <a:cubicBezTo>
                    <a:pt x="3989" y="18598"/>
                    <a:pt x="4239" y="19277"/>
                    <a:pt x="4239" y="19277"/>
                  </a:cubicBezTo>
                  <a:cubicBezTo>
                    <a:pt x="4239" y="19277"/>
                    <a:pt x="4501" y="18598"/>
                    <a:pt x="5299" y="17967"/>
                  </a:cubicBezTo>
                  <a:cubicBezTo>
                    <a:pt x="6537" y="17002"/>
                    <a:pt x="8489" y="16574"/>
                    <a:pt x="8489" y="15312"/>
                  </a:cubicBezTo>
                  <a:cubicBezTo>
                    <a:pt x="8489" y="14800"/>
                    <a:pt x="8251" y="14502"/>
                    <a:pt x="7966" y="14335"/>
                  </a:cubicBezTo>
                  <a:cubicBezTo>
                    <a:pt x="8049" y="14300"/>
                    <a:pt x="8108" y="14205"/>
                    <a:pt x="8108" y="14097"/>
                  </a:cubicBezTo>
                  <a:cubicBezTo>
                    <a:pt x="8108" y="13954"/>
                    <a:pt x="7989" y="13835"/>
                    <a:pt x="7847" y="13835"/>
                  </a:cubicBezTo>
                  <a:lnTo>
                    <a:pt x="7716" y="13835"/>
                  </a:lnTo>
                  <a:lnTo>
                    <a:pt x="7716" y="6204"/>
                  </a:lnTo>
                  <a:lnTo>
                    <a:pt x="7847" y="6204"/>
                  </a:lnTo>
                  <a:cubicBezTo>
                    <a:pt x="7989" y="6204"/>
                    <a:pt x="8108" y="6084"/>
                    <a:pt x="8108" y="5930"/>
                  </a:cubicBezTo>
                  <a:cubicBezTo>
                    <a:pt x="8108" y="5834"/>
                    <a:pt x="8049" y="5739"/>
                    <a:pt x="7966" y="5692"/>
                  </a:cubicBezTo>
                  <a:cubicBezTo>
                    <a:pt x="8228" y="5513"/>
                    <a:pt x="8489" y="5239"/>
                    <a:pt x="8489" y="4727"/>
                  </a:cubicBezTo>
                  <a:cubicBezTo>
                    <a:pt x="8489" y="3798"/>
                    <a:pt x="7477" y="3334"/>
                    <a:pt x="6430" y="2763"/>
                  </a:cubicBezTo>
                  <a:cubicBezTo>
                    <a:pt x="6525" y="2655"/>
                    <a:pt x="6596" y="2524"/>
                    <a:pt x="6596" y="2334"/>
                  </a:cubicBezTo>
                  <a:cubicBezTo>
                    <a:pt x="6596" y="1620"/>
                    <a:pt x="5513" y="1381"/>
                    <a:pt x="4822" y="858"/>
                  </a:cubicBezTo>
                  <a:cubicBezTo>
                    <a:pt x="4739" y="786"/>
                    <a:pt x="4656" y="727"/>
                    <a:pt x="4596" y="655"/>
                  </a:cubicBezTo>
                  <a:cubicBezTo>
                    <a:pt x="4703" y="572"/>
                    <a:pt x="4775" y="489"/>
                    <a:pt x="4775" y="369"/>
                  </a:cubicBezTo>
                  <a:cubicBezTo>
                    <a:pt x="4775" y="155"/>
                    <a:pt x="4537" y="0"/>
                    <a:pt x="4239" y="0"/>
                  </a:cubicBezTo>
                  <a:close/>
                </a:path>
              </a:pathLst>
            </a:custGeom>
            <a:gradFill>
              <a:gsLst>
                <a:gs pos="0">
                  <a:schemeClr val="accent3"/>
                </a:gs>
                <a:gs pos="100000">
                  <a:schemeClr val="accent4"/>
                </a:gs>
              </a:gsLst>
              <a:lin ang="5400012" scaled="0"/>
            </a:gradFill>
            <a:ln>
              <a:noFill/>
            </a:ln>
            <a:effectLst>
              <a:outerShdw blurRad="257175" dist="47625" dir="5400000" algn="bl" rotWithShape="0">
                <a:srgbClr val="CEA37C">
                  <a:alpha val="8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8" name="Google Shape;1158;p29"/>
          <p:cNvGrpSpPr/>
          <p:nvPr/>
        </p:nvGrpSpPr>
        <p:grpSpPr>
          <a:xfrm>
            <a:off x="1700192" y="-72278"/>
            <a:ext cx="454448" cy="1031850"/>
            <a:chOff x="3846700" y="689722"/>
            <a:chExt cx="454448" cy="1031850"/>
          </a:xfrm>
        </p:grpSpPr>
        <p:sp>
          <p:nvSpPr>
            <p:cNvPr id="1159" name="Google Shape;1159;p29"/>
            <p:cNvSpPr/>
            <p:nvPr/>
          </p:nvSpPr>
          <p:spPr>
            <a:xfrm>
              <a:off x="3897494" y="1002725"/>
              <a:ext cx="352800" cy="423300"/>
            </a:xfrm>
            <a:prstGeom prst="rect">
              <a:avLst/>
            </a:prstGeom>
            <a:gradFill>
              <a:gsLst>
                <a:gs pos="0">
                  <a:srgbClr val="E69138"/>
                </a:gs>
                <a:gs pos="100000">
                  <a:srgbClr val="FFD96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9"/>
            <p:cNvSpPr/>
            <p:nvPr/>
          </p:nvSpPr>
          <p:spPr>
            <a:xfrm>
              <a:off x="3846700" y="689722"/>
              <a:ext cx="454448" cy="1031850"/>
            </a:xfrm>
            <a:custGeom>
              <a:avLst/>
              <a:gdLst/>
              <a:ahLst/>
              <a:cxnLst/>
              <a:rect l="l" t="t" r="r" b="b"/>
              <a:pathLst>
                <a:path w="8490" h="19277" extrusionOk="0">
                  <a:moveTo>
                    <a:pt x="1834" y="6418"/>
                  </a:moveTo>
                  <a:cubicBezTo>
                    <a:pt x="1834" y="6418"/>
                    <a:pt x="2477" y="6811"/>
                    <a:pt x="2572" y="7466"/>
                  </a:cubicBezTo>
                  <a:cubicBezTo>
                    <a:pt x="2596" y="7573"/>
                    <a:pt x="2608" y="7668"/>
                    <a:pt x="2608" y="7763"/>
                  </a:cubicBezTo>
                  <a:lnTo>
                    <a:pt x="2608" y="13609"/>
                  </a:lnTo>
                  <a:lnTo>
                    <a:pt x="1060" y="13609"/>
                  </a:lnTo>
                  <a:lnTo>
                    <a:pt x="1060" y="7763"/>
                  </a:lnTo>
                  <a:cubicBezTo>
                    <a:pt x="1060" y="7668"/>
                    <a:pt x="1072" y="7573"/>
                    <a:pt x="1084" y="7466"/>
                  </a:cubicBezTo>
                  <a:cubicBezTo>
                    <a:pt x="1191" y="6823"/>
                    <a:pt x="1834" y="6418"/>
                    <a:pt x="1834" y="6418"/>
                  </a:cubicBezTo>
                  <a:close/>
                  <a:moveTo>
                    <a:pt x="4239" y="6418"/>
                  </a:moveTo>
                  <a:cubicBezTo>
                    <a:pt x="4239" y="6418"/>
                    <a:pt x="5370" y="7001"/>
                    <a:pt x="5572" y="7966"/>
                  </a:cubicBezTo>
                  <a:cubicBezTo>
                    <a:pt x="5596" y="8132"/>
                    <a:pt x="5608" y="8287"/>
                    <a:pt x="5632" y="8418"/>
                  </a:cubicBezTo>
                  <a:lnTo>
                    <a:pt x="5632" y="13609"/>
                  </a:lnTo>
                  <a:lnTo>
                    <a:pt x="2858" y="13609"/>
                  </a:lnTo>
                  <a:lnTo>
                    <a:pt x="2858" y="8418"/>
                  </a:lnTo>
                  <a:cubicBezTo>
                    <a:pt x="2858" y="8287"/>
                    <a:pt x="2870" y="8132"/>
                    <a:pt x="2917" y="7966"/>
                  </a:cubicBezTo>
                  <a:cubicBezTo>
                    <a:pt x="3108" y="7001"/>
                    <a:pt x="4239" y="6418"/>
                    <a:pt x="4239" y="6418"/>
                  </a:cubicBezTo>
                  <a:close/>
                  <a:moveTo>
                    <a:pt x="6656" y="6418"/>
                  </a:moveTo>
                  <a:cubicBezTo>
                    <a:pt x="6656" y="6418"/>
                    <a:pt x="7299" y="6811"/>
                    <a:pt x="7394" y="7466"/>
                  </a:cubicBezTo>
                  <a:cubicBezTo>
                    <a:pt x="7418" y="7573"/>
                    <a:pt x="7430" y="7668"/>
                    <a:pt x="7430" y="7763"/>
                  </a:cubicBezTo>
                  <a:lnTo>
                    <a:pt x="7430" y="13609"/>
                  </a:lnTo>
                  <a:lnTo>
                    <a:pt x="5882" y="13609"/>
                  </a:lnTo>
                  <a:lnTo>
                    <a:pt x="5882" y="7763"/>
                  </a:lnTo>
                  <a:cubicBezTo>
                    <a:pt x="5882" y="7668"/>
                    <a:pt x="5894" y="7573"/>
                    <a:pt x="5906" y="7466"/>
                  </a:cubicBezTo>
                  <a:cubicBezTo>
                    <a:pt x="6013" y="6823"/>
                    <a:pt x="6656" y="6418"/>
                    <a:pt x="6656" y="6418"/>
                  </a:cubicBezTo>
                  <a:close/>
                  <a:moveTo>
                    <a:pt x="4239" y="0"/>
                  </a:moveTo>
                  <a:cubicBezTo>
                    <a:pt x="3941" y="0"/>
                    <a:pt x="3703" y="155"/>
                    <a:pt x="3703" y="369"/>
                  </a:cubicBezTo>
                  <a:cubicBezTo>
                    <a:pt x="3703" y="477"/>
                    <a:pt x="3786" y="572"/>
                    <a:pt x="3882" y="655"/>
                  </a:cubicBezTo>
                  <a:cubicBezTo>
                    <a:pt x="3822" y="727"/>
                    <a:pt x="3751" y="786"/>
                    <a:pt x="3667" y="858"/>
                  </a:cubicBezTo>
                  <a:cubicBezTo>
                    <a:pt x="2977" y="1393"/>
                    <a:pt x="1893" y="1632"/>
                    <a:pt x="1893" y="2334"/>
                  </a:cubicBezTo>
                  <a:cubicBezTo>
                    <a:pt x="1893" y="2524"/>
                    <a:pt x="1953" y="2667"/>
                    <a:pt x="2060" y="2763"/>
                  </a:cubicBezTo>
                  <a:cubicBezTo>
                    <a:pt x="1024" y="3322"/>
                    <a:pt x="0" y="3798"/>
                    <a:pt x="0" y="4727"/>
                  </a:cubicBezTo>
                  <a:cubicBezTo>
                    <a:pt x="0" y="5239"/>
                    <a:pt x="238" y="5537"/>
                    <a:pt x="524" y="5692"/>
                  </a:cubicBezTo>
                  <a:cubicBezTo>
                    <a:pt x="429" y="5739"/>
                    <a:pt x="369" y="5834"/>
                    <a:pt x="369" y="5930"/>
                  </a:cubicBezTo>
                  <a:cubicBezTo>
                    <a:pt x="369" y="6084"/>
                    <a:pt x="488" y="6204"/>
                    <a:pt x="643" y="6204"/>
                  </a:cubicBezTo>
                  <a:lnTo>
                    <a:pt x="774" y="6204"/>
                  </a:lnTo>
                  <a:lnTo>
                    <a:pt x="774" y="13835"/>
                  </a:lnTo>
                  <a:lnTo>
                    <a:pt x="643" y="13835"/>
                  </a:lnTo>
                  <a:cubicBezTo>
                    <a:pt x="488" y="13835"/>
                    <a:pt x="369" y="13954"/>
                    <a:pt x="369" y="14097"/>
                  </a:cubicBezTo>
                  <a:cubicBezTo>
                    <a:pt x="369" y="14205"/>
                    <a:pt x="429" y="14300"/>
                    <a:pt x="524" y="14335"/>
                  </a:cubicBezTo>
                  <a:cubicBezTo>
                    <a:pt x="238" y="14502"/>
                    <a:pt x="0" y="14800"/>
                    <a:pt x="0" y="15312"/>
                  </a:cubicBezTo>
                  <a:cubicBezTo>
                    <a:pt x="0" y="16586"/>
                    <a:pt x="1953" y="17014"/>
                    <a:pt x="3191" y="17967"/>
                  </a:cubicBezTo>
                  <a:cubicBezTo>
                    <a:pt x="3989" y="18598"/>
                    <a:pt x="4239" y="19277"/>
                    <a:pt x="4239" y="19277"/>
                  </a:cubicBezTo>
                  <a:cubicBezTo>
                    <a:pt x="4239" y="19277"/>
                    <a:pt x="4501" y="18598"/>
                    <a:pt x="5299" y="17967"/>
                  </a:cubicBezTo>
                  <a:cubicBezTo>
                    <a:pt x="6537" y="17002"/>
                    <a:pt x="8489" y="16574"/>
                    <a:pt x="8489" y="15312"/>
                  </a:cubicBezTo>
                  <a:cubicBezTo>
                    <a:pt x="8489" y="14800"/>
                    <a:pt x="8251" y="14502"/>
                    <a:pt x="7966" y="14335"/>
                  </a:cubicBezTo>
                  <a:cubicBezTo>
                    <a:pt x="8049" y="14300"/>
                    <a:pt x="8108" y="14205"/>
                    <a:pt x="8108" y="14097"/>
                  </a:cubicBezTo>
                  <a:cubicBezTo>
                    <a:pt x="8108" y="13954"/>
                    <a:pt x="7989" y="13835"/>
                    <a:pt x="7847" y="13835"/>
                  </a:cubicBezTo>
                  <a:lnTo>
                    <a:pt x="7716" y="13835"/>
                  </a:lnTo>
                  <a:lnTo>
                    <a:pt x="7716" y="6204"/>
                  </a:lnTo>
                  <a:lnTo>
                    <a:pt x="7847" y="6204"/>
                  </a:lnTo>
                  <a:cubicBezTo>
                    <a:pt x="7989" y="6204"/>
                    <a:pt x="8108" y="6084"/>
                    <a:pt x="8108" y="5930"/>
                  </a:cubicBezTo>
                  <a:cubicBezTo>
                    <a:pt x="8108" y="5834"/>
                    <a:pt x="8049" y="5739"/>
                    <a:pt x="7966" y="5692"/>
                  </a:cubicBezTo>
                  <a:cubicBezTo>
                    <a:pt x="8228" y="5513"/>
                    <a:pt x="8489" y="5239"/>
                    <a:pt x="8489" y="4727"/>
                  </a:cubicBezTo>
                  <a:cubicBezTo>
                    <a:pt x="8489" y="3798"/>
                    <a:pt x="7477" y="3334"/>
                    <a:pt x="6430" y="2763"/>
                  </a:cubicBezTo>
                  <a:cubicBezTo>
                    <a:pt x="6525" y="2655"/>
                    <a:pt x="6596" y="2524"/>
                    <a:pt x="6596" y="2334"/>
                  </a:cubicBezTo>
                  <a:cubicBezTo>
                    <a:pt x="6596" y="1620"/>
                    <a:pt x="5513" y="1381"/>
                    <a:pt x="4822" y="858"/>
                  </a:cubicBezTo>
                  <a:cubicBezTo>
                    <a:pt x="4739" y="786"/>
                    <a:pt x="4656" y="727"/>
                    <a:pt x="4596" y="655"/>
                  </a:cubicBezTo>
                  <a:cubicBezTo>
                    <a:pt x="4703" y="572"/>
                    <a:pt x="4775" y="489"/>
                    <a:pt x="4775" y="369"/>
                  </a:cubicBezTo>
                  <a:cubicBezTo>
                    <a:pt x="4775" y="155"/>
                    <a:pt x="4537" y="0"/>
                    <a:pt x="4239" y="0"/>
                  </a:cubicBezTo>
                  <a:close/>
                </a:path>
              </a:pathLst>
            </a:custGeom>
            <a:gradFill>
              <a:gsLst>
                <a:gs pos="0">
                  <a:schemeClr val="accent3"/>
                </a:gs>
                <a:gs pos="100000">
                  <a:schemeClr val="accent4"/>
                </a:gs>
              </a:gsLst>
              <a:lin ang="5400012" scaled="0"/>
            </a:gradFill>
            <a:ln>
              <a:noFill/>
            </a:ln>
            <a:effectLst>
              <a:outerShdw blurRad="257175" dist="47625" dir="5400000" algn="bl" rotWithShape="0">
                <a:srgbClr val="CEA37C">
                  <a:alpha val="8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1" name="Google Shape;1161;p29"/>
          <p:cNvGrpSpPr/>
          <p:nvPr/>
        </p:nvGrpSpPr>
        <p:grpSpPr>
          <a:xfrm>
            <a:off x="627150" y="-166175"/>
            <a:ext cx="454448" cy="1887747"/>
            <a:chOff x="3846700" y="-166175"/>
            <a:chExt cx="454448" cy="1887747"/>
          </a:xfrm>
        </p:grpSpPr>
        <p:sp>
          <p:nvSpPr>
            <p:cNvPr id="1162" name="Google Shape;1162;p29"/>
            <p:cNvSpPr/>
            <p:nvPr/>
          </p:nvSpPr>
          <p:spPr>
            <a:xfrm>
              <a:off x="4049360" y="-166175"/>
              <a:ext cx="49138" cy="855316"/>
            </a:xfrm>
            <a:custGeom>
              <a:avLst/>
              <a:gdLst/>
              <a:ahLst/>
              <a:cxnLst/>
              <a:rect l="l" t="t" r="r" b="b"/>
              <a:pathLst>
                <a:path w="918" h="15979" extrusionOk="0">
                  <a:moveTo>
                    <a:pt x="453" y="0"/>
                  </a:moveTo>
                  <a:cubicBezTo>
                    <a:pt x="274" y="0"/>
                    <a:pt x="131" y="143"/>
                    <a:pt x="131" y="322"/>
                  </a:cubicBezTo>
                  <a:cubicBezTo>
                    <a:pt x="131" y="488"/>
                    <a:pt x="251" y="619"/>
                    <a:pt x="417" y="655"/>
                  </a:cubicBezTo>
                  <a:cubicBezTo>
                    <a:pt x="251" y="679"/>
                    <a:pt x="131" y="822"/>
                    <a:pt x="131" y="977"/>
                  </a:cubicBezTo>
                  <a:cubicBezTo>
                    <a:pt x="131" y="1143"/>
                    <a:pt x="251" y="1274"/>
                    <a:pt x="417" y="1310"/>
                  </a:cubicBezTo>
                  <a:cubicBezTo>
                    <a:pt x="251" y="1334"/>
                    <a:pt x="131" y="1477"/>
                    <a:pt x="131" y="1631"/>
                  </a:cubicBezTo>
                  <a:cubicBezTo>
                    <a:pt x="131" y="1798"/>
                    <a:pt x="251" y="1929"/>
                    <a:pt x="417" y="1965"/>
                  </a:cubicBezTo>
                  <a:cubicBezTo>
                    <a:pt x="251" y="1989"/>
                    <a:pt x="131" y="2132"/>
                    <a:pt x="131" y="2286"/>
                  </a:cubicBezTo>
                  <a:cubicBezTo>
                    <a:pt x="131" y="2453"/>
                    <a:pt x="251" y="2584"/>
                    <a:pt x="417" y="2620"/>
                  </a:cubicBezTo>
                  <a:cubicBezTo>
                    <a:pt x="251" y="2643"/>
                    <a:pt x="131" y="2786"/>
                    <a:pt x="131" y="2941"/>
                  </a:cubicBezTo>
                  <a:cubicBezTo>
                    <a:pt x="131" y="3108"/>
                    <a:pt x="251" y="3239"/>
                    <a:pt x="417" y="3275"/>
                  </a:cubicBezTo>
                  <a:cubicBezTo>
                    <a:pt x="251" y="3298"/>
                    <a:pt x="131" y="3441"/>
                    <a:pt x="131" y="3596"/>
                  </a:cubicBezTo>
                  <a:cubicBezTo>
                    <a:pt x="131" y="3763"/>
                    <a:pt x="251" y="3894"/>
                    <a:pt x="417" y="3929"/>
                  </a:cubicBezTo>
                  <a:cubicBezTo>
                    <a:pt x="251" y="3953"/>
                    <a:pt x="131" y="4096"/>
                    <a:pt x="131" y="4251"/>
                  </a:cubicBezTo>
                  <a:cubicBezTo>
                    <a:pt x="131" y="4418"/>
                    <a:pt x="251" y="4548"/>
                    <a:pt x="417" y="4584"/>
                  </a:cubicBezTo>
                  <a:cubicBezTo>
                    <a:pt x="251" y="4608"/>
                    <a:pt x="131" y="4751"/>
                    <a:pt x="131" y="4906"/>
                  </a:cubicBezTo>
                  <a:cubicBezTo>
                    <a:pt x="131" y="5072"/>
                    <a:pt x="251" y="5203"/>
                    <a:pt x="417" y="5239"/>
                  </a:cubicBezTo>
                  <a:cubicBezTo>
                    <a:pt x="251" y="5263"/>
                    <a:pt x="131" y="5406"/>
                    <a:pt x="131" y="5561"/>
                  </a:cubicBezTo>
                  <a:cubicBezTo>
                    <a:pt x="131" y="5727"/>
                    <a:pt x="251" y="5858"/>
                    <a:pt x="417" y="5894"/>
                  </a:cubicBezTo>
                  <a:cubicBezTo>
                    <a:pt x="251" y="5918"/>
                    <a:pt x="131" y="6061"/>
                    <a:pt x="131" y="6215"/>
                  </a:cubicBezTo>
                  <a:cubicBezTo>
                    <a:pt x="131" y="6382"/>
                    <a:pt x="251" y="6513"/>
                    <a:pt x="417" y="6549"/>
                  </a:cubicBezTo>
                  <a:cubicBezTo>
                    <a:pt x="251" y="6573"/>
                    <a:pt x="131" y="6715"/>
                    <a:pt x="131" y="6870"/>
                  </a:cubicBezTo>
                  <a:cubicBezTo>
                    <a:pt x="131" y="7037"/>
                    <a:pt x="251" y="7168"/>
                    <a:pt x="417" y="7204"/>
                  </a:cubicBezTo>
                  <a:cubicBezTo>
                    <a:pt x="251" y="7227"/>
                    <a:pt x="131" y="7370"/>
                    <a:pt x="131" y="7525"/>
                  </a:cubicBezTo>
                  <a:cubicBezTo>
                    <a:pt x="131" y="7692"/>
                    <a:pt x="251" y="7823"/>
                    <a:pt x="417" y="7858"/>
                  </a:cubicBezTo>
                  <a:cubicBezTo>
                    <a:pt x="251" y="7882"/>
                    <a:pt x="131" y="8025"/>
                    <a:pt x="131" y="8180"/>
                  </a:cubicBezTo>
                  <a:cubicBezTo>
                    <a:pt x="131" y="8347"/>
                    <a:pt x="251" y="8478"/>
                    <a:pt x="417" y="8513"/>
                  </a:cubicBezTo>
                  <a:cubicBezTo>
                    <a:pt x="251" y="8537"/>
                    <a:pt x="131" y="8680"/>
                    <a:pt x="131" y="8835"/>
                  </a:cubicBezTo>
                  <a:cubicBezTo>
                    <a:pt x="131" y="9001"/>
                    <a:pt x="251" y="9132"/>
                    <a:pt x="417" y="9168"/>
                  </a:cubicBezTo>
                  <a:cubicBezTo>
                    <a:pt x="251" y="9192"/>
                    <a:pt x="131" y="9335"/>
                    <a:pt x="131" y="9490"/>
                  </a:cubicBezTo>
                  <a:cubicBezTo>
                    <a:pt x="131" y="9656"/>
                    <a:pt x="251" y="9787"/>
                    <a:pt x="417" y="9823"/>
                  </a:cubicBezTo>
                  <a:cubicBezTo>
                    <a:pt x="251" y="9847"/>
                    <a:pt x="131" y="9990"/>
                    <a:pt x="131" y="10144"/>
                  </a:cubicBezTo>
                  <a:cubicBezTo>
                    <a:pt x="131" y="10311"/>
                    <a:pt x="251" y="10442"/>
                    <a:pt x="417" y="10478"/>
                  </a:cubicBezTo>
                  <a:cubicBezTo>
                    <a:pt x="251" y="10502"/>
                    <a:pt x="131" y="10644"/>
                    <a:pt x="131" y="10799"/>
                  </a:cubicBezTo>
                  <a:cubicBezTo>
                    <a:pt x="131" y="10966"/>
                    <a:pt x="251" y="11097"/>
                    <a:pt x="417" y="11133"/>
                  </a:cubicBezTo>
                  <a:cubicBezTo>
                    <a:pt x="251" y="11156"/>
                    <a:pt x="131" y="11299"/>
                    <a:pt x="131" y="11454"/>
                  </a:cubicBezTo>
                  <a:cubicBezTo>
                    <a:pt x="131" y="11621"/>
                    <a:pt x="251" y="11752"/>
                    <a:pt x="417" y="11787"/>
                  </a:cubicBezTo>
                  <a:cubicBezTo>
                    <a:pt x="251" y="11811"/>
                    <a:pt x="131" y="11954"/>
                    <a:pt x="131" y="12109"/>
                  </a:cubicBezTo>
                  <a:cubicBezTo>
                    <a:pt x="131" y="12276"/>
                    <a:pt x="251" y="12407"/>
                    <a:pt x="417" y="12442"/>
                  </a:cubicBezTo>
                  <a:cubicBezTo>
                    <a:pt x="251" y="12466"/>
                    <a:pt x="131" y="12609"/>
                    <a:pt x="131" y="12764"/>
                  </a:cubicBezTo>
                  <a:cubicBezTo>
                    <a:pt x="131" y="12930"/>
                    <a:pt x="251" y="13061"/>
                    <a:pt x="417" y="13097"/>
                  </a:cubicBezTo>
                  <a:cubicBezTo>
                    <a:pt x="251" y="13121"/>
                    <a:pt x="131" y="13264"/>
                    <a:pt x="131" y="13419"/>
                  </a:cubicBezTo>
                  <a:cubicBezTo>
                    <a:pt x="131" y="13585"/>
                    <a:pt x="251" y="13716"/>
                    <a:pt x="417" y="13752"/>
                  </a:cubicBezTo>
                  <a:cubicBezTo>
                    <a:pt x="251" y="13776"/>
                    <a:pt x="131" y="13919"/>
                    <a:pt x="131" y="14073"/>
                  </a:cubicBezTo>
                  <a:cubicBezTo>
                    <a:pt x="131" y="14240"/>
                    <a:pt x="251" y="14371"/>
                    <a:pt x="417" y="14407"/>
                  </a:cubicBezTo>
                  <a:cubicBezTo>
                    <a:pt x="251" y="14431"/>
                    <a:pt x="131" y="14574"/>
                    <a:pt x="131" y="14728"/>
                  </a:cubicBezTo>
                  <a:cubicBezTo>
                    <a:pt x="131" y="14895"/>
                    <a:pt x="251" y="15026"/>
                    <a:pt x="417" y="15062"/>
                  </a:cubicBezTo>
                  <a:cubicBezTo>
                    <a:pt x="191" y="15086"/>
                    <a:pt x="0" y="15288"/>
                    <a:pt x="0" y="15526"/>
                  </a:cubicBezTo>
                  <a:cubicBezTo>
                    <a:pt x="0" y="15776"/>
                    <a:pt x="203" y="15978"/>
                    <a:pt x="453" y="15978"/>
                  </a:cubicBezTo>
                  <a:cubicBezTo>
                    <a:pt x="715" y="15978"/>
                    <a:pt x="917" y="15776"/>
                    <a:pt x="917" y="15526"/>
                  </a:cubicBezTo>
                  <a:cubicBezTo>
                    <a:pt x="917" y="15288"/>
                    <a:pt x="727" y="15086"/>
                    <a:pt x="501" y="15062"/>
                  </a:cubicBezTo>
                  <a:cubicBezTo>
                    <a:pt x="667" y="15026"/>
                    <a:pt x="786" y="14895"/>
                    <a:pt x="786" y="14728"/>
                  </a:cubicBezTo>
                  <a:cubicBezTo>
                    <a:pt x="786" y="14574"/>
                    <a:pt x="667" y="14431"/>
                    <a:pt x="501" y="14407"/>
                  </a:cubicBezTo>
                  <a:cubicBezTo>
                    <a:pt x="667" y="14371"/>
                    <a:pt x="786" y="14240"/>
                    <a:pt x="786" y="14073"/>
                  </a:cubicBezTo>
                  <a:cubicBezTo>
                    <a:pt x="786" y="13919"/>
                    <a:pt x="667" y="13776"/>
                    <a:pt x="501" y="13752"/>
                  </a:cubicBezTo>
                  <a:cubicBezTo>
                    <a:pt x="667" y="13716"/>
                    <a:pt x="786" y="13585"/>
                    <a:pt x="786" y="13419"/>
                  </a:cubicBezTo>
                  <a:cubicBezTo>
                    <a:pt x="786" y="13264"/>
                    <a:pt x="667" y="13121"/>
                    <a:pt x="501" y="13097"/>
                  </a:cubicBezTo>
                  <a:cubicBezTo>
                    <a:pt x="667" y="13061"/>
                    <a:pt x="786" y="12930"/>
                    <a:pt x="786" y="12764"/>
                  </a:cubicBezTo>
                  <a:cubicBezTo>
                    <a:pt x="786" y="12609"/>
                    <a:pt x="667" y="12466"/>
                    <a:pt x="501" y="12442"/>
                  </a:cubicBezTo>
                  <a:cubicBezTo>
                    <a:pt x="667" y="12407"/>
                    <a:pt x="786" y="12276"/>
                    <a:pt x="786" y="12109"/>
                  </a:cubicBezTo>
                  <a:cubicBezTo>
                    <a:pt x="786" y="11954"/>
                    <a:pt x="667" y="11811"/>
                    <a:pt x="501" y="11787"/>
                  </a:cubicBezTo>
                  <a:cubicBezTo>
                    <a:pt x="667" y="11752"/>
                    <a:pt x="786" y="11621"/>
                    <a:pt x="786" y="11454"/>
                  </a:cubicBezTo>
                  <a:cubicBezTo>
                    <a:pt x="786" y="11299"/>
                    <a:pt x="667" y="11156"/>
                    <a:pt x="501" y="11133"/>
                  </a:cubicBezTo>
                  <a:cubicBezTo>
                    <a:pt x="667" y="11097"/>
                    <a:pt x="786" y="10966"/>
                    <a:pt x="786" y="10799"/>
                  </a:cubicBezTo>
                  <a:cubicBezTo>
                    <a:pt x="786" y="10644"/>
                    <a:pt x="667" y="10502"/>
                    <a:pt x="501" y="10478"/>
                  </a:cubicBezTo>
                  <a:cubicBezTo>
                    <a:pt x="667" y="10442"/>
                    <a:pt x="786" y="10311"/>
                    <a:pt x="786" y="10144"/>
                  </a:cubicBezTo>
                  <a:cubicBezTo>
                    <a:pt x="786" y="9990"/>
                    <a:pt x="667" y="9847"/>
                    <a:pt x="501" y="9823"/>
                  </a:cubicBezTo>
                  <a:cubicBezTo>
                    <a:pt x="667" y="9787"/>
                    <a:pt x="786" y="9656"/>
                    <a:pt x="786" y="9490"/>
                  </a:cubicBezTo>
                  <a:cubicBezTo>
                    <a:pt x="786" y="9335"/>
                    <a:pt x="667" y="9192"/>
                    <a:pt x="501" y="9168"/>
                  </a:cubicBezTo>
                  <a:cubicBezTo>
                    <a:pt x="667" y="9132"/>
                    <a:pt x="786" y="9001"/>
                    <a:pt x="786" y="8835"/>
                  </a:cubicBezTo>
                  <a:cubicBezTo>
                    <a:pt x="786" y="8680"/>
                    <a:pt x="667" y="8537"/>
                    <a:pt x="501" y="8513"/>
                  </a:cubicBezTo>
                  <a:cubicBezTo>
                    <a:pt x="667" y="8478"/>
                    <a:pt x="786" y="8347"/>
                    <a:pt x="786" y="8180"/>
                  </a:cubicBezTo>
                  <a:cubicBezTo>
                    <a:pt x="786" y="8025"/>
                    <a:pt x="667" y="7882"/>
                    <a:pt x="501" y="7858"/>
                  </a:cubicBezTo>
                  <a:cubicBezTo>
                    <a:pt x="667" y="7823"/>
                    <a:pt x="786" y="7692"/>
                    <a:pt x="786" y="7525"/>
                  </a:cubicBezTo>
                  <a:cubicBezTo>
                    <a:pt x="786" y="7370"/>
                    <a:pt x="667" y="7227"/>
                    <a:pt x="501" y="7204"/>
                  </a:cubicBezTo>
                  <a:cubicBezTo>
                    <a:pt x="667" y="7168"/>
                    <a:pt x="786" y="7037"/>
                    <a:pt x="786" y="6870"/>
                  </a:cubicBezTo>
                  <a:cubicBezTo>
                    <a:pt x="786" y="6715"/>
                    <a:pt x="667" y="6573"/>
                    <a:pt x="501" y="6549"/>
                  </a:cubicBezTo>
                  <a:cubicBezTo>
                    <a:pt x="667" y="6513"/>
                    <a:pt x="786" y="6382"/>
                    <a:pt x="786" y="6215"/>
                  </a:cubicBezTo>
                  <a:cubicBezTo>
                    <a:pt x="786" y="6061"/>
                    <a:pt x="667" y="5918"/>
                    <a:pt x="501" y="5894"/>
                  </a:cubicBezTo>
                  <a:cubicBezTo>
                    <a:pt x="667" y="5858"/>
                    <a:pt x="786" y="5727"/>
                    <a:pt x="786" y="5561"/>
                  </a:cubicBezTo>
                  <a:cubicBezTo>
                    <a:pt x="786" y="5406"/>
                    <a:pt x="667" y="5263"/>
                    <a:pt x="501" y="5239"/>
                  </a:cubicBezTo>
                  <a:cubicBezTo>
                    <a:pt x="667" y="5203"/>
                    <a:pt x="786" y="5072"/>
                    <a:pt x="786" y="4906"/>
                  </a:cubicBezTo>
                  <a:cubicBezTo>
                    <a:pt x="786" y="4751"/>
                    <a:pt x="667" y="4608"/>
                    <a:pt x="501" y="4584"/>
                  </a:cubicBezTo>
                  <a:cubicBezTo>
                    <a:pt x="667" y="4548"/>
                    <a:pt x="786" y="4418"/>
                    <a:pt x="786" y="4251"/>
                  </a:cubicBezTo>
                  <a:cubicBezTo>
                    <a:pt x="786" y="4096"/>
                    <a:pt x="667" y="3953"/>
                    <a:pt x="501" y="3929"/>
                  </a:cubicBezTo>
                  <a:cubicBezTo>
                    <a:pt x="667" y="3894"/>
                    <a:pt x="786" y="3763"/>
                    <a:pt x="786" y="3596"/>
                  </a:cubicBezTo>
                  <a:cubicBezTo>
                    <a:pt x="786" y="3441"/>
                    <a:pt x="667" y="3298"/>
                    <a:pt x="501" y="3275"/>
                  </a:cubicBezTo>
                  <a:cubicBezTo>
                    <a:pt x="667" y="3239"/>
                    <a:pt x="786" y="3108"/>
                    <a:pt x="786" y="2941"/>
                  </a:cubicBezTo>
                  <a:cubicBezTo>
                    <a:pt x="786" y="2786"/>
                    <a:pt x="667" y="2643"/>
                    <a:pt x="501" y="2620"/>
                  </a:cubicBezTo>
                  <a:cubicBezTo>
                    <a:pt x="667" y="2584"/>
                    <a:pt x="786" y="2453"/>
                    <a:pt x="786" y="2286"/>
                  </a:cubicBezTo>
                  <a:cubicBezTo>
                    <a:pt x="786" y="2132"/>
                    <a:pt x="667" y="1989"/>
                    <a:pt x="501" y="1965"/>
                  </a:cubicBezTo>
                  <a:cubicBezTo>
                    <a:pt x="667" y="1929"/>
                    <a:pt x="786" y="1798"/>
                    <a:pt x="786" y="1631"/>
                  </a:cubicBezTo>
                  <a:cubicBezTo>
                    <a:pt x="786" y="1477"/>
                    <a:pt x="667" y="1334"/>
                    <a:pt x="501" y="1310"/>
                  </a:cubicBezTo>
                  <a:cubicBezTo>
                    <a:pt x="667" y="1274"/>
                    <a:pt x="786" y="1143"/>
                    <a:pt x="786" y="977"/>
                  </a:cubicBezTo>
                  <a:cubicBezTo>
                    <a:pt x="786" y="822"/>
                    <a:pt x="667" y="679"/>
                    <a:pt x="501" y="655"/>
                  </a:cubicBezTo>
                  <a:cubicBezTo>
                    <a:pt x="667" y="619"/>
                    <a:pt x="786" y="488"/>
                    <a:pt x="786" y="322"/>
                  </a:cubicBezTo>
                  <a:cubicBezTo>
                    <a:pt x="786" y="143"/>
                    <a:pt x="632" y="0"/>
                    <a:pt x="4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9"/>
            <p:cNvSpPr/>
            <p:nvPr/>
          </p:nvSpPr>
          <p:spPr>
            <a:xfrm>
              <a:off x="3897494" y="1002725"/>
              <a:ext cx="352800" cy="423300"/>
            </a:xfrm>
            <a:prstGeom prst="rect">
              <a:avLst/>
            </a:prstGeom>
            <a:gradFill>
              <a:gsLst>
                <a:gs pos="0">
                  <a:srgbClr val="E69138"/>
                </a:gs>
                <a:gs pos="100000">
                  <a:srgbClr val="FFD96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9"/>
            <p:cNvSpPr/>
            <p:nvPr/>
          </p:nvSpPr>
          <p:spPr>
            <a:xfrm>
              <a:off x="3846700" y="689722"/>
              <a:ext cx="454448" cy="1031850"/>
            </a:xfrm>
            <a:custGeom>
              <a:avLst/>
              <a:gdLst/>
              <a:ahLst/>
              <a:cxnLst/>
              <a:rect l="l" t="t" r="r" b="b"/>
              <a:pathLst>
                <a:path w="8490" h="19277" extrusionOk="0">
                  <a:moveTo>
                    <a:pt x="1834" y="6418"/>
                  </a:moveTo>
                  <a:cubicBezTo>
                    <a:pt x="1834" y="6418"/>
                    <a:pt x="2477" y="6811"/>
                    <a:pt x="2572" y="7466"/>
                  </a:cubicBezTo>
                  <a:cubicBezTo>
                    <a:pt x="2596" y="7573"/>
                    <a:pt x="2608" y="7668"/>
                    <a:pt x="2608" y="7763"/>
                  </a:cubicBezTo>
                  <a:lnTo>
                    <a:pt x="2608" y="13609"/>
                  </a:lnTo>
                  <a:lnTo>
                    <a:pt x="1060" y="13609"/>
                  </a:lnTo>
                  <a:lnTo>
                    <a:pt x="1060" y="7763"/>
                  </a:lnTo>
                  <a:cubicBezTo>
                    <a:pt x="1060" y="7668"/>
                    <a:pt x="1072" y="7573"/>
                    <a:pt x="1084" y="7466"/>
                  </a:cubicBezTo>
                  <a:cubicBezTo>
                    <a:pt x="1191" y="6823"/>
                    <a:pt x="1834" y="6418"/>
                    <a:pt x="1834" y="6418"/>
                  </a:cubicBezTo>
                  <a:close/>
                  <a:moveTo>
                    <a:pt x="4239" y="6418"/>
                  </a:moveTo>
                  <a:cubicBezTo>
                    <a:pt x="4239" y="6418"/>
                    <a:pt x="5370" y="7001"/>
                    <a:pt x="5572" y="7966"/>
                  </a:cubicBezTo>
                  <a:cubicBezTo>
                    <a:pt x="5596" y="8132"/>
                    <a:pt x="5608" y="8287"/>
                    <a:pt x="5632" y="8418"/>
                  </a:cubicBezTo>
                  <a:lnTo>
                    <a:pt x="5632" y="13609"/>
                  </a:lnTo>
                  <a:lnTo>
                    <a:pt x="2858" y="13609"/>
                  </a:lnTo>
                  <a:lnTo>
                    <a:pt x="2858" y="8418"/>
                  </a:lnTo>
                  <a:cubicBezTo>
                    <a:pt x="2858" y="8287"/>
                    <a:pt x="2870" y="8132"/>
                    <a:pt x="2917" y="7966"/>
                  </a:cubicBezTo>
                  <a:cubicBezTo>
                    <a:pt x="3108" y="7001"/>
                    <a:pt x="4239" y="6418"/>
                    <a:pt x="4239" y="6418"/>
                  </a:cubicBezTo>
                  <a:close/>
                  <a:moveTo>
                    <a:pt x="6656" y="6418"/>
                  </a:moveTo>
                  <a:cubicBezTo>
                    <a:pt x="6656" y="6418"/>
                    <a:pt x="7299" y="6811"/>
                    <a:pt x="7394" y="7466"/>
                  </a:cubicBezTo>
                  <a:cubicBezTo>
                    <a:pt x="7418" y="7573"/>
                    <a:pt x="7430" y="7668"/>
                    <a:pt x="7430" y="7763"/>
                  </a:cubicBezTo>
                  <a:lnTo>
                    <a:pt x="7430" y="13609"/>
                  </a:lnTo>
                  <a:lnTo>
                    <a:pt x="5882" y="13609"/>
                  </a:lnTo>
                  <a:lnTo>
                    <a:pt x="5882" y="7763"/>
                  </a:lnTo>
                  <a:cubicBezTo>
                    <a:pt x="5882" y="7668"/>
                    <a:pt x="5894" y="7573"/>
                    <a:pt x="5906" y="7466"/>
                  </a:cubicBezTo>
                  <a:cubicBezTo>
                    <a:pt x="6013" y="6823"/>
                    <a:pt x="6656" y="6418"/>
                    <a:pt x="6656" y="6418"/>
                  </a:cubicBezTo>
                  <a:close/>
                  <a:moveTo>
                    <a:pt x="4239" y="0"/>
                  </a:moveTo>
                  <a:cubicBezTo>
                    <a:pt x="3941" y="0"/>
                    <a:pt x="3703" y="155"/>
                    <a:pt x="3703" y="369"/>
                  </a:cubicBezTo>
                  <a:cubicBezTo>
                    <a:pt x="3703" y="477"/>
                    <a:pt x="3786" y="572"/>
                    <a:pt x="3882" y="655"/>
                  </a:cubicBezTo>
                  <a:cubicBezTo>
                    <a:pt x="3822" y="727"/>
                    <a:pt x="3751" y="786"/>
                    <a:pt x="3667" y="858"/>
                  </a:cubicBezTo>
                  <a:cubicBezTo>
                    <a:pt x="2977" y="1393"/>
                    <a:pt x="1893" y="1632"/>
                    <a:pt x="1893" y="2334"/>
                  </a:cubicBezTo>
                  <a:cubicBezTo>
                    <a:pt x="1893" y="2524"/>
                    <a:pt x="1953" y="2667"/>
                    <a:pt x="2060" y="2763"/>
                  </a:cubicBezTo>
                  <a:cubicBezTo>
                    <a:pt x="1024" y="3322"/>
                    <a:pt x="0" y="3798"/>
                    <a:pt x="0" y="4727"/>
                  </a:cubicBezTo>
                  <a:cubicBezTo>
                    <a:pt x="0" y="5239"/>
                    <a:pt x="238" y="5537"/>
                    <a:pt x="524" y="5692"/>
                  </a:cubicBezTo>
                  <a:cubicBezTo>
                    <a:pt x="429" y="5739"/>
                    <a:pt x="369" y="5834"/>
                    <a:pt x="369" y="5930"/>
                  </a:cubicBezTo>
                  <a:cubicBezTo>
                    <a:pt x="369" y="6084"/>
                    <a:pt x="488" y="6204"/>
                    <a:pt x="643" y="6204"/>
                  </a:cubicBezTo>
                  <a:lnTo>
                    <a:pt x="774" y="6204"/>
                  </a:lnTo>
                  <a:lnTo>
                    <a:pt x="774" y="13835"/>
                  </a:lnTo>
                  <a:lnTo>
                    <a:pt x="643" y="13835"/>
                  </a:lnTo>
                  <a:cubicBezTo>
                    <a:pt x="488" y="13835"/>
                    <a:pt x="369" y="13954"/>
                    <a:pt x="369" y="14097"/>
                  </a:cubicBezTo>
                  <a:cubicBezTo>
                    <a:pt x="369" y="14205"/>
                    <a:pt x="429" y="14300"/>
                    <a:pt x="524" y="14335"/>
                  </a:cubicBezTo>
                  <a:cubicBezTo>
                    <a:pt x="238" y="14502"/>
                    <a:pt x="0" y="14800"/>
                    <a:pt x="0" y="15312"/>
                  </a:cubicBezTo>
                  <a:cubicBezTo>
                    <a:pt x="0" y="16586"/>
                    <a:pt x="1953" y="17014"/>
                    <a:pt x="3191" y="17967"/>
                  </a:cubicBezTo>
                  <a:cubicBezTo>
                    <a:pt x="3989" y="18598"/>
                    <a:pt x="4239" y="19277"/>
                    <a:pt x="4239" y="19277"/>
                  </a:cubicBezTo>
                  <a:cubicBezTo>
                    <a:pt x="4239" y="19277"/>
                    <a:pt x="4501" y="18598"/>
                    <a:pt x="5299" y="17967"/>
                  </a:cubicBezTo>
                  <a:cubicBezTo>
                    <a:pt x="6537" y="17002"/>
                    <a:pt x="8489" y="16574"/>
                    <a:pt x="8489" y="15312"/>
                  </a:cubicBezTo>
                  <a:cubicBezTo>
                    <a:pt x="8489" y="14800"/>
                    <a:pt x="8251" y="14502"/>
                    <a:pt x="7966" y="14335"/>
                  </a:cubicBezTo>
                  <a:cubicBezTo>
                    <a:pt x="8049" y="14300"/>
                    <a:pt x="8108" y="14205"/>
                    <a:pt x="8108" y="14097"/>
                  </a:cubicBezTo>
                  <a:cubicBezTo>
                    <a:pt x="8108" y="13954"/>
                    <a:pt x="7989" y="13835"/>
                    <a:pt x="7847" y="13835"/>
                  </a:cubicBezTo>
                  <a:lnTo>
                    <a:pt x="7716" y="13835"/>
                  </a:lnTo>
                  <a:lnTo>
                    <a:pt x="7716" y="6204"/>
                  </a:lnTo>
                  <a:lnTo>
                    <a:pt x="7847" y="6204"/>
                  </a:lnTo>
                  <a:cubicBezTo>
                    <a:pt x="7989" y="6204"/>
                    <a:pt x="8108" y="6084"/>
                    <a:pt x="8108" y="5930"/>
                  </a:cubicBezTo>
                  <a:cubicBezTo>
                    <a:pt x="8108" y="5834"/>
                    <a:pt x="8049" y="5739"/>
                    <a:pt x="7966" y="5692"/>
                  </a:cubicBezTo>
                  <a:cubicBezTo>
                    <a:pt x="8228" y="5513"/>
                    <a:pt x="8489" y="5239"/>
                    <a:pt x="8489" y="4727"/>
                  </a:cubicBezTo>
                  <a:cubicBezTo>
                    <a:pt x="8489" y="3798"/>
                    <a:pt x="7477" y="3334"/>
                    <a:pt x="6430" y="2763"/>
                  </a:cubicBezTo>
                  <a:cubicBezTo>
                    <a:pt x="6525" y="2655"/>
                    <a:pt x="6596" y="2524"/>
                    <a:pt x="6596" y="2334"/>
                  </a:cubicBezTo>
                  <a:cubicBezTo>
                    <a:pt x="6596" y="1620"/>
                    <a:pt x="5513" y="1381"/>
                    <a:pt x="4822" y="858"/>
                  </a:cubicBezTo>
                  <a:cubicBezTo>
                    <a:pt x="4739" y="786"/>
                    <a:pt x="4656" y="727"/>
                    <a:pt x="4596" y="655"/>
                  </a:cubicBezTo>
                  <a:cubicBezTo>
                    <a:pt x="4703" y="572"/>
                    <a:pt x="4775" y="489"/>
                    <a:pt x="4775" y="369"/>
                  </a:cubicBezTo>
                  <a:cubicBezTo>
                    <a:pt x="4775" y="155"/>
                    <a:pt x="4537" y="0"/>
                    <a:pt x="4239" y="0"/>
                  </a:cubicBezTo>
                  <a:close/>
                </a:path>
              </a:pathLst>
            </a:custGeom>
            <a:gradFill>
              <a:gsLst>
                <a:gs pos="0">
                  <a:schemeClr val="accent3"/>
                </a:gs>
                <a:gs pos="100000">
                  <a:schemeClr val="accent4"/>
                </a:gs>
              </a:gsLst>
              <a:lin ang="5400012" scaled="0"/>
            </a:gradFill>
            <a:ln>
              <a:noFill/>
            </a:ln>
            <a:effectLst>
              <a:outerShdw blurRad="257175" dist="47625" dir="5400000" algn="bl" rotWithShape="0">
                <a:srgbClr val="CEA37C">
                  <a:alpha val="8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41553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1460912"/>
            <a:ext cx="5072123" cy="3444179"/>
          </a:xfrm>
          <a:prstGeom prst="rect">
            <a:avLst/>
          </a:prstGeom>
        </p:spPr>
        <p:txBody>
          <a:bodyPr spcFirstLastPara="1" wrap="square" lIns="91425" tIns="91425" rIns="91425" bIns="91425" anchor="t" anchorCtr="0">
            <a:noAutofit/>
          </a:bodyPr>
          <a:lstStyle/>
          <a:p>
            <a:pPr marL="139700" indent="0">
              <a:lnSpc>
                <a:spcPct val="150000"/>
              </a:lnSpc>
              <a:buNone/>
            </a:pPr>
            <a:r>
              <a:rPr lang="id-ID" dirty="0"/>
              <a:t>Menurut istilah yang di defenisikan para ulama</a:t>
            </a:r>
            <a:r>
              <a:rPr lang="en-US" dirty="0"/>
              <a:t> </a:t>
            </a:r>
            <a:r>
              <a:rPr lang="id-ID" dirty="0"/>
              <a:t>:</a:t>
            </a:r>
            <a:endParaRPr lang="en-US" dirty="0"/>
          </a:p>
          <a:p>
            <a:pPr marL="139700" indent="0">
              <a:lnSpc>
                <a:spcPct val="150000"/>
              </a:lnSpc>
            </a:pPr>
            <a:endParaRPr lang="id-ID" dirty="0"/>
          </a:p>
          <a:p>
            <a:pPr marL="139700" indent="0">
              <a:lnSpc>
                <a:spcPct val="150000"/>
              </a:lnSpc>
              <a:buNone/>
            </a:pPr>
            <a:r>
              <a:rPr lang="ar-SA" dirty="0"/>
              <a:t>ما رواه الواحد أوالإثنان فأكثر مما لم تتوفر فيه شروط المشهور اوالمتو اتر</a:t>
            </a:r>
            <a:endParaRPr lang="en-US" dirty="0"/>
          </a:p>
          <a:p>
            <a:pPr marL="139700" indent="0">
              <a:lnSpc>
                <a:spcPct val="150000"/>
              </a:lnSpc>
              <a:buNone/>
            </a:pPr>
            <a:endParaRPr lang="id-ID" dirty="0"/>
          </a:p>
          <a:p>
            <a:pPr marL="139700" indent="0">
              <a:lnSpc>
                <a:spcPct val="150000"/>
              </a:lnSpc>
              <a:buNone/>
            </a:pPr>
            <a:r>
              <a:rPr lang="en-US" dirty="0"/>
              <a:t>“Hadis yang </a:t>
            </a:r>
            <a:r>
              <a:rPr lang="id-ID" dirty="0"/>
              <a:t>diriwayatkan oleh satu orang, atau dua orang, atau lebih, yang jumlahnya tidak memenuhi persyaratan hadis masyhur, atau hadis mutawatir</a:t>
            </a:r>
            <a:r>
              <a:rPr lang="en-US" dirty="0"/>
              <a:t>”.</a:t>
            </a:r>
            <a:endParaRPr lang="id-ID" dirty="0"/>
          </a:p>
          <a:p>
            <a:pPr marL="139700" indent="0">
              <a:lnSpc>
                <a:spcPct val="150000"/>
              </a:lnSpc>
              <a:buNone/>
            </a:pPr>
            <a:r>
              <a:rPr lang="id-ID" i="1" dirty="0"/>
              <a:t>Ibid</a:t>
            </a:r>
            <a:r>
              <a:rPr lang="id-ID" dirty="0"/>
              <a:t>,h.</a:t>
            </a:r>
            <a:r>
              <a:rPr lang="en-US" dirty="0"/>
              <a:t> </a:t>
            </a:r>
            <a:r>
              <a:rPr lang="id-ID" dirty="0"/>
              <a:t>207</a:t>
            </a:r>
          </a:p>
          <a:p>
            <a:pPr marL="139700" lvl="0" indent="0">
              <a:lnSpc>
                <a:spcPct val="150000"/>
              </a:lnSpc>
              <a:buNone/>
            </a:pPr>
            <a:endParaRPr lang="en-US" dirty="0"/>
          </a:p>
          <a:p>
            <a:pPr>
              <a:buFont typeface="Arial" panose="020B0604020202020204" pitchFamily="34" charset="0"/>
              <a:buChar char="•"/>
            </a:pPr>
            <a:endParaRPr lang="id-ID" dirty="0"/>
          </a:p>
          <a:p>
            <a:pPr lvl="0">
              <a:buFont typeface="Wingdings" panose="05000000000000000000" pitchFamily="2" charset="2"/>
              <a:buChar char="v"/>
            </a:pPr>
            <a:endParaRPr lang="en-US" dirty="0"/>
          </a:p>
          <a:p>
            <a:pPr marL="139700" lvl="0" indent="0">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295830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364153" cy="3444179"/>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v"/>
            </a:pPr>
            <a:r>
              <a:rPr lang="id-ID" dirty="0"/>
              <a:t>Pembagian</a:t>
            </a:r>
            <a:r>
              <a:rPr lang="en-US" dirty="0"/>
              <a:t> </a:t>
            </a:r>
            <a:r>
              <a:rPr lang="id-ID" dirty="0"/>
              <a:t>Hadits Ahad</a:t>
            </a:r>
          </a:p>
          <a:p>
            <a:pPr lvl="1">
              <a:lnSpc>
                <a:spcPct val="150000"/>
              </a:lnSpc>
              <a:buFont typeface="Wingdings" panose="05000000000000000000" pitchFamily="2" charset="2"/>
              <a:buChar char="§"/>
            </a:pPr>
            <a:r>
              <a:rPr lang="id-ID" dirty="0"/>
              <a:t>Hadis Masyhur</a:t>
            </a:r>
          </a:p>
          <a:p>
            <a:pPr marL="914400" indent="0">
              <a:lnSpc>
                <a:spcPct val="150000"/>
              </a:lnSpc>
              <a:buNone/>
            </a:pPr>
            <a:r>
              <a:rPr lang="id-ID" dirty="0"/>
              <a:t>Hadis ini dinamakan masyhur karena telah tersebar luas ke masyarakat.Hadis masyhur ini ada yang berstatus sahih,</a:t>
            </a:r>
            <a:r>
              <a:rPr lang="en-US" dirty="0"/>
              <a:t> </a:t>
            </a:r>
            <a:r>
              <a:rPr lang="id-ID" dirty="0"/>
              <a:t>hasan,</a:t>
            </a:r>
            <a:r>
              <a:rPr lang="en-US" dirty="0"/>
              <a:t> </a:t>
            </a:r>
            <a:r>
              <a:rPr lang="id-ID" dirty="0"/>
              <a:t>dan dha’if.</a:t>
            </a:r>
            <a:endParaRPr lang="en-US" dirty="0"/>
          </a:p>
          <a:p>
            <a:pPr marL="914400" indent="0">
              <a:lnSpc>
                <a:spcPct val="150000"/>
              </a:lnSpc>
              <a:buNone/>
            </a:pPr>
            <a:r>
              <a:rPr lang="id-ID" dirty="0"/>
              <a:t>Contoh hadis masyhur yang shahih:</a:t>
            </a:r>
          </a:p>
          <a:p>
            <a:pPr marL="914400" indent="0">
              <a:lnSpc>
                <a:spcPct val="150000"/>
              </a:lnSpc>
              <a:buNone/>
            </a:pPr>
            <a:r>
              <a:rPr lang="id-ID" dirty="0"/>
              <a:t> </a:t>
            </a:r>
          </a:p>
          <a:p>
            <a:pPr marL="914400" indent="0">
              <a:lnSpc>
                <a:spcPct val="150000"/>
              </a:lnSpc>
              <a:buNone/>
            </a:pPr>
            <a:r>
              <a:rPr lang="ar-SA" dirty="0"/>
              <a:t>إِذَا جَاءَ أَحَدُكُمْ إِلَى الْجُمُعَةِ فَلْيَغْتَسِلْ</a:t>
            </a:r>
            <a:endParaRPr lang="en-US" dirty="0"/>
          </a:p>
          <a:p>
            <a:pPr marL="914400" indent="0">
              <a:lnSpc>
                <a:spcPct val="150000"/>
              </a:lnSpc>
              <a:buNone/>
            </a:pPr>
            <a:endParaRPr lang="en-US" dirty="0"/>
          </a:p>
          <a:p>
            <a:pPr marL="914400" indent="0">
              <a:lnSpc>
                <a:spcPct val="150000"/>
              </a:lnSpc>
              <a:buNone/>
            </a:pPr>
            <a:r>
              <a:rPr lang="en-US" i="1" dirty="0"/>
              <a:t>“</a:t>
            </a:r>
            <a:r>
              <a:rPr lang="id-ID" i="1" dirty="0"/>
              <a:t>Apabila salah seorang kalian berangkat shalat Jum'at hendaklah dia mandi.</a:t>
            </a:r>
            <a:r>
              <a:rPr lang="id-ID" dirty="0"/>
              <a:t>" (HR. Muslim)</a:t>
            </a:r>
          </a:p>
          <a:p>
            <a:pPr marL="914400" indent="0">
              <a:lnSpc>
                <a:spcPct val="150000"/>
              </a:lnSpc>
              <a:buNone/>
            </a:pPr>
            <a:endParaRPr lang="id-ID" dirty="0"/>
          </a:p>
          <a:p>
            <a:pPr marL="463550" lvl="0" indent="0">
              <a:lnSpc>
                <a:spcPct val="150000"/>
              </a:lnSpc>
              <a:buNone/>
            </a:pPr>
            <a:endParaRPr lang="en-US" dirty="0"/>
          </a:p>
          <a:p>
            <a:pPr marL="463550" lvl="0" indent="0">
              <a:lnSpc>
                <a:spcPct val="150000"/>
              </a:lnSpc>
              <a:buNone/>
            </a:pPr>
            <a:endParaRPr lang="en-US" dirty="0"/>
          </a:p>
          <a:p>
            <a:pPr marL="139700" lvl="0" indent="0">
              <a:lnSpc>
                <a:spcPct val="150000"/>
              </a:lnSpc>
              <a:buNone/>
            </a:pPr>
            <a:endParaRPr lang="en-US" dirty="0"/>
          </a:p>
          <a:p>
            <a:pPr>
              <a:buFont typeface="Arial" panose="020B0604020202020204" pitchFamily="34" charset="0"/>
              <a:buChar char="•"/>
            </a:pPr>
            <a:endParaRPr lang="id-ID" dirty="0"/>
          </a:p>
          <a:p>
            <a:pPr lvl="0">
              <a:buFont typeface="Wingdings" panose="05000000000000000000" pitchFamily="2" charset="2"/>
              <a:buChar char="v"/>
            </a:pPr>
            <a:endParaRPr lang="en-US" dirty="0"/>
          </a:p>
          <a:p>
            <a:pPr marL="139700" lvl="0" indent="0">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567810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907755"/>
            <a:ext cx="5386731" cy="3444179"/>
          </a:xfrm>
          <a:prstGeom prst="rect">
            <a:avLst/>
          </a:prstGeom>
        </p:spPr>
        <p:txBody>
          <a:bodyPr spcFirstLastPara="1" wrap="square" lIns="91425" tIns="91425" rIns="91425" bIns="91425" anchor="t" anchorCtr="0">
            <a:noAutofit/>
          </a:bodyPr>
          <a:lstStyle/>
          <a:p>
            <a:pPr marL="139700" lvl="0" indent="0">
              <a:lnSpc>
                <a:spcPct val="150000"/>
              </a:lnSpc>
              <a:buNone/>
            </a:pPr>
            <a:r>
              <a:rPr lang="id-ID" i="1" dirty="0"/>
              <a:t>Masyur</a:t>
            </a:r>
            <a:r>
              <a:rPr lang="id-ID" dirty="0"/>
              <a:t> dapat dibedakan menjadi enam macam yaitu</a:t>
            </a:r>
            <a:r>
              <a:rPr lang="en-US" dirty="0"/>
              <a:t> </a:t>
            </a:r>
            <a:r>
              <a:rPr lang="id-ID" dirty="0"/>
              <a:t>:</a:t>
            </a:r>
            <a:endParaRPr lang="en-US" dirty="0"/>
          </a:p>
          <a:p>
            <a:pPr marL="139700" indent="0">
              <a:lnSpc>
                <a:spcPct val="150000"/>
              </a:lnSpc>
              <a:buNone/>
            </a:pPr>
            <a:r>
              <a:rPr lang="en-US" i="1" dirty="0"/>
              <a:t>1)  </a:t>
            </a:r>
            <a:r>
              <a:rPr lang="id-ID" i="1" dirty="0"/>
              <a:t>Masyur</a:t>
            </a:r>
            <a:r>
              <a:rPr lang="id-ID" dirty="0"/>
              <a:t> di kalangan ahli Hadis,</a:t>
            </a:r>
            <a:r>
              <a:rPr lang="en-US" dirty="0"/>
              <a:t> </a:t>
            </a:r>
          </a:p>
          <a:p>
            <a:pPr marL="139700" indent="0">
              <a:lnSpc>
                <a:spcPct val="150000"/>
              </a:lnSpc>
              <a:buNone/>
            </a:pPr>
            <a:r>
              <a:rPr lang="id-ID" dirty="0"/>
              <a:t>yaitu yang diriwayatkan oleh tiga orang perawi atau lebih.</a:t>
            </a:r>
            <a:r>
              <a:rPr lang="en-US" dirty="0"/>
              <a:t> </a:t>
            </a:r>
            <a:r>
              <a:rPr lang="id-ID" dirty="0"/>
              <a:t>Contohnya adalah hadis yang berasal dari Anas r.a.,</a:t>
            </a:r>
            <a:r>
              <a:rPr lang="en-US" dirty="0"/>
              <a:t> </a:t>
            </a:r>
            <a:r>
              <a:rPr lang="id-ID" dirty="0"/>
              <a:t>dia berkata: </a:t>
            </a:r>
            <a:endParaRPr lang="en-US" dirty="0"/>
          </a:p>
          <a:p>
            <a:pPr marL="139700" indent="0">
              <a:lnSpc>
                <a:spcPct val="150000"/>
              </a:lnSpc>
              <a:buNone/>
            </a:pPr>
            <a:endParaRPr lang="id-ID" dirty="0"/>
          </a:p>
          <a:p>
            <a:pPr marL="139700" indent="0">
              <a:lnSpc>
                <a:spcPct val="150000"/>
              </a:lnSpc>
              <a:buNone/>
            </a:pPr>
            <a:r>
              <a:rPr lang="ar-SA" dirty="0"/>
              <a:t>المسْلِمُ مَنْ سَلِمَ المسْلِمُوْنَ مِنْ لِسَانِهِ وَيَدِهِ , و المهاجِرَ مَنْ هَجَرَ مَا نهَى اللهُ عَنْهُ</a:t>
            </a:r>
            <a:endParaRPr lang="en-US" dirty="0"/>
          </a:p>
          <a:p>
            <a:pPr marL="139700" indent="0">
              <a:lnSpc>
                <a:spcPct val="150000"/>
              </a:lnSpc>
              <a:buNone/>
            </a:pPr>
            <a:endParaRPr lang="id-ID" dirty="0"/>
          </a:p>
          <a:p>
            <a:pPr marL="139700" indent="0">
              <a:lnSpc>
                <a:spcPct val="150000"/>
              </a:lnSpc>
              <a:buNone/>
            </a:pPr>
            <a:r>
              <a:rPr lang="en-US" dirty="0"/>
              <a:t>“</a:t>
            </a:r>
            <a:r>
              <a:rPr lang="id-ID" dirty="0"/>
              <a:t>Bahwasannya Rasulullah </a:t>
            </a:r>
            <a:r>
              <a:rPr lang="id-ID" i="1" dirty="0"/>
              <a:t>shallallaahu ‘alaihi wasallam</a:t>
            </a:r>
            <a:r>
              <a:rPr lang="id-ID" dirty="0"/>
              <a:t> pernah melakukan qunut selama satu bulan setelah berdiri dari ruku’ berdoa untuk (kebinasaan) Ra’l dan Dzakwan</a:t>
            </a:r>
            <a:r>
              <a:rPr lang="en-US" dirty="0"/>
              <a:t>” [HR. Al-Bukhari dan Muslim].</a:t>
            </a:r>
            <a:endParaRPr lang="id-ID" dirty="0"/>
          </a:p>
          <a:p>
            <a:pPr lvl="0">
              <a:lnSpc>
                <a:spcPct val="150000"/>
              </a:lnSpc>
              <a:buFont typeface="Arial" panose="020B0604020202020204" pitchFamily="34" charset="0"/>
              <a:buChar char="•"/>
            </a:pPr>
            <a:endParaRPr lang="id-ID" dirty="0"/>
          </a:p>
          <a:p>
            <a:pPr marL="139700" lvl="0" indent="0">
              <a:lnSpc>
                <a:spcPct val="150000"/>
              </a:lnSpc>
              <a:buNone/>
            </a:pPr>
            <a:endParaRPr lang="en-US" dirty="0"/>
          </a:p>
          <a:p>
            <a:pPr marL="139700" lvl="0" indent="0">
              <a:lnSpc>
                <a:spcPct val="150000"/>
              </a:lnSpc>
              <a:buNone/>
            </a:pPr>
            <a:endParaRPr lang="en-US" dirty="0"/>
          </a:p>
          <a:p>
            <a:pPr marL="139700" lvl="0" indent="0">
              <a:lnSpc>
                <a:spcPct val="150000"/>
              </a:lnSpc>
              <a:buNone/>
            </a:pPr>
            <a:endParaRPr lang="en-US" dirty="0"/>
          </a:p>
          <a:p>
            <a:pPr>
              <a:buFont typeface="Arial" panose="020B0604020202020204" pitchFamily="34" charset="0"/>
              <a:buChar char="•"/>
            </a:pPr>
            <a:endParaRPr lang="id-ID" dirty="0"/>
          </a:p>
          <a:p>
            <a:pPr lvl="0">
              <a:buFont typeface="Wingdings" panose="05000000000000000000" pitchFamily="2" charset="2"/>
              <a:buChar char="v"/>
            </a:pPr>
            <a:endParaRPr lang="en-US" dirty="0"/>
          </a:p>
          <a:p>
            <a:pPr marL="139700" lvl="0" indent="0">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765333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941622"/>
            <a:ext cx="5072123" cy="3444179"/>
          </a:xfrm>
          <a:prstGeom prst="rect">
            <a:avLst/>
          </a:prstGeom>
        </p:spPr>
        <p:txBody>
          <a:bodyPr spcFirstLastPara="1" wrap="square" lIns="91425" tIns="91425" rIns="91425" bIns="91425" anchor="t" anchorCtr="0">
            <a:noAutofit/>
          </a:bodyPr>
          <a:lstStyle/>
          <a:p>
            <a:pPr marL="139700" indent="0">
              <a:lnSpc>
                <a:spcPct val="150000"/>
              </a:lnSpc>
              <a:buNone/>
            </a:pPr>
            <a:r>
              <a:rPr lang="en-US" i="1" dirty="0"/>
              <a:t>2)  </a:t>
            </a:r>
            <a:r>
              <a:rPr lang="id-ID" i="1" dirty="0"/>
              <a:t>Masyhur</a:t>
            </a:r>
            <a:r>
              <a:rPr lang="id-ID" dirty="0"/>
              <a:t> di kalangan ahli hadits dan ulama dan orang awam, misalnya </a:t>
            </a:r>
          </a:p>
          <a:p>
            <a:pPr marL="139700" indent="0">
              <a:lnSpc>
                <a:spcPct val="150000"/>
              </a:lnSpc>
              <a:buNone/>
            </a:pPr>
            <a:endParaRPr lang="id-ID" dirty="0"/>
          </a:p>
          <a:p>
            <a:pPr marL="139700" indent="0">
              <a:lnSpc>
                <a:spcPct val="150000"/>
              </a:lnSpc>
              <a:buNone/>
            </a:pPr>
            <a:r>
              <a:rPr lang="ar-SA" dirty="0"/>
              <a:t>عَنْ أَنَسٍ أَنَّ رَسُولَ اللَّهِ  قَنَتَ شَهْرًا يَدْعُو عَلَى أَحْيَاءٍ مِنْ أَحْيَاءِ الْعَرَبِ ثُمَّ تَرَكَهُ</a:t>
            </a:r>
            <a:endParaRPr lang="en-US" dirty="0"/>
          </a:p>
          <a:p>
            <a:pPr marL="139700" indent="0">
              <a:lnSpc>
                <a:spcPct val="150000"/>
              </a:lnSpc>
              <a:buNone/>
            </a:pPr>
            <a:endParaRPr lang="id-ID" dirty="0"/>
          </a:p>
          <a:p>
            <a:pPr marL="139700" indent="0">
              <a:lnSpc>
                <a:spcPct val="150000"/>
              </a:lnSpc>
              <a:buNone/>
            </a:pPr>
            <a:r>
              <a:rPr lang="en-US" i="1" dirty="0"/>
              <a:t>”</a:t>
            </a:r>
            <a:r>
              <a:rPr lang="id-ID" i="1" dirty="0"/>
              <a:t>Seorang muslim adalah orang yang kaum muslimin selamat dari lisan dan tangannya</a:t>
            </a:r>
            <a:r>
              <a:rPr lang="en-US" i="1" dirty="0"/>
              <a:t>”</a:t>
            </a:r>
            <a:r>
              <a:rPr lang="en-US" dirty="0"/>
              <a:t>  [HR. Al-Bukhari dan Muslim].</a:t>
            </a:r>
            <a:endParaRPr lang="id-ID" dirty="0"/>
          </a:p>
          <a:p>
            <a:pPr lvl="0">
              <a:lnSpc>
                <a:spcPct val="150000"/>
              </a:lnSpc>
              <a:buFont typeface="Arial" panose="020B0604020202020204" pitchFamily="34" charset="0"/>
              <a:buChar char="•"/>
            </a:pPr>
            <a:endParaRPr lang="id-ID" dirty="0"/>
          </a:p>
          <a:p>
            <a:pPr marL="139700" lvl="0" indent="0">
              <a:lnSpc>
                <a:spcPct val="150000"/>
              </a:lnSpc>
              <a:buNone/>
            </a:pPr>
            <a:endParaRPr lang="en-US" dirty="0"/>
          </a:p>
          <a:p>
            <a:pPr marL="139700" lvl="0" indent="0">
              <a:lnSpc>
                <a:spcPct val="150000"/>
              </a:lnSpc>
              <a:buNone/>
            </a:pPr>
            <a:endParaRPr lang="en-US" dirty="0"/>
          </a:p>
          <a:p>
            <a:pPr marL="139700" lvl="0" indent="0">
              <a:lnSpc>
                <a:spcPct val="150000"/>
              </a:lnSpc>
              <a:buNone/>
            </a:pPr>
            <a:endParaRPr lang="en-US" dirty="0"/>
          </a:p>
          <a:p>
            <a:pPr>
              <a:buFont typeface="Arial" panose="020B0604020202020204" pitchFamily="34" charset="0"/>
              <a:buChar char="•"/>
            </a:pPr>
            <a:endParaRPr lang="id-ID" dirty="0"/>
          </a:p>
          <a:p>
            <a:pPr lvl="0">
              <a:buFont typeface="Wingdings" panose="05000000000000000000" pitchFamily="2" charset="2"/>
              <a:buChar char="v"/>
            </a:pPr>
            <a:endParaRPr lang="en-US" dirty="0"/>
          </a:p>
          <a:p>
            <a:pPr marL="139700" lvl="0" indent="0">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75620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marL="139700" indent="0">
              <a:lnSpc>
                <a:spcPct val="150000"/>
              </a:lnSpc>
              <a:buNone/>
            </a:pPr>
            <a:r>
              <a:rPr lang="en-US" i="1" dirty="0"/>
              <a:t>3)  </a:t>
            </a:r>
            <a:r>
              <a:rPr lang="id-ID" i="1" dirty="0"/>
              <a:t>Masyhur</a:t>
            </a:r>
            <a:r>
              <a:rPr lang="en-US" dirty="0"/>
              <a:t> di </a:t>
            </a:r>
            <a:r>
              <a:rPr lang="id-ID" dirty="0"/>
              <a:t>antara</a:t>
            </a:r>
            <a:r>
              <a:rPr lang="en-US" dirty="0"/>
              <a:t> para </a:t>
            </a:r>
            <a:r>
              <a:rPr lang="id-ID" dirty="0"/>
              <a:t>ahli fuqaha</a:t>
            </a:r>
            <a:r>
              <a:rPr lang="en-US" dirty="0"/>
              <a:t>, </a:t>
            </a:r>
          </a:p>
          <a:p>
            <a:pPr marL="139700" indent="0">
              <a:lnSpc>
                <a:spcPct val="150000"/>
              </a:lnSpc>
              <a:buNone/>
            </a:pPr>
            <a:r>
              <a:rPr lang="id-ID" dirty="0"/>
              <a:t>Misalnya</a:t>
            </a:r>
            <a:r>
              <a:rPr lang="en-US" dirty="0"/>
              <a:t> :</a:t>
            </a:r>
          </a:p>
          <a:p>
            <a:pPr marL="139700" indent="0">
              <a:lnSpc>
                <a:spcPct val="150000"/>
              </a:lnSpc>
              <a:buNone/>
            </a:pPr>
            <a:endParaRPr lang="en-US" dirty="0"/>
          </a:p>
          <a:p>
            <a:pPr marL="139700" indent="0">
              <a:lnSpc>
                <a:spcPct val="150000"/>
              </a:lnSpc>
              <a:buNone/>
            </a:pPr>
            <a:r>
              <a:rPr lang="en-US" dirty="0"/>
              <a:t> </a:t>
            </a:r>
            <a:r>
              <a:rPr lang="ar-SA" dirty="0"/>
              <a:t>بغض الحلا ل الئ الله الطلا ق</a:t>
            </a:r>
            <a:endParaRPr lang="en-US" dirty="0"/>
          </a:p>
          <a:p>
            <a:pPr marL="139700" indent="0">
              <a:lnSpc>
                <a:spcPct val="150000"/>
              </a:lnSpc>
              <a:buNone/>
            </a:pPr>
            <a:endParaRPr lang="id-ID" dirty="0"/>
          </a:p>
          <a:p>
            <a:pPr marL="139700" indent="0">
              <a:lnSpc>
                <a:spcPct val="150000"/>
              </a:lnSpc>
              <a:buNone/>
            </a:pPr>
            <a:r>
              <a:rPr lang="en-US" i="1" dirty="0"/>
              <a:t>”</a:t>
            </a:r>
            <a:r>
              <a:rPr lang="id-ID" i="1" dirty="0"/>
              <a:t>Perbuatan</a:t>
            </a:r>
            <a:r>
              <a:rPr lang="en-US" i="1" dirty="0"/>
              <a:t> halal yang paling </a:t>
            </a:r>
            <a:r>
              <a:rPr lang="id-ID" i="1" dirty="0"/>
              <a:t>dibenci</a:t>
            </a:r>
            <a:r>
              <a:rPr lang="en-US" i="1" dirty="0"/>
              <a:t> oleh Allah </a:t>
            </a:r>
            <a:r>
              <a:rPr lang="id-ID" i="1" dirty="0"/>
              <a:t>adalah</a:t>
            </a:r>
            <a:r>
              <a:rPr lang="en-US" i="1" dirty="0"/>
              <a:t> talaq”</a:t>
            </a:r>
            <a:r>
              <a:rPr lang="en-US" dirty="0"/>
              <a:t> [HR. Al-Hakim; </a:t>
            </a:r>
            <a:r>
              <a:rPr lang="id-ID" dirty="0"/>
              <a:t>namun hadits ini adalah </a:t>
            </a:r>
            <a:r>
              <a:rPr lang="id-ID" i="1" dirty="0"/>
              <a:t>dla’if</a:t>
            </a:r>
            <a:r>
              <a:rPr lang="en-US" dirty="0"/>
              <a:t>].</a:t>
            </a:r>
            <a:endParaRPr lang="id-ID" dirty="0"/>
          </a:p>
          <a:p>
            <a:pPr lvl="0">
              <a:lnSpc>
                <a:spcPct val="150000"/>
              </a:lnSpc>
              <a:buFont typeface="Arial" panose="020B0604020202020204" pitchFamily="34" charset="0"/>
              <a:buChar char="•"/>
            </a:pPr>
            <a:endParaRPr lang="id-ID" dirty="0"/>
          </a:p>
          <a:p>
            <a:pPr marL="139700" lvl="0" indent="0">
              <a:lnSpc>
                <a:spcPct val="150000"/>
              </a:lnSpc>
              <a:buNone/>
            </a:pPr>
            <a:endParaRPr lang="en-US" dirty="0"/>
          </a:p>
          <a:p>
            <a:pPr marL="139700" lvl="0" indent="0">
              <a:lnSpc>
                <a:spcPct val="150000"/>
              </a:lnSpc>
              <a:buNone/>
            </a:pPr>
            <a:endParaRPr lang="en-US" dirty="0"/>
          </a:p>
          <a:p>
            <a:pPr marL="139700" lvl="0" indent="0">
              <a:lnSpc>
                <a:spcPct val="150000"/>
              </a:lnSpc>
              <a:buNone/>
            </a:pPr>
            <a:endParaRPr lang="en-US" dirty="0"/>
          </a:p>
          <a:p>
            <a:pPr>
              <a:buFont typeface="Arial" panose="020B0604020202020204" pitchFamily="34" charset="0"/>
              <a:buChar char="•"/>
            </a:pPr>
            <a:endParaRPr lang="id-ID" dirty="0"/>
          </a:p>
          <a:p>
            <a:pPr lvl="0">
              <a:buFont typeface="Wingdings" panose="05000000000000000000" pitchFamily="2" charset="2"/>
              <a:buChar char="v"/>
            </a:pPr>
            <a:endParaRPr lang="en-US" dirty="0"/>
          </a:p>
          <a:p>
            <a:pPr marL="139700" lvl="0" indent="0">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961158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marL="139700" indent="0">
              <a:lnSpc>
                <a:spcPct val="150000"/>
              </a:lnSpc>
              <a:buNone/>
            </a:pPr>
            <a:r>
              <a:rPr lang="en-US" i="1" dirty="0"/>
              <a:t>4)  </a:t>
            </a:r>
            <a:r>
              <a:rPr lang="id-ID" i="1" dirty="0"/>
              <a:t>Masyhur</a:t>
            </a:r>
            <a:r>
              <a:rPr lang="id-ID" dirty="0"/>
              <a:t> di antara ulama ushul fiqh, </a:t>
            </a:r>
          </a:p>
          <a:p>
            <a:pPr marL="139700" indent="0">
              <a:lnSpc>
                <a:spcPct val="150000"/>
              </a:lnSpc>
              <a:buNone/>
            </a:pPr>
            <a:r>
              <a:rPr lang="id-ID" dirty="0"/>
              <a:t>misalnya </a:t>
            </a:r>
            <a:r>
              <a:rPr lang="en-US" dirty="0"/>
              <a:t>:</a:t>
            </a:r>
            <a:endParaRPr lang="id-ID" dirty="0"/>
          </a:p>
          <a:p>
            <a:pPr marL="139700" indent="0">
              <a:lnSpc>
                <a:spcPct val="150000"/>
              </a:lnSpc>
              <a:buNone/>
            </a:pPr>
            <a:r>
              <a:rPr lang="id-ID" dirty="0"/>
              <a:t> </a:t>
            </a:r>
          </a:p>
          <a:p>
            <a:pPr marL="139700" indent="0">
              <a:lnSpc>
                <a:spcPct val="150000"/>
              </a:lnSpc>
              <a:buNone/>
            </a:pPr>
            <a:r>
              <a:rPr lang="ar-SA" dirty="0"/>
              <a:t>عَنِ ابْنِ عَبَّاس رَضِيَ اللهُ عَنْهُمَا : أَنَّ رَسُوْلَ اللهِ صَلَّى الله عليه وسلم قَالَ : إِنَّ اللهَ تَجَاوَزَ لِيْ عَنْ أُمَّتِي : الْخَطَأُ وَالنِّسْيَانُ وَمَا اسْتُكْرِهُوا عَلَيْهِ [حديث حسن رواه ابن ماجة والبيهقي وغيرهما]</a:t>
            </a:r>
            <a:endParaRPr lang="en-US" dirty="0"/>
          </a:p>
          <a:p>
            <a:pPr marL="139700" indent="0">
              <a:lnSpc>
                <a:spcPct val="150000"/>
              </a:lnSpc>
              <a:buNone/>
            </a:pPr>
            <a:endParaRPr lang="id-ID" dirty="0"/>
          </a:p>
          <a:p>
            <a:pPr marL="139700" indent="0">
              <a:lnSpc>
                <a:spcPct val="150000"/>
              </a:lnSpc>
              <a:buNone/>
            </a:pPr>
            <a:r>
              <a:rPr lang="en-US" i="1" dirty="0"/>
              <a:t>”</a:t>
            </a:r>
            <a:r>
              <a:rPr lang="id-ID" i="1" dirty="0"/>
              <a:t>Telah dibebaskan dari umatku kesalahan dan kelupaan…..”</a:t>
            </a:r>
            <a:r>
              <a:rPr lang="id-ID" dirty="0"/>
              <a:t>  [HR. Al-Hakim dan Ibnu Hibban].</a:t>
            </a:r>
          </a:p>
          <a:p>
            <a:pPr lvl="0">
              <a:lnSpc>
                <a:spcPct val="150000"/>
              </a:lnSpc>
              <a:buFont typeface="Arial" panose="020B0604020202020204" pitchFamily="34" charset="0"/>
              <a:buChar char="•"/>
            </a:pPr>
            <a:endParaRPr lang="id-ID" dirty="0"/>
          </a:p>
          <a:p>
            <a:pPr marL="139700" lvl="0" indent="0">
              <a:lnSpc>
                <a:spcPct val="150000"/>
              </a:lnSpc>
              <a:buNone/>
            </a:pPr>
            <a:endParaRPr lang="en-US" dirty="0"/>
          </a:p>
          <a:p>
            <a:pPr marL="139700" lvl="0" indent="0">
              <a:lnSpc>
                <a:spcPct val="150000"/>
              </a:lnSpc>
              <a:buNone/>
            </a:pPr>
            <a:endParaRPr lang="en-US" dirty="0"/>
          </a:p>
          <a:p>
            <a:pPr marL="139700" lvl="0" indent="0">
              <a:lnSpc>
                <a:spcPct val="150000"/>
              </a:lnSpc>
              <a:buNone/>
            </a:pPr>
            <a:endParaRPr lang="en-US" dirty="0"/>
          </a:p>
          <a:p>
            <a:pPr>
              <a:lnSpc>
                <a:spcPct val="150000"/>
              </a:lnSpc>
              <a:buFont typeface="Arial" panose="020B0604020202020204" pitchFamily="34" charset="0"/>
              <a:buChar char="•"/>
            </a:pPr>
            <a:endParaRPr lang="id-ID" dirty="0"/>
          </a:p>
          <a:p>
            <a:pPr lvl="0">
              <a:lnSpc>
                <a:spcPct val="150000"/>
              </a:lnSpc>
              <a:buFont typeface="Wingdings" panose="05000000000000000000" pitchFamily="2" charset="2"/>
              <a:buChar char="v"/>
            </a:pPr>
            <a:endParaRPr lang="en-US" dirty="0"/>
          </a:p>
          <a:p>
            <a:pPr marL="139700" lvl="0" indent="0">
              <a:lnSpc>
                <a:spcPct val="150000"/>
              </a:lnSpc>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22589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marL="139700" indent="0">
              <a:lnSpc>
                <a:spcPct val="150000"/>
              </a:lnSpc>
              <a:buNone/>
            </a:pPr>
            <a:r>
              <a:rPr lang="en-US" i="1" dirty="0"/>
              <a:t>5)  </a:t>
            </a:r>
            <a:r>
              <a:rPr lang="id-ID" i="1" dirty="0"/>
              <a:t>Masyhur</a:t>
            </a:r>
            <a:r>
              <a:rPr lang="id-ID" dirty="0"/>
              <a:t> di kalangan masyarakat umum, </a:t>
            </a:r>
          </a:p>
          <a:p>
            <a:pPr marL="139700" indent="0">
              <a:lnSpc>
                <a:spcPct val="150000"/>
              </a:lnSpc>
              <a:buNone/>
            </a:pPr>
            <a:r>
              <a:rPr lang="id-ID" dirty="0"/>
              <a:t>misalnya : </a:t>
            </a:r>
          </a:p>
          <a:p>
            <a:pPr marL="139700" indent="0">
              <a:lnSpc>
                <a:spcPct val="150000"/>
              </a:lnSpc>
              <a:buNone/>
            </a:pPr>
            <a:endParaRPr lang="id-ID" dirty="0"/>
          </a:p>
          <a:p>
            <a:pPr marL="139700" indent="0">
              <a:lnSpc>
                <a:spcPct val="150000"/>
              </a:lnSpc>
              <a:buNone/>
            </a:pPr>
            <a:r>
              <a:rPr lang="id-ID" i="1" dirty="0"/>
              <a:t>”Tergesa-gesa adalah bagian dari perbuatan syaithan”</a:t>
            </a:r>
          </a:p>
          <a:p>
            <a:pPr marL="139700" indent="0">
              <a:lnSpc>
                <a:spcPct val="150000"/>
              </a:lnSpc>
              <a:buNone/>
            </a:pPr>
            <a:r>
              <a:rPr lang="id-ID" dirty="0"/>
              <a:t> [HR. At-Tirmidzi dengan sanad hasan].</a:t>
            </a:r>
          </a:p>
          <a:p>
            <a:pPr>
              <a:lnSpc>
                <a:spcPct val="150000"/>
              </a:lnSpc>
            </a:pPr>
            <a:endParaRPr lang="en-US" dirty="0"/>
          </a:p>
          <a:p>
            <a:pPr marL="139700" lvl="0" indent="0">
              <a:lnSpc>
                <a:spcPct val="150000"/>
              </a:lnSpc>
              <a:buNone/>
            </a:pPr>
            <a:r>
              <a:rPr lang="en-US" dirty="0"/>
              <a:t>6)  </a:t>
            </a:r>
            <a:r>
              <a:rPr lang="id-ID" dirty="0"/>
              <a:t>Masyhur di kalangan ahli Nahwu,</a:t>
            </a:r>
            <a:endParaRPr lang="en-US" dirty="0"/>
          </a:p>
          <a:p>
            <a:pPr marL="139700" lvl="0" indent="0">
              <a:lnSpc>
                <a:spcPct val="150000"/>
              </a:lnSpc>
              <a:buNone/>
            </a:pPr>
            <a:r>
              <a:rPr lang="id-ID" dirty="0"/>
              <a:t>misalnya: </a:t>
            </a:r>
            <a:endParaRPr lang="en-US" dirty="0"/>
          </a:p>
          <a:p>
            <a:pPr marL="139700" lvl="0" indent="0">
              <a:lnSpc>
                <a:spcPct val="150000"/>
              </a:lnSpc>
              <a:buNone/>
            </a:pPr>
            <a:r>
              <a:rPr lang="id-ID" dirty="0"/>
              <a:t>“Sebaik-baiknya hamba adalah Shuhaib”</a:t>
            </a:r>
          </a:p>
          <a:p>
            <a:pPr marL="139700" lvl="0" indent="0">
              <a:lnSpc>
                <a:spcPct val="150000"/>
              </a:lnSpc>
              <a:buNone/>
            </a:pPr>
            <a:endParaRPr lang="en-US" dirty="0"/>
          </a:p>
          <a:p>
            <a:pPr marL="139700" lvl="0" indent="0">
              <a:lnSpc>
                <a:spcPct val="150000"/>
              </a:lnSpc>
              <a:buNone/>
            </a:pPr>
            <a:endParaRPr lang="en-US" dirty="0"/>
          </a:p>
          <a:p>
            <a:pPr marL="139700" lvl="0" indent="0">
              <a:lnSpc>
                <a:spcPct val="150000"/>
              </a:lnSpc>
              <a:buNone/>
            </a:pPr>
            <a:endParaRPr lang="en-US" dirty="0"/>
          </a:p>
          <a:p>
            <a:pPr>
              <a:lnSpc>
                <a:spcPct val="150000"/>
              </a:lnSpc>
              <a:buFont typeface="Arial" panose="020B0604020202020204" pitchFamily="34" charset="0"/>
              <a:buChar char="•"/>
            </a:pPr>
            <a:endParaRPr lang="id-ID" dirty="0"/>
          </a:p>
          <a:p>
            <a:pPr lvl="0">
              <a:lnSpc>
                <a:spcPct val="150000"/>
              </a:lnSpc>
              <a:buFont typeface="Wingdings" panose="05000000000000000000" pitchFamily="2" charset="2"/>
              <a:buChar char="v"/>
            </a:pPr>
            <a:endParaRPr lang="en-US" dirty="0"/>
          </a:p>
          <a:p>
            <a:pPr marL="139700" lvl="0" indent="0">
              <a:lnSpc>
                <a:spcPct val="150000"/>
              </a:lnSpc>
              <a:buNone/>
            </a:pPr>
            <a:endParaRPr lang="en-US" dirty="0"/>
          </a:p>
          <a:p>
            <a:pPr>
              <a:lnSpc>
                <a:spcPct val="150000"/>
              </a:lnSpc>
            </a:pPr>
            <a:endParaRPr lang="id-ID" dirty="0"/>
          </a:p>
          <a:p>
            <a:pPr marL="139700" lvl="0" indent="0">
              <a:lnSpc>
                <a:spcPct val="150000"/>
              </a:lnSpc>
              <a:buNone/>
            </a:pPr>
            <a:endParaRPr lang="en-US" dirty="0"/>
          </a:p>
          <a:p>
            <a:pPr marL="139700" lvl="0" indent="0">
              <a:lnSpc>
                <a:spcPct val="150000"/>
              </a:lnSpc>
              <a:buNone/>
            </a:pPr>
            <a:endParaRPr lang="en-US" dirty="0"/>
          </a:p>
          <a:p>
            <a:pPr marL="139700" lvl="0" indent="0">
              <a:lnSpc>
                <a:spcPct val="150000"/>
              </a:lnSpc>
              <a:buNone/>
            </a:pPr>
            <a:endParaRPr lang="en-US" dirty="0"/>
          </a:p>
          <a:p>
            <a:pPr>
              <a:lnSpc>
                <a:spcPct val="150000"/>
              </a:lnSpc>
              <a:buFont typeface="Arial" panose="020B0604020202020204" pitchFamily="34" charset="0"/>
              <a:buChar char="•"/>
            </a:pPr>
            <a:endParaRPr lang="id-ID" dirty="0"/>
          </a:p>
          <a:p>
            <a:pPr lvl="0">
              <a:lnSpc>
                <a:spcPct val="150000"/>
              </a:lnSpc>
              <a:buFont typeface="Wingdings" panose="05000000000000000000" pitchFamily="2" charset="2"/>
              <a:buChar char="v"/>
            </a:pPr>
            <a:endParaRPr lang="en-US" dirty="0"/>
          </a:p>
          <a:p>
            <a:pPr marL="139700" lvl="0" indent="0">
              <a:lnSpc>
                <a:spcPct val="150000"/>
              </a:lnSpc>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42217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
            </a:pPr>
            <a:r>
              <a:rPr lang="id-ID" dirty="0"/>
              <a:t>Hadits</a:t>
            </a:r>
            <a:r>
              <a:rPr lang="en-US" dirty="0"/>
              <a:t> Aziz</a:t>
            </a:r>
          </a:p>
          <a:p>
            <a:pPr marL="463550" lvl="0" indent="0">
              <a:lnSpc>
                <a:spcPct val="150000"/>
              </a:lnSpc>
              <a:buNone/>
            </a:pPr>
            <a:r>
              <a:rPr lang="id-ID" dirty="0"/>
              <a:t>Secara bahasa: adalah sifat musyabbahah (sifat yang dibentuk dari Masdar Tsulati Lazim, sebagai penunjukan suatu makna yang menetap pada yang disifati secara tetap), dari kata (عَزَّ يَعِزُّ) dengan harokat kasrah yang bermakna sedikit dan jarang, atau berasal dari (عَزَّ يَعَزُّ) dengan harokat fathah yang bermakna kuat dan menjadi kuat. Dinamakan demikian mungkin karena hadits tersebut sedikit ataupun jarang, dan mungkin karena kuatnya hadits tersebut karena datang dari jalan yang lainnya</a:t>
            </a:r>
            <a:r>
              <a:rPr lang="en-US" dirty="0"/>
              <a:t>.</a:t>
            </a:r>
            <a:endParaRPr lang="id-ID" dirty="0"/>
          </a:p>
          <a:p>
            <a:pPr lvl="0">
              <a:lnSpc>
                <a:spcPct val="150000"/>
              </a:lnSpc>
              <a:buFont typeface="Wingdings" panose="05000000000000000000" pitchFamily="2" charset="2"/>
              <a:buChar char="v"/>
            </a:pPr>
            <a:endParaRPr lang="en-US" dirty="0"/>
          </a:p>
          <a:p>
            <a:pPr marL="139700" lvl="0" indent="0">
              <a:lnSpc>
                <a:spcPct val="150000"/>
              </a:lnSpc>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91010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3211230" y="896466"/>
            <a:ext cx="4827940" cy="3444179"/>
          </a:xfrm>
          <a:prstGeom prst="rect">
            <a:avLst/>
          </a:prstGeom>
        </p:spPr>
        <p:txBody>
          <a:bodyPr spcFirstLastPara="1" wrap="square" lIns="91425" tIns="91425" rIns="91425" bIns="91425" anchor="t" anchorCtr="0">
            <a:noAutofit/>
          </a:bodyPr>
          <a:lstStyle/>
          <a:p>
            <a:pPr marL="139700" indent="0">
              <a:lnSpc>
                <a:spcPct val="150000"/>
              </a:lnSpc>
              <a:buNone/>
            </a:pPr>
            <a:r>
              <a:rPr lang="id-ID" dirty="0"/>
              <a:t>Secara istilah: adalah hadits yang diriwayatkan oleh tidak kurang dari dua orang dalam seluruh tingkatan sanad</a:t>
            </a:r>
            <a:r>
              <a:rPr lang="en-US" dirty="0"/>
              <a:t>.</a:t>
            </a:r>
            <a:endParaRPr lang="id-ID" dirty="0"/>
          </a:p>
          <a:p>
            <a:pPr marL="139700" indent="0">
              <a:lnSpc>
                <a:spcPct val="150000"/>
              </a:lnSpc>
              <a:buNone/>
            </a:pPr>
            <a:r>
              <a:rPr lang="id-ID" dirty="0"/>
              <a:t>Contoh hadis Aziz:</a:t>
            </a:r>
          </a:p>
          <a:p>
            <a:pPr marL="139700" indent="0">
              <a:lnSpc>
                <a:spcPct val="150000"/>
              </a:lnSpc>
              <a:buNone/>
            </a:pPr>
            <a:r>
              <a:rPr lang="id-ID" dirty="0"/>
              <a:t>Hadits yang diriwayatkan oleh Bukhari dan Muslim dari Anas dan riwayat Bukhari dari Abu Hurairah bahwasanya Rasulullah shallallahu ‘alaihi wasallam bersabda</a:t>
            </a:r>
            <a:r>
              <a:rPr lang="en-US" dirty="0"/>
              <a:t>:</a:t>
            </a:r>
            <a:endParaRPr lang="id-ID" dirty="0"/>
          </a:p>
          <a:p>
            <a:pPr marL="139700" indent="0">
              <a:lnSpc>
                <a:spcPct val="150000"/>
              </a:lnSpc>
              <a:buNone/>
            </a:pPr>
            <a:r>
              <a:rPr lang="en-US" dirty="0"/>
              <a:t> </a:t>
            </a:r>
            <a:endParaRPr lang="id-ID" dirty="0"/>
          </a:p>
          <a:p>
            <a:pPr marL="139700" indent="0">
              <a:lnSpc>
                <a:spcPct val="150000"/>
              </a:lnSpc>
              <a:buNone/>
            </a:pPr>
            <a:r>
              <a:rPr lang="ar-SA" b="1" dirty="0"/>
              <a:t>لاَ يُؤْمِنُ أَحَدُكُمْ، حَتَّى أَكُونَ أَحَبَّ إِلَيْهِ مِنْ وَالِدِهِ وَوَلَدِهِ وَالنَّاسِ أَجْمَعِينَ</a:t>
            </a:r>
            <a:endParaRPr lang="id-ID" dirty="0"/>
          </a:p>
          <a:p>
            <a:pPr marL="139700" indent="0">
              <a:lnSpc>
                <a:spcPct val="150000"/>
              </a:lnSpc>
              <a:buNone/>
            </a:pPr>
            <a:r>
              <a:rPr lang="en-US" dirty="0"/>
              <a:t> </a:t>
            </a:r>
            <a:endParaRPr lang="id-ID" dirty="0"/>
          </a:p>
          <a:p>
            <a:pPr marL="139700" lvl="0" indent="0">
              <a:lnSpc>
                <a:spcPct val="150000"/>
              </a:lnSpc>
              <a:buNone/>
            </a:pPr>
            <a:endParaRPr lang="en-US" dirty="0"/>
          </a:p>
          <a:p>
            <a:pPr marL="139700" lvl="0" indent="0">
              <a:lnSpc>
                <a:spcPct val="150000"/>
              </a:lnSpc>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301582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3352800" y="1415757"/>
            <a:ext cx="4686370" cy="3444179"/>
          </a:xfrm>
          <a:prstGeom prst="rect">
            <a:avLst/>
          </a:prstGeom>
        </p:spPr>
        <p:txBody>
          <a:bodyPr spcFirstLastPara="1" wrap="square" lIns="91425" tIns="91425" rIns="91425" bIns="91425" anchor="t" anchorCtr="0">
            <a:noAutofit/>
          </a:bodyPr>
          <a:lstStyle/>
          <a:p>
            <a:pPr marL="139700" indent="0">
              <a:lnSpc>
                <a:spcPct val="150000"/>
              </a:lnSpc>
              <a:buNone/>
            </a:pPr>
            <a:r>
              <a:rPr lang="en-US" dirty="0"/>
              <a:t>“ </a:t>
            </a:r>
            <a:r>
              <a:rPr lang="id-ID" dirty="0"/>
              <a:t>Tidak beriman salah seorang di antara kalian hingga aku lebih ia cintainya daripada bapaknya, anaknya, dan manusia seluruhnya.” (HR. Bukhari, Muslim, At-Thabrani, dan Ahmad dari empat orang sahabat</a:t>
            </a:r>
            <a:r>
              <a:rPr lang="en-US" dirty="0"/>
              <a:t>).</a:t>
            </a:r>
            <a:endParaRPr lang="id-ID" dirty="0"/>
          </a:p>
          <a:p>
            <a:pPr marL="139700" lvl="0" indent="0">
              <a:lnSpc>
                <a:spcPct val="150000"/>
              </a:lnSpc>
              <a:buNone/>
            </a:pPr>
            <a:endParaRPr lang="en-US" dirty="0"/>
          </a:p>
          <a:p>
            <a:pPr marL="139700" lvl="0" indent="0">
              <a:lnSpc>
                <a:spcPct val="150000"/>
              </a:lnSpc>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02727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3211230" y="896466"/>
            <a:ext cx="4827940" cy="3444179"/>
          </a:xfrm>
          <a:prstGeom prst="rect">
            <a:avLst/>
          </a:prstGeom>
        </p:spPr>
        <p:txBody>
          <a:bodyPr spcFirstLastPara="1" wrap="square" lIns="91425" tIns="91425" rIns="91425" bIns="91425" anchor="t" anchorCtr="0">
            <a:noAutofit/>
          </a:bodyPr>
          <a:lstStyle/>
          <a:p>
            <a:pPr marL="139700" indent="0">
              <a:lnSpc>
                <a:spcPct val="150000"/>
              </a:lnSpc>
              <a:buNone/>
            </a:pPr>
            <a:r>
              <a:rPr lang="en-US" dirty="0"/>
              <a:t>“ </a:t>
            </a:r>
            <a:r>
              <a:rPr lang="id-ID" dirty="0"/>
              <a:t>Tidak beriman salah seorang di antara kalian hingga aku lebih ia cintainya daripada bapaknya, anaknya, dan manusia seluruhnya.” (HR. Bukhari, Muslim, At-Thabrani, dan Ahmad dari empat orang sahabat).</a:t>
            </a:r>
          </a:p>
          <a:p>
            <a:pPr marL="139700" indent="0">
              <a:lnSpc>
                <a:spcPct val="150000"/>
              </a:lnSpc>
              <a:buNone/>
            </a:pPr>
            <a:endParaRPr lang="id-ID" dirty="0"/>
          </a:p>
          <a:p>
            <a:pPr marL="139700" indent="0">
              <a:lnSpc>
                <a:spcPct val="150000"/>
              </a:lnSpc>
              <a:buNone/>
            </a:pPr>
            <a:r>
              <a:rPr lang="id-ID" dirty="0"/>
              <a:t>Hadits ini diriwayatkan dari Anas oleh Qatadah dan ‘Abdul Aziz bin Shuhaib. Diriwayatkan dari Qatadah oleh Syu’bah dan Sa’id. Diriwayatkan dari ‘Abdul Aziz bin Shuhaib oleh Isma’il bin ‘Ulliyah dan ‘Abdul Warits dan diriwayatkan dari keduanya oleh banyak orang</a:t>
            </a:r>
            <a:r>
              <a:rPr lang="en-US" dirty="0"/>
              <a:t>.</a:t>
            </a:r>
            <a:endParaRPr lang="id-ID" dirty="0"/>
          </a:p>
          <a:p>
            <a:pPr marL="139700" lvl="0" indent="0">
              <a:lnSpc>
                <a:spcPct val="150000"/>
              </a:lnSpc>
              <a:buNone/>
            </a:pPr>
            <a:endParaRPr lang="en-US" dirty="0"/>
          </a:p>
          <a:p>
            <a:pPr marL="139700" lvl="0" indent="0">
              <a:lnSpc>
                <a:spcPct val="150000"/>
              </a:lnSpc>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392383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lvl="0">
              <a:lnSpc>
                <a:spcPct val="150000"/>
              </a:lnSpc>
              <a:buFont typeface="Wingdings" panose="05000000000000000000" pitchFamily="2" charset="2"/>
              <a:buChar char="§"/>
            </a:pPr>
            <a:r>
              <a:rPr lang="id-ID" dirty="0"/>
              <a:t>Hadits</a:t>
            </a:r>
            <a:r>
              <a:rPr lang="en-US" dirty="0"/>
              <a:t> Gharib</a:t>
            </a:r>
          </a:p>
          <a:p>
            <a:pPr marL="139700" indent="0">
              <a:lnSpc>
                <a:spcPct val="150000"/>
              </a:lnSpc>
              <a:buNone/>
            </a:pPr>
            <a:r>
              <a:rPr lang="id-ID" dirty="0"/>
              <a:t>Menurut bahasa,kata </a:t>
            </a:r>
            <a:r>
              <a:rPr lang="id-ID" i="1" dirty="0"/>
              <a:t>gharib</a:t>
            </a:r>
            <a:r>
              <a:rPr lang="id-ID" dirty="0"/>
              <a:t> adalah </a:t>
            </a:r>
            <a:r>
              <a:rPr lang="id-ID" i="1" dirty="0"/>
              <a:t>shifat musyabbat </a:t>
            </a:r>
            <a:r>
              <a:rPr lang="id-ID" dirty="0"/>
              <a:t>yang berarti </a:t>
            </a:r>
            <a:r>
              <a:rPr lang="id-ID" i="1" dirty="0"/>
              <a:t>al-munfarid</a:t>
            </a:r>
            <a:r>
              <a:rPr lang="id-ID" dirty="0"/>
              <a:t> atau </a:t>
            </a:r>
            <a:r>
              <a:rPr lang="id-ID" i="1" dirty="0"/>
              <a:t>al-ba’id’an aqaribihi</a:t>
            </a:r>
            <a:r>
              <a:rPr lang="id-ID" dirty="0"/>
              <a:t>, yaitu yang menyendiri atau jauh dari kerabatnya.</a:t>
            </a:r>
          </a:p>
          <a:p>
            <a:pPr marL="139700" indent="0">
              <a:lnSpc>
                <a:spcPct val="150000"/>
              </a:lnSpc>
              <a:buNone/>
            </a:pPr>
            <a:r>
              <a:rPr lang="id-ID" dirty="0"/>
              <a:t>Menurut istilah Ilmu Hadis yaitu hadis yang menyadari seorang perawi dalam</a:t>
            </a:r>
            <a:r>
              <a:rPr lang="en-US" dirty="0"/>
              <a:t> </a:t>
            </a:r>
            <a:r>
              <a:rPr lang="id-ID" dirty="0"/>
              <a:t>periwayatannya.</a:t>
            </a:r>
            <a:r>
              <a:rPr lang="en-US" dirty="0"/>
              <a:t> </a:t>
            </a:r>
            <a:r>
              <a:rPr lang="id-ID" dirty="0"/>
              <a:t>Hadis ini terbagi atas dua yaitu:</a:t>
            </a:r>
            <a:endParaRPr lang="en-US" dirty="0"/>
          </a:p>
          <a:p>
            <a:pPr>
              <a:lnSpc>
                <a:spcPct val="150000"/>
              </a:lnSpc>
              <a:buFont typeface="Arial" panose="020B0604020202020204" pitchFamily="34" charset="0"/>
              <a:buChar char="•"/>
            </a:pPr>
            <a:r>
              <a:rPr lang="id-ID" dirty="0"/>
              <a:t>Gharib Muthlaq, yaitu hadits yang ke-gharib-an sanadnya terdapat pada pangkal sanad (yakni sahabat), atau hadits yang menyendiri dengan periwayatan satu orang perawi saja di ujung sanad.</a:t>
            </a:r>
          </a:p>
          <a:p>
            <a:pPr marL="139700" indent="0">
              <a:lnSpc>
                <a:spcPct val="150000"/>
              </a:lnSpc>
              <a:buNone/>
            </a:pPr>
            <a:endParaRPr lang="id-ID" dirty="0"/>
          </a:p>
          <a:p>
            <a:pPr marL="139700" lvl="0" indent="0">
              <a:lnSpc>
                <a:spcPct val="150000"/>
              </a:lnSpc>
              <a:buNone/>
            </a:pPr>
            <a:endParaRPr lang="en-US" dirty="0"/>
          </a:p>
          <a:p>
            <a:pPr marL="139700" lvl="0" indent="0">
              <a:lnSpc>
                <a:spcPct val="150000"/>
              </a:lnSpc>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25462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990595"/>
            <a:ext cx="5072123" cy="3444179"/>
          </a:xfrm>
          <a:prstGeom prst="rect">
            <a:avLst/>
          </a:prstGeom>
        </p:spPr>
        <p:txBody>
          <a:bodyPr spcFirstLastPara="1" wrap="square" lIns="91425" tIns="91425" rIns="91425" bIns="91425" anchor="t" anchorCtr="0">
            <a:noAutofit/>
          </a:bodyPr>
          <a:lstStyle/>
          <a:p>
            <a:pPr marL="139700" indent="0">
              <a:lnSpc>
                <a:spcPct val="150000"/>
              </a:lnSpc>
              <a:buNone/>
            </a:pPr>
            <a:r>
              <a:rPr lang="id-ID" dirty="0"/>
              <a:t>Contohnya :</a:t>
            </a:r>
            <a:endParaRPr lang="en-US" dirty="0"/>
          </a:p>
          <a:p>
            <a:pPr marL="139700" indent="0">
              <a:lnSpc>
                <a:spcPct val="150000"/>
              </a:lnSpc>
              <a:buNone/>
            </a:pPr>
            <a:r>
              <a:rPr lang="id-ID" dirty="0"/>
              <a:t>Contohnya adalah hadits tentang niat (Innamal a’malu bi an-Niyyat). Pada tingkat sahabat hanya seorang perawi saja, yakni Umar bin Khattab, namun setelah itu mulai tersebar dan menjamur perawi yang meriwayatkan hadits tersebut. Umar bin Khattab disini adalah sebagai tharfu sanad/aslu sanad, ujung sanad.</a:t>
            </a:r>
          </a:p>
          <a:p>
            <a:pPr marL="139700" lvl="0" indent="0">
              <a:lnSpc>
                <a:spcPct val="150000"/>
              </a:lnSpc>
              <a:buNone/>
            </a:pPr>
            <a:endParaRPr lang="en-US" dirty="0"/>
          </a:p>
          <a:p>
            <a:pPr marL="139700" lvl="0" indent="0">
              <a:lnSpc>
                <a:spcPct val="150000"/>
              </a:lnSpc>
              <a:buNone/>
            </a:pPr>
            <a:endParaRPr lang="en-US" dirty="0"/>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9922402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81"/>
        <p:cNvGrpSpPr/>
        <p:nvPr/>
      </p:nvGrpSpPr>
      <p:grpSpPr>
        <a:xfrm>
          <a:off x="0" y="0"/>
          <a:ext cx="0" cy="0"/>
          <a:chOff x="0" y="0"/>
          <a:chExt cx="0" cy="0"/>
        </a:xfrm>
      </p:grpSpPr>
      <p:sp>
        <p:nvSpPr>
          <p:cNvPr id="1883" name="Google Shape;1883;p48"/>
          <p:cNvSpPr/>
          <p:nvPr/>
        </p:nvSpPr>
        <p:spPr>
          <a:xfrm>
            <a:off x="587364" y="4"/>
            <a:ext cx="4272192" cy="5143520"/>
          </a:xfrm>
          <a:custGeom>
            <a:avLst/>
            <a:gdLst/>
            <a:ahLst/>
            <a:cxnLst/>
            <a:rect l="l" t="t" r="r" b="b"/>
            <a:pathLst>
              <a:path w="133506" h="160735" extrusionOk="0">
                <a:moveTo>
                  <a:pt x="66759" y="9240"/>
                </a:moveTo>
                <a:cubicBezTo>
                  <a:pt x="67474" y="10169"/>
                  <a:pt x="69200" y="11740"/>
                  <a:pt x="72951" y="12800"/>
                </a:cubicBezTo>
                <a:cubicBezTo>
                  <a:pt x="79320" y="14586"/>
                  <a:pt x="86107" y="17991"/>
                  <a:pt x="86107" y="22194"/>
                </a:cubicBezTo>
                <a:lnTo>
                  <a:pt x="86107" y="22611"/>
                </a:lnTo>
                <a:lnTo>
                  <a:pt x="86643" y="22563"/>
                </a:lnTo>
                <a:cubicBezTo>
                  <a:pt x="86643" y="22563"/>
                  <a:pt x="87048" y="22527"/>
                  <a:pt x="87679" y="22527"/>
                </a:cubicBezTo>
                <a:cubicBezTo>
                  <a:pt x="89357" y="22527"/>
                  <a:pt x="92620" y="22742"/>
                  <a:pt x="95453" y="24123"/>
                </a:cubicBezTo>
                <a:cubicBezTo>
                  <a:pt x="98954" y="25837"/>
                  <a:pt x="100740" y="28802"/>
                  <a:pt x="100740" y="32921"/>
                </a:cubicBezTo>
                <a:lnTo>
                  <a:pt x="100740" y="33302"/>
                </a:lnTo>
                <a:lnTo>
                  <a:pt x="101252" y="33290"/>
                </a:lnTo>
                <a:lnTo>
                  <a:pt x="101311" y="33290"/>
                </a:lnTo>
                <a:cubicBezTo>
                  <a:pt x="102204" y="33290"/>
                  <a:pt x="110003" y="33517"/>
                  <a:pt x="110003" y="41125"/>
                </a:cubicBezTo>
                <a:lnTo>
                  <a:pt x="110003" y="41434"/>
                </a:lnTo>
                <a:lnTo>
                  <a:pt x="110408" y="41494"/>
                </a:lnTo>
                <a:cubicBezTo>
                  <a:pt x="110431" y="41494"/>
                  <a:pt x="113003" y="41863"/>
                  <a:pt x="115527" y="43185"/>
                </a:cubicBezTo>
                <a:cubicBezTo>
                  <a:pt x="118873" y="44935"/>
                  <a:pt x="120552" y="48923"/>
                  <a:pt x="120552" y="52102"/>
                </a:cubicBezTo>
                <a:lnTo>
                  <a:pt x="120552" y="108633"/>
                </a:lnTo>
                <a:cubicBezTo>
                  <a:pt x="120552" y="111812"/>
                  <a:pt x="118861" y="115801"/>
                  <a:pt x="115527" y="117539"/>
                </a:cubicBezTo>
                <a:cubicBezTo>
                  <a:pt x="112991" y="118872"/>
                  <a:pt x="110420" y="119241"/>
                  <a:pt x="110408" y="119241"/>
                </a:cubicBezTo>
                <a:lnTo>
                  <a:pt x="110003" y="119301"/>
                </a:lnTo>
                <a:lnTo>
                  <a:pt x="110003" y="119611"/>
                </a:lnTo>
                <a:cubicBezTo>
                  <a:pt x="110003" y="122825"/>
                  <a:pt x="108645" y="125099"/>
                  <a:pt x="105955" y="126397"/>
                </a:cubicBezTo>
                <a:cubicBezTo>
                  <a:pt x="103883" y="127397"/>
                  <a:pt x="101728" y="127445"/>
                  <a:pt x="101311" y="127445"/>
                </a:cubicBezTo>
                <a:lnTo>
                  <a:pt x="101252" y="127445"/>
                </a:lnTo>
                <a:lnTo>
                  <a:pt x="100740" y="127421"/>
                </a:lnTo>
                <a:lnTo>
                  <a:pt x="100740" y="127814"/>
                </a:lnTo>
                <a:cubicBezTo>
                  <a:pt x="100740" y="131934"/>
                  <a:pt x="98966" y="134898"/>
                  <a:pt x="95453" y="136613"/>
                </a:cubicBezTo>
                <a:cubicBezTo>
                  <a:pt x="92620" y="138006"/>
                  <a:pt x="89357" y="138196"/>
                  <a:pt x="87679" y="138196"/>
                </a:cubicBezTo>
                <a:cubicBezTo>
                  <a:pt x="87036" y="138196"/>
                  <a:pt x="86643" y="138172"/>
                  <a:pt x="86643" y="138172"/>
                </a:cubicBezTo>
                <a:lnTo>
                  <a:pt x="86107" y="138125"/>
                </a:lnTo>
                <a:lnTo>
                  <a:pt x="86107" y="138541"/>
                </a:lnTo>
                <a:cubicBezTo>
                  <a:pt x="86107" y="142744"/>
                  <a:pt x="79308" y="146150"/>
                  <a:pt x="72951" y="147935"/>
                </a:cubicBezTo>
                <a:cubicBezTo>
                  <a:pt x="69200" y="148995"/>
                  <a:pt x="67474" y="150567"/>
                  <a:pt x="66759" y="151495"/>
                </a:cubicBezTo>
                <a:cubicBezTo>
                  <a:pt x="66045" y="150567"/>
                  <a:pt x="64319" y="148995"/>
                  <a:pt x="60568" y="147935"/>
                </a:cubicBezTo>
                <a:cubicBezTo>
                  <a:pt x="54198" y="146150"/>
                  <a:pt x="47412" y="142744"/>
                  <a:pt x="47412" y="138541"/>
                </a:cubicBezTo>
                <a:lnTo>
                  <a:pt x="47412" y="138125"/>
                </a:lnTo>
                <a:lnTo>
                  <a:pt x="46876" y="138172"/>
                </a:lnTo>
                <a:cubicBezTo>
                  <a:pt x="46876" y="138172"/>
                  <a:pt x="46483" y="138196"/>
                  <a:pt x="45852" y="138196"/>
                </a:cubicBezTo>
                <a:cubicBezTo>
                  <a:pt x="44173" y="138196"/>
                  <a:pt x="40911" y="137994"/>
                  <a:pt x="38065" y="136589"/>
                </a:cubicBezTo>
                <a:cubicBezTo>
                  <a:pt x="34577" y="134886"/>
                  <a:pt x="32791" y="131922"/>
                  <a:pt x="32791" y="127802"/>
                </a:cubicBezTo>
                <a:lnTo>
                  <a:pt x="32791" y="127409"/>
                </a:lnTo>
                <a:lnTo>
                  <a:pt x="32279" y="127421"/>
                </a:lnTo>
                <a:lnTo>
                  <a:pt x="32219" y="127421"/>
                </a:lnTo>
                <a:cubicBezTo>
                  <a:pt x="31326" y="127421"/>
                  <a:pt x="23528" y="127207"/>
                  <a:pt x="23528" y="119599"/>
                </a:cubicBezTo>
                <a:lnTo>
                  <a:pt x="23528" y="119289"/>
                </a:lnTo>
                <a:lnTo>
                  <a:pt x="23123" y="119230"/>
                </a:lnTo>
                <a:cubicBezTo>
                  <a:pt x="23099" y="119230"/>
                  <a:pt x="20527" y="118849"/>
                  <a:pt x="18003" y="117527"/>
                </a:cubicBezTo>
                <a:cubicBezTo>
                  <a:pt x="14658" y="115789"/>
                  <a:pt x="12979" y="111800"/>
                  <a:pt x="12979" y="108609"/>
                </a:cubicBezTo>
                <a:lnTo>
                  <a:pt x="12979" y="52102"/>
                </a:lnTo>
                <a:cubicBezTo>
                  <a:pt x="12979" y="48923"/>
                  <a:pt x="14669" y="44935"/>
                  <a:pt x="18003" y="43185"/>
                </a:cubicBezTo>
                <a:cubicBezTo>
                  <a:pt x="20539" y="41863"/>
                  <a:pt x="23111" y="41494"/>
                  <a:pt x="23123" y="41494"/>
                </a:cubicBezTo>
                <a:lnTo>
                  <a:pt x="23528" y="41434"/>
                </a:lnTo>
                <a:lnTo>
                  <a:pt x="23528" y="41125"/>
                </a:lnTo>
                <a:cubicBezTo>
                  <a:pt x="23528" y="33517"/>
                  <a:pt x="31326" y="33290"/>
                  <a:pt x="32219" y="33290"/>
                </a:cubicBezTo>
                <a:lnTo>
                  <a:pt x="32279" y="33290"/>
                </a:lnTo>
                <a:lnTo>
                  <a:pt x="32791" y="33302"/>
                </a:lnTo>
                <a:lnTo>
                  <a:pt x="32791" y="32921"/>
                </a:lnTo>
                <a:cubicBezTo>
                  <a:pt x="32791" y="28802"/>
                  <a:pt x="34553" y="25837"/>
                  <a:pt x="38065" y="24123"/>
                </a:cubicBezTo>
                <a:cubicBezTo>
                  <a:pt x="40911" y="22730"/>
                  <a:pt x="44173" y="22527"/>
                  <a:pt x="45852" y="22527"/>
                </a:cubicBezTo>
                <a:cubicBezTo>
                  <a:pt x="46495" y="22527"/>
                  <a:pt x="46876" y="22563"/>
                  <a:pt x="46876" y="22563"/>
                </a:cubicBezTo>
                <a:lnTo>
                  <a:pt x="47412" y="22611"/>
                </a:lnTo>
                <a:lnTo>
                  <a:pt x="47412" y="22194"/>
                </a:lnTo>
                <a:cubicBezTo>
                  <a:pt x="47412" y="17991"/>
                  <a:pt x="54222" y="14586"/>
                  <a:pt x="60568" y="12800"/>
                </a:cubicBezTo>
                <a:cubicBezTo>
                  <a:pt x="64319" y="11740"/>
                  <a:pt x="66045" y="10169"/>
                  <a:pt x="66759" y="9240"/>
                </a:cubicBezTo>
                <a:close/>
                <a:moveTo>
                  <a:pt x="1" y="1"/>
                </a:moveTo>
                <a:lnTo>
                  <a:pt x="1" y="160735"/>
                </a:lnTo>
                <a:lnTo>
                  <a:pt x="133506" y="160735"/>
                </a:lnTo>
                <a:lnTo>
                  <a:pt x="133506" y="1"/>
                </a:lnTo>
                <a:close/>
              </a:path>
            </a:pathLst>
          </a:custGeom>
          <a:gradFill>
            <a:gsLst>
              <a:gs pos="0">
                <a:schemeClr val="accent6"/>
              </a:gs>
              <a:gs pos="100000">
                <a:srgbClr val="FEEADB"/>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8"/>
          <p:cNvSpPr/>
          <p:nvPr/>
        </p:nvSpPr>
        <p:spPr>
          <a:xfrm>
            <a:off x="978276" y="256036"/>
            <a:ext cx="1842042" cy="2443511"/>
          </a:xfrm>
          <a:custGeom>
            <a:avLst/>
            <a:gdLst/>
            <a:ahLst/>
            <a:cxnLst/>
            <a:rect l="l" t="t" r="r" b="b"/>
            <a:pathLst>
              <a:path w="109098" h="144721" extrusionOk="0">
                <a:moveTo>
                  <a:pt x="54519" y="2322"/>
                </a:moveTo>
                <a:cubicBezTo>
                  <a:pt x="55484" y="3299"/>
                  <a:pt x="57306" y="4585"/>
                  <a:pt x="60508" y="5501"/>
                </a:cubicBezTo>
                <a:cubicBezTo>
                  <a:pt x="66319" y="7132"/>
                  <a:pt x="73117" y="10395"/>
                  <a:pt x="73117" y="14169"/>
                </a:cubicBezTo>
                <a:lnTo>
                  <a:pt x="73117" y="15395"/>
                </a:lnTo>
                <a:lnTo>
                  <a:pt x="74462" y="15288"/>
                </a:lnTo>
                <a:cubicBezTo>
                  <a:pt x="74462" y="15288"/>
                  <a:pt x="74832" y="15264"/>
                  <a:pt x="75427" y="15264"/>
                </a:cubicBezTo>
                <a:cubicBezTo>
                  <a:pt x="77046" y="15264"/>
                  <a:pt x="80177" y="15455"/>
                  <a:pt x="82880" y="16776"/>
                </a:cubicBezTo>
                <a:cubicBezTo>
                  <a:pt x="86119" y="18360"/>
                  <a:pt x="87750" y="21098"/>
                  <a:pt x="87750" y="24908"/>
                </a:cubicBezTo>
                <a:lnTo>
                  <a:pt x="87750" y="26051"/>
                </a:lnTo>
                <a:lnTo>
                  <a:pt x="89000" y="26016"/>
                </a:lnTo>
                <a:lnTo>
                  <a:pt x="89048" y="26016"/>
                </a:lnTo>
                <a:cubicBezTo>
                  <a:pt x="89441" y="26016"/>
                  <a:pt x="91476" y="26063"/>
                  <a:pt x="93393" y="27004"/>
                </a:cubicBezTo>
                <a:cubicBezTo>
                  <a:pt x="95787" y="28159"/>
                  <a:pt x="97001" y="30219"/>
                  <a:pt x="97001" y="33100"/>
                </a:cubicBezTo>
                <a:lnTo>
                  <a:pt x="97001" y="34076"/>
                </a:lnTo>
                <a:lnTo>
                  <a:pt x="98037" y="34219"/>
                </a:lnTo>
                <a:cubicBezTo>
                  <a:pt x="98049" y="34231"/>
                  <a:pt x="100525" y="34588"/>
                  <a:pt x="102918" y="35838"/>
                </a:cubicBezTo>
                <a:cubicBezTo>
                  <a:pt x="106109" y="37505"/>
                  <a:pt x="107562" y="41291"/>
                  <a:pt x="107562" y="44101"/>
                </a:cubicBezTo>
                <a:lnTo>
                  <a:pt x="107562" y="100632"/>
                </a:lnTo>
                <a:cubicBezTo>
                  <a:pt x="107562" y="103442"/>
                  <a:pt x="106109" y="107216"/>
                  <a:pt x="102918" y="108883"/>
                </a:cubicBezTo>
                <a:cubicBezTo>
                  <a:pt x="100525" y="110133"/>
                  <a:pt x="98073" y="110514"/>
                  <a:pt x="98037" y="110514"/>
                </a:cubicBezTo>
                <a:lnTo>
                  <a:pt x="97001" y="110657"/>
                </a:lnTo>
                <a:lnTo>
                  <a:pt x="97001" y="111621"/>
                </a:lnTo>
                <a:cubicBezTo>
                  <a:pt x="97001" y="114574"/>
                  <a:pt x="95822" y="116563"/>
                  <a:pt x="93381" y="117741"/>
                </a:cubicBezTo>
                <a:cubicBezTo>
                  <a:pt x="91465" y="118670"/>
                  <a:pt x="89452" y="118706"/>
                  <a:pt x="89060" y="118706"/>
                </a:cubicBezTo>
                <a:lnTo>
                  <a:pt x="87774" y="118682"/>
                </a:lnTo>
                <a:lnTo>
                  <a:pt x="87774" y="119825"/>
                </a:lnTo>
                <a:cubicBezTo>
                  <a:pt x="87774" y="123635"/>
                  <a:pt x="86131" y="126373"/>
                  <a:pt x="82904" y="127957"/>
                </a:cubicBezTo>
                <a:cubicBezTo>
                  <a:pt x="80189" y="129278"/>
                  <a:pt x="77070" y="129469"/>
                  <a:pt x="75451" y="129469"/>
                </a:cubicBezTo>
                <a:cubicBezTo>
                  <a:pt x="74867" y="129469"/>
                  <a:pt x="74498" y="129445"/>
                  <a:pt x="74474" y="129445"/>
                </a:cubicBezTo>
                <a:lnTo>
                  <a:pt x="73141" y="129338"/>
                </a:lnTo>
                <a:lnTo>
                  <a:pt x="73141" y="130552"/>
                </a:lnTo>
                <a:cubicBezTo>
                  <a:pt x="73141" y="134339"/>
                  <a:pt x="66342" y="137601"/>
                  <a:pt x="60520" y="139232"/>
                </a:cubicBezTo>
                <a:cubicBezTo>
                  <a:pt x="57317" y="140137"/>
                  <a:pt x="55520" y="141435"/>
                  <a:pt x="54531" y="142399"/>
                </a:cubicBezTo>
                <a:cubicBezTo>
                  <a:pt x="53567" y="141435"/>
                  <a:pt x="51757" y="140137"/>
                  <a:pt x="48554" y="139232"/>
                </a:cubicBezTo>
                <a:cubicBezTo>
                  <a:pt x="42732" y="137601"/>
                  <a:pt x="35934" y="134339"/>
                  <a:pt x="35934" y="130552"/>
                </a:cubicBezTo>
                <a:lnTo>
                  <a:pt x="35934" y="129338"/>
                </a:lnTo>
                <a:lnTo>
                  <a:pt x="34588" y="129445"/>
                </a:lnTo>
                <a:cubicBezTo>
                  <a:pt x="34565" y="129445"/>
                  <a:pt x="34207" y="129469"/>
                  <a:pt x="33624" y="129469"/>
                </a:cubicBezTo>
                <a:cubicBezTo>
                  <a:pt x="32005" y="129469"/>
                  <a:pt x="28873" y="129278"/>
                  <a:pt x="26171" y="127957"/>
                </a:cubicBezTo>
                <a:cubicBezTo>
                  <a:pt x="22932" y="126373"/>
                  <a:pt x="21301" y="123635"/>
                  <a:pt x="21301" y="119825"/>
                </a:cubicBezTo>
                <a:lnTo>
                  <a:pt x="21301" y="118682"/>
                </a:lnTo>
                <a:lnTo>
                  <a:pt x="20051" y="118706"/>
                </a:lnTo>
                <a:lnTo>
                  <a:pt x="20003" y="118706"/>
                </a:lnTo>
                <a:cubicBezTo>
                  <a:pt x="19622" y="118706"/>
                  <a:pt x="17574" y="118670"/>
                  <a:pt x="15657" y="117729"/>
                </a:cubicBezTo>
                <a:cubicBezTo>
                  <a:pt x="13264" y="116563"/>
                  <a:pt x="12062" y="114515"/>
                  <a:pt x="12062" y="111621"/>
                </a:cubicBezTo>
                <a:lnTo>
                  <a:pt x="12062" y="110657"/>
                </a:lnTo>
                <a:lnTo>
                  <a:pt x="11014" y="110514"/>
                </a:lnTo>
                <a:cubicBezTo>
                  <a:pt x="10990" y="110490"/>
                  <a:pt x="8526" y="110133"/>
                  <a:pt x="6132" y="108883"/>
                </a:cubicBezTo>
                <a:cubicBezTo>
                  <a:pt x="2954" y="107216"/>
                  <a:pt x="1489" y="103442"/>
                  <a:pt x="1489" y="100632"/>
                </a:cubicBezTo>
                <a:lnTo>
                  <a:pt x="1489" y="44101"/>
                </a:lnTo>
                <a:cubicBezTo>
                  <a:pt x="1489" y="41291"/>
                  <a:pt x="2954" y="37505"/>
                  <a:pt x="6132" y="35838"/>
                </a:cubicBezTo>
                <a:cubicBezTo>
                  <a:pt x="8514" y="34588"/>
                  <a:pt x="10990" y="34219"/>
                  <a:pt x="11014" y="34219"/>
                </a:cubicBezTo>
                <a:lnTo>
                  <a:pt x="12062" y="34076"/>
                </a:lnTo>
                <a:lnTo>
                  <a:pt x="12062" y="33100"/>
                </a:lnTo>
                <a:cubicBezTo>
                  <a:pt x="12062" y="30219"/>
                  <a:pt x="13276" y="28159"/>
                  <a:pt x="15657" y="27004"/>
                </a:cubicBezTo>
                <a:cubicBezTo>
                  <a:pt x="17586" y="26063"/>
                  <a:pt x="19622" y="26016"/>
                  <a:pt x="20003" y="26016"/>
                </a:cubicBezTo>
                <a:lnTo>
                  <a:pt x="21301" y="26051"/>
                </a:lnTo>
                <a:lnTo>
                  <a:pt x="21301" y="24908"/>
                </a:lnTo>
                <a:cubicBezTo>
                  <a:pt x="21301" y="21098"/>
                  <a:pt x="22944" y="18360"/>
                  <a:pt x="26171" y="16776"/>
                </a:cubicBezTo>
                <a:cubicBezTo>
                  <a:pt x="28873" y="15455"/>
                  <a:pt x="32005" y="15264"/>
                  <a:pt x="33624" y="15264"/>
                </a:cubicBezTo>
                <a:cubicBezTo>
                  <a:pt x="34219" y="15264"/>
                  <a:pt x="34588" y="15288"/>
                  <a:pt x="34588" y="15288"/>
                </a:cubicBezTo>
                <a:lnTo>
                  <a:pt x="35934" y="15395"/>
                </a:lnTo>
                <a:lnTo>
                  <a:pt x="35934" y="14169"/>
                </a:lnTo>
                <a:cubicBezTo>
                  <a:pt x="35934" y="10395"/>
                  <a:pt x="42732" y="7132"/>
                  <a:pt x="48554" y="5501"/>
                </a:cubicBezTo>
                <a:cubicBezTo>
                  <a:pt x="51757" y="4608"/>
                  <a:pt x="53567" y="3299"/>
                  <a:pt x="54519" y="2322"/>
                </a:cubicBezTo>
                <a:close/>
                <a:moveTo>
                  <a:pt x="54555" y="1"/>
                </a:moveTo>
                <a:lnTo>
                  <a:pt x="53972" y="751"/>
                </a:lnTo>
                <a:cubicBezTo>
                  <a:pt x="53341" y="1548"/>
                  <a:pt x="51769" y="3037"/>
                  <a:pt x="48162" y="4049"/>
                </a:cubicBezTo>
                <a:cubicBezTo>
                  <a:pt x="45030" y="4930"/>
                  <a:pt x="34922" y="8204"/>
                  <a:pt x="34469" y="13764"/>
                </a:cubicBezTo>
                <a:cubicBezTo>
                  <a:pt x="34279" y="13764"/>
                  <a:pt x="33993" y="13752"/>
                  <a:pt x="33624" y="13752"/>
                </a:cubicBezTo>
                <a:cubicBezTo>
                  <a:pt x="31886" y="13752"/>
                  <a:pt x="28492" y="13979"/>
                  <a:pt x="25516" y="15431"/>
                </a:cubicBezTo>
                <a:cubicBezTo>
                  <a:pt x="21837" y="17241"/>
                  <a:pt x="19920" y="20301"/>
                  <a:pt x="19813" y="24539"/>
                </a:cubicBezTo>
                <a:cubicBezTo>
                  <a:pt x="19086" y="24563"/>
                  <a:pt x="16991" y="24694"/>
                  <a:pt x="14991" y="25670"/>
                </a:cubicBezTo>
                <a:cubicBezTo>
                  <a:pt x="13026" y="26647"/>
                  <a:pt x="10693" y="28647"/>
                  <a:pt x="10574" y="32790"/>
                </a:cubicBezTo>
                <a:cubicBezTo>
                  <a:pt x="9859" y="32909"/>
                  <a:pt x="7656" y="33374"/>
                  <a:pt x="5430" y="34517"/>
                </a:cubicBezTo>
                <a:cubicBezTo>
                  <a:pt x="1703" y="36469"/>
                  <a:pt x="1" y="40863"/>
                  <a:pt x="1" y="44101"/>
                </a:cubicBezTo>
                <a:lnTo>
                  <a:pt x="1" y="100632"/>
                </a:lnTo>
                <a:cubicBezTo>
                  <a:pt x="1" y="103882"/>
                  <a:pt x="1703" y="108264"/>
                  <a:pt x="5430" y="110217"/>
                </a:cubicBezTo>
                <a:cubicBezTo>
                  <a:pt x="7656" y="111360"/>
                  <a:pt x="9859" y="111824"/>
                  <a:pt x="10574" y="111943"/>
                </a:cubicBezTo>
                <a:cubicBezTo>
                  <a:pt x="10693" y="116074"/>
                  <a:pt x="13026" y="118087"/>
                  <a:pt x="14991" y="119051"/>
                </a:cubicBezTo>
                <a:cubicBezTo>
                  <a:pt x="16991" y="120015"/>
                  <a:pt x="19086" y="120170"/>
                  <a:pt x="19813" y="120182"/>
                </a:cubicBezTo>
                <a:cubicBezTo>
                  <a:pt x="19908" y="124444"/>
                  <a:pt x="21825" y="127492"/>
                  <a:pt x="25504" y="129290"/>
                </a:cubicBezTo>
                <a:cubicBezTo>
                  <a:pt x="28481" y="130755"/>
                  <a:pt x="31850" y="130969"/>
                  <a:pt x="33612" y="130969"/>
                </a:cubicBezTo>
                <a:cubicBezTo>
                  <a:pt x="33981" y="130969"/>
                  <a:pt x="34267" y="130969"/>
                  <a:pt x="34457" y="130957"/>
                </a:cubicBezTo>
                <a:cubicBezTo>
                  <a:pt x="34910" y="136505"/>
                  <a:pt x="45006" y="139804"/>
                  <a:pt x="48150" y="140673"/>
                </a:cubicBezTo>
                <a:cubicBezTo>
                  <a:pt x="51757" y="141685"/>
                  <a:pt x="53329" y="143173"/>
                  <a:pt x="53960" y="143983"/>
                </a:cubicBezTo>
                <a:lnTo>
                  <a:pt x="54531" y="144721"/>
                </a:lnTo>
                <a:lnTo>
                  <a:pt x="55127" y="143983"/>
                </a:lnTo>
                <a:cubicBezTo>
                  <a:pt x="55758" y="143173"/>
                  <a:pt x="57329" y="141685"/>
                  <a:pt x="60937" y="140673"/>
                </a:cubicBezTo>
                <a:cubicBezTo>
                  <a:pt x="64080" y="139804"/>
                  <a:pt x="74177" y="136529"/>
                  <a:pt x="74629" y="130957"/>
                </a:cubicBezTo>
                <a:cubicBezTo>
                  <a:pt x="74832" y="130957"/>
                  <a:pt x="75117" y="130969"/>
                  <a:pt x="75474" y="130969"/>
                </a:cubicBezTo>
                <a:cubicBezTo>
                  <a:pt x="77213" y="130969"/>
                  <a:pt x="80606" y="130755"/>
                  <a:pt x="83583" y="129290"/>
                </a:cubicBezTo>
                <a:cubicBezTo>
                  <a:pt x="87262" y="127492"/>
                  <a:pt x="89179" y="124421"/>
                  <a:pt x="89286" y="120182"/>
                </a:cubicBezTo>
                <a:cubicBezTo>
                  <a:pt x="90000" y="120170"/>
                  <a:pt x="92072" y="120015"/>
                  <a:pt x="94060" y="119063"/>
                </a:cubicBezTo>
                <a:cubicBezTo>
                  <a:pt x="96894" y="117717"/>
                  <a:pt x="98442" y="115241"/>
                  <a:pt x="98525" y="111943"/>
                </a:cubicBezTo>
                <a:cubicBezTo>
                  <a:pt x="99263" y="111824"/>
                  <a:pt x="101466" y="111360"/>
                  <a:pt x="103668" y="110217"/>
                </a:cubicBezTo>
                <a:cubicBezTo>
                  <a:pt x="107395" y="108264"/>
                  <a:pt x="109098" y="103871"/>
                  <a:pt x="109098" y="100632"/>
                </a:cubicBezTo>
                <a:lnTo>
                  <a:pt x="109098" y="44101"/>
                </a:lnTo>
                <a:cubicBezTo>
                  <a:pt x="109098" y="40839"/>
                  <a:pt x="107395" y="36469"/>
                  <a:pt x="103668" y="34517"/>
                </a:cubicBezTo>
                <a:cubicBezTo>
                  <a:pt x="101442" y="33374"/>
                  <a:pt x="99239" y="32909"/>
                  <a:pt x="98525" y="32790"/>
                </a:cubicBezTo>
                <a:cubicBezTo>
                  <a:pt x="98406" y="28647"/>
                  <a:pt x="96072" y="26647"/>
                  <a:pt x="94108" y="25670"/>
                </a:cubicBezTo>
                <a:cubicBezTo>
                  <a:pt x="92108" y="24706"/>
                  <a:pt x="90012" y="24563"/>
                  <a:pt x="89286" y="24539"/>
                </a:cubicBezTo>
                <a:cubicBezTo>
                  <a:pt x="89179" y="20301"/>
                  <a:pt x="87262" y="17241"/>
                  <a:pt x="83583" y="15431"/>
                </a:cubicBezTo>
                <a:cubicBezTo>
                  <a:pt x="80606" y="13979"/>
                  <a:pt x="77225" y="13752"/>
                  <a:pt x="75474" y="13752"/>
                </a:cubicBezTo>
                <a:cubicBezTo>
                  <a:pt x="75105" y="13752"/>
                  <a:pt x="74820" y="13752"/>
                  <a:pt x="74629" y="13764"/>
                </a:cubicBezTo>
                <a:cubicBezTo>
                  <a:pt x="74177" y="8216"/>
                  <a:pt x="64080" y="4942"/>
                  <a:pt x="60937" y="4049"/>
                </a:cubicBezTo>
                <a:cubicBezTo>
                  <a:pt x="57329" y="3037"/>
                  <a:pt x="55758" y="1548"/>
                  <a:pt x="55127" y="751"/>
                </a:cubicBezTo>
                <a:lnTo>
                  <a:pt x="54555" y="1"/>
                </a:lnTo>
                <a:close/>
              </a:path>
            </a:pathLst>
          </a:custGeom>
          <a:gradFill>
            <a:gsLst>
              <a:gs pos="0">
                <a:srgbClr val="E69138"/>
              </a:gs>
              <a:gs pos="50000">
                <a:srgbClr val="FFF2CC"/>
              </a:gs>
              <a:gs pos="100000">
                <a:srgbClr val="E69138"/>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8"/>
          <p:cNvSpPr txBox="1">
            <a:spLocks noGrp="1"/>
          </p:cNvSpPr>
          <p:nvPr>
            <p:ph type="title"/>
          </p:nvPr>
        </p:nvSpPr>
        <p:spPr>
          <a:xfrm>
            <a:off x="3121805" y="256036"/>
            <a:ext cx="4983468" cy="572700"/>
          </a:xfrm>
          <a:prstGeom prst="rect">
            <a:avLst/>
          </a:prstGeom>
        </p:spPr>
        <p:txBody>
          <a:bodyPr spcFirstLastPara="1" wrap="square" lIns="91425" tIns="91425" rIns="91425" bIns="91425" anchor="t" anchorCtr="0">
            <a:noAutofit/>
          </a:bodyPr>
          <a:lstStyle/>
          <a:p>
            <a:pPr lvl="0"/>
            <a:r>
              <a:rPr lang="en" sz="2000" dirty="0">
                <a:solidFill>
                  <a:schemeClr val="tx1"/>
                </a:solidFill>
              </a:rPr>
              <a:t>Pembagian Hadits Berdasaran </a:t>
            </a:r>
            <a:r>
              <a:rPr lang="id-ID" sz="2000" dirty="0">
                <a:solidFill>
                  <a:schemeClr val="tx1"/>
                </a:solidFill>
              </a:rPr>
              <a:t>K</a:t>
            </a:r>
            <a:r>
              <a:rPr lang="en" sz="2000" dirty="0">
                <a:solidFill>
                  <a:schemeClr val="tx1"/>
                </a:solidFill>
              </a:rPr>
              <a:t>ua</a:t>
            </a:r>
            <a:r>
              <a:rPr lang="id-ID" sz="2000" dirty="0">
                <a:solidFill>
                  <a:schemeClr val="tx1"/>
                </a:solidFill>
              </a:rPr>
              <a:t>ntitas</a:t>
            </a:r>
            <a:r>
              <a:rPr lang="en" sz="2000" dirty="0">
                <a:solidFill>
                  <a:schemeClr val="tx1"/>
                </a:solidFill>
              </a:rPr>
              <a:t> </a:t>
            </a:r>
            <a:r>
              <a:rPr lang="id-ID" sz="2000" dirty="0">
                <a:solidFill>
                  <a:schemeClr val="tx1"/>
                </a:solidFill>
              </a:rPr>
              <a:t>Sanad</a:t>
            </a:r>
            <a:endParaRPr sz="2000" dirty="0">
              <a:solidFill>
                <a:schemeClr val="tx1"/>
              </a:solidFill>
            </a:endParaRPr>
          </a:p>
        </p:txBody>
      </p:sp>
      <p:sp>
        <p:nvSpPr>
          <p:cNvPr id="1886" name="Google Shape;1886;p48"/>
          <p:cNvSpPr txBox="1">
            <a:spLocks noGrp="1"/>
          </p:cNvSpPr>
          <p:nvPr>
            <p:ph type="body" idx="1"/>
          </p:nvPr>
        </p:nvSpPr>
        <p:spPr>
          <a:xfrm>
            <a:off x="2967047" y="896466"/>
            <a:ext cx="5072123" cy="3444179"/>
          </a:xfrm>
          <a:prstGeom prst="rect">
            <a:avLst/>
          </a:prstGeom>
        </p:spPr>
        <p:txBody>
          <a:bodyPr spcFirstLastPara="1" wrap="square" lIns="91425" tIns="91425" rIns="91425" bIns="91425" anchor="t" anchorCtr="0">
            <a:noAutofit/>
          </a:bodyPr>
          <a:lstStyle/>
          <a:p>
            <a:pPr lvl="0">
              <a:lnSpc>
                <a:spcPct val="150000"/>
              </a:lnSpc>
              <a:buFont typeface="Arial" panose="020B0604020202020204" pitchFamily="34" charset="0"/>
              <a:buChar char="•"/>
            </a:pPr>
            <a:r>
              <a:rPr lang="id-ID" dirty="0"/>
              <a:t>Gharib Nisbi,Yaitu hadis yang diriwayatkan oleh lebih dari seorang perawi pada asal sanad,namun dipertengahan sanadnya terdapat tingkatan yang perawinya hanya sendiri.</a:t>
            </a:r>
          </a:p>
          <a:p>
            <a:pPr marL="139700" indent="0">
              <a:lnSpc>
                <a:spcPct val="150000"/>
              </a:lnSpc>
              <a:buNone/>
            </a:pPr>
            <a:r>
              <a:rPr lang="id-ID" dirty="0"/>
              <a:t>Contohya: Hadits Malik dari az-Zuhri dari Anas radhiyallahu ‘anhu:</a:t>
            </a:r>
          </a:p>
          <a:p>
            <a:pPr marL="139700" indent="0">
              <a:lnSpc>
                <a:spcPct val="150000"/>
              </a:lnSpc>
              <a:buNone/>
            </a:pPr>
            <a:r>
              <a:rPr lang="id-ID" dirty="0"/>
              <a:t> </a:t>
            </a:r>
          </a:p>
          <a:p>
            <a:pPr marL="139700" indent="0">
              <a:lnSpc>
                <a:spcPct val="150000"/>
              </a:lnSpc>
              <a:buNone/>
            </a:pPr>
            <a:r>
              <a:rPr lang="id-ID" dirty="0"/>
              <a:t>أن النبي صَلَّى اللَّهُ عَلَيْهِ وَسَلَّمَ دَخَلَ مَكَّةَ وَعَلَى رَأْسِهِ الْمِغْفَرُ</a:t>
            </a:r>
          </a:p>
          <a:p>
            <a:pPr marL="139700" indent="0">
              <a:lnSpc>
                <a:spcPct val="150000"/>
              </a:lnSpc>
              <a:buNone/>
            </a:pPr>
            <a:r>
              <a:rPr lang="id-ID" dirty="0"/>
              <a:t> </a:t>
            </a:r>
          </a:p>
          <a:p>
            <a:pPr marL="139700" indent="0">
              <a:lnSpc>
                <a:spcPct val="150000"/>
              </a:lnSpc>
              <a:buNone/>
            </a:pPr>
            <a:r>
              <a:rPr lang="en-US" dirty="0"/>
              <a:t>“</a:t>
            </a:r>
            <a:r>
              <a:rPr lang="id-ID" dirty="0"/>
              <a:t>Bahwa Nabi shallallahu ‘alaihi wasallam masuk kota Makkah dengan mengenakan topi baju besi di kepalanya.” HR. Bukhari.</a:t>
            </a:r>
          </a:p>
        </p:txBody>
      </p:sp>
      <p:grpSp>
        <p:nvGrpSpPr>
          <p:cNvPr id="1887" name="Google Shape;1887;p48"/>
          <p:cNvGrpSpPr/>
          <p:nvPr/>
        </p:nvGrpSpPr>
        <p:grpSpPr>
          <a:xfrm>
            <a:off x="-1281154" y="-896044"/>
            <a:ext cx="2565009" cy="1800573"/>
            <a:chOff x="1074165" y="1907849"/>
            <a:chExt cx="1594361" cy="931299"/>
          </a:xfrm>
        </p:grpSpPr>
        <p:sp>
          <p:nvSpPr>
            <p:cNvPr id="1888" name="Google Shape;1888;p48"/>
            <p:cNvSpPr/>
            <p:nvPr/>
          </p:nvSpPr>
          <p:spPr>
            <a:xfrm rot="5400000">
              <a:off x="1409776" y="1585895"/>
              <a:ext cx="922805" cy="1575360"/>
            </a:xfrm>
            <a:custGeom>
              <a:avLst/>
              <a:gdLst/>
              <a:ahLst/>
              <a:cxnLst/>
              <a:rect l="l" t="t" r="r" b="b"/>
              <a:pathLst>
                <a:path w="65950" h="112586" extrusionOk="0">
                  <a:moveTo>
                    <a:pt x="32969" y="0"/>
                  </a:moveTo>
                  <a:cubicBezTo>
                    <a:pt x="32517" y="726"/>
                    <a:pt x="31481" y="1976"/>
                    <a:pt x="29171" y="2810"/>
                  </a:cubicBezTo>
                  <a:cubicBezTo>
                    <a:pt x="25278" y="4227"/>
                    <a:pt x="21111" y="6918"/>
                    <a:pt x="21111" y="10227"/>
                  </a:cubicBezTo>
                  <a:lnTo>
                    <a:pt x="21111" y="10561"/>
                  </a:lnTo>
                  <a:lnTo>
                    <a:pt x="20777" y="10525"/>
                  </a:lnTo>
                  <a:cubicBezTo>
                    <a:pt x="20765" y="10525"/>
                    <a:pt x="20527" y="10501"/>
                    <a:pt x="20134" y="10501"/>
                  </a:cubicBezTo>
                  <a:cubicBezTo>
                    <a:pt x="19098" y="10501"/>
                    <a:pt x="17098" y="10668"/>
                    <a:pt x="15360" y="11763"/>
                  </a:cubicBezTo>
                  <a:cubicBezTo>
                    <a:pt x="13217" y="13121"/>
                    <a:pt x="12133" y="15466"/>
                    <a:pt x="12133" y="18729"/>
                  </a:cubicBezTo>
                  <a:lnTo>
                    <a:pt x="12133" y="19038"/>
                  </a:lnTo>
                  <a:lnTo>
                    <a:pt x="11824" y="19026"/>
                  </a:lnTo>
                  <a:lnTo>
                    <a:pt x="11788" y="19026"/>
                  </a:lnTo>
                  <a:cubicBezTo>
                    <a:pt x="11240" y="19026"/>
                    <a:pt x="6466" y="19193"/>
                    <a:pt x="6466" y="25217"/>
                  </a:cubicBezTo>
                  <a:lnTo>
                    <a:pt x="6466" y="25467"/>
                  </a:lnTo>
                  <a:lnTo>
                    <a:pt x="6228" y="25515"/>
                  </a:lnTo>
                  <a:cubicBezTo>
                    <a:pt x="6216" y="25515"/>
                    <a:pt x="4632" y="25813"/>
                    <a:pt x="3084" y="26860"/>
                  </a:cubicBezTo>
                  <a:cubicBezTo>
                    <a:pt x="1049" y="28242"/>
                    <a:pt x="1" y="30218"/>
                    <a:pt x="1" y="32730"/>
                  </a:cubicBezTo>
                  <a:lnTo>
                    <a:pt x="1" y="79843"/>
                  </a:lnTo>
                  <a:cubicBezTo>
                    <a:pt x="1" y="82355"/>
                    <a:pt x="1025" y="84332"/>
                    <a:pt x="3084" y="85713"/>
                  </a:cubicBezTo>
                  <a:cubicBezTo>
                    <a:pt x="4632" y="86761"/>
                    <a:pt x="6216" y="87058"/>
                    <a:pt x="6228" y="87058"/>
                  </a:cubicBezTo>
                  <a:lnTo>
                    <a:pt x="6466" y="87106"/>
                  </a:lnTo>
                  <a:lnTo>
                    <a:pt x="6466" y="87356"/>
                  </a:lnTo>
                  <a:cubicBezTo>
                    <a:pt x="6466" y="93369"/>
                    <a:pt x="11240" y="93547"/>
                    <a:pt x="11788" y="93547"/>
                  </a:cubicBezTo>
                  <a:lnTo>
                    <a:pt x="11824" y="93547"/>
                  </a:lnTo>
                  <a:lnTo>
                    <a:pt x="12133" y="93535"/>
                  </a:lnTo>
                  <a:lnTo>
                    <a:pt x="12133" y="93845"/>
                  </a:lnTo>
                  <a:cubicBezTo>
                    <a:pt x="12133" y="97107"/>
                    <a:pt x="13217" y="99453"/>
                    <a:pt x="15360" y="100810"/>
                  </a:cubicBezTo>
                  <a:cubicBezTo>
                    <a:pt x="17098" y="101905"/>
                    <a:pt x="19098" y="102072"/>
                    <a:pt x="20134" y="102072"/>
                  </a:cubicBezTo>
                  <a:cubicBezTo>
                    <a:pt x="20539" y="102072"/>
                    <a:pt x="20777" y="102048"/>
                    <a:pt x="20777" y="102048"/>
                  </a:cubicBezTo>
                  <a:lnTo>
                    <a:pt x="21111" y="102013"/>
                  </a:lnTo>
                  <a:lnTo>
                    <a:pt x="21111" y="102346"/>
                  </a:lnTo>
                  <a:cubicBezTo>
                    <a:pt x="21111" y="105644"/>
                    <a:pt x="25278" y="108359"/>
                    <a:pt x="29171" y="109764"/>
                  </a:cubicBezTo>
                  <a:cubicBezTo>
                    <a:pt x="31481" y="110597"/>
                    <a:pt x="32517" y="111847"/>
                    <a:pt x="32969" y="112585"/>
                  </a:cubicBezTo>
                  <a:cubicBezTo>
                    <a:pt x="33410" y="111847"/>
                    <a:pt x="34457" y="110597"/>
                    <a:pt x="36779" y="109775"/>
                  </a:cubicBezTo>
                  <a:cubicBezTo>
                    <a:pt x="40684" y="108359"/>
                    <a:pt x="44852" y="105668"/>
                    <a:pt x="44852" y="102346"/>
                  </a:cubicBezTo>
                  <a:lnTo>
                    <a:pt x="44852" y="102013"/>
                  </a:lnTo>
                  <a:lnTo>
                    <a:pt x="45173" y="102048"/>
                  </a:lnTo>
                  <a:cubicBezTo>
                    <a:pt x="45185" y="102048"/>
                    <a:pt x="45423" y="102072"/>
                    <a:pt x="45816" y="102072"/>
                  </a:cubicBezTo>
                  <a:cubicBezTo>
                    <a:pt x="46852" y="102072"/>
                    <a:pt x="48852" y="101917"/>
                    <a:pt x="50590" y="100810"/>
                  </a:cubicBezTo>
                  <a:cubicBezTo>
                    <a:pt x="52734" y="99453"/>
                    <a:pt x="53817" y="97107"/>
                    <a:pt x="53817" y="93845"/>
                  </a:cubicBezTo>
                  <a:lnTo>
                    <a:pt x="53817" y="93535"/>
                  </a:lnTo>
                  <a:lnTo>
                    <a:pt x="54138" y="93547"/>
                  </a:lnTo>
                  <a:lnTo>
                    <a:pt x="54162" y="93547"/>
                  </a:lnTo>
                  <a:cubicBezTo>
                    <a:pt x="54412" y="93547"/>
                    <a:pt x="55746" y="93500"/>
                    <a:pt x="57008" y="92714"/>
                  </a:cubicBezTo>
                  <a:cubicBezTo>
                    <a:pt x="58663" y="91690"/>
                    <a:pt x="59496" y="89880"/>
                    <a:pt x="59496" y="87344"/>
                  </a:cubicBezTo>
                  <a:lnTo>
                    <a:pt x="59496" y="87082"/>
                  </a:lnTo>
                  <a:lnTo>
                    <a:pt x="59734" y="87046"/>
                  </a:lnTo>
                  <a:cubicBezTo>
                    <a:pt x="59746" y="87046"/>
                    <a:pt x="61318" y="86749"/>
                    <a:pt x="62866" y="85701"/>
                  </a:cubicBezTo>
                  <a:cubicBezTo>
                    <a:pt x="64914" y="84320"/>
                    <a:pt x="65949" y="82343"/>
                    <a:pt x="65949" y="79819"/>
                  </a:cubicBezTo>
                  <a:lnTo>
                    <a:pt x="65949" y="32730"/>
                  </a:lnTo>
                  <a:cubicBezTo>
                    <a:pt x="65949" y="30218"/>
                    <a:pt x="64914" y="28242"/>
                    <a:pt x="62854" y="26860"/>
                  </a:cubicBezTo>
                  <a:cubicBezTo>
                    <a:pt x="61306" y="25813"/>
                    <a:pt x="59723" y="25515"/>
                    <a:pt x="59711" y="25515"/>
                  </a:cubicBezTo>
                  <a:lnTo>
                    <a:pt x="59472" y="25467"/>
                  </a:lnTo>
                  <a:lnTo>
                    <a:pt x="59472" y="25217"/>
                  </a:lnTo>
                  <a:cubicBezTo>
                    <a:pt x="59472" y="19205"/>
                    <a:pt x="54698" y="19026"/>
                    <a:pt x="54150" y="19026"/>
                  </a:cubicBezTo>
                  <a:lnTo>
                    <a:pt x="54115" y="19026"/>
                  </a:lnTo>
                  <a:lnTo>
                    <a:pt x="53805" y="19038"/>
                  </a:lnTo>
                  <a:lnTo>
                    <a:pt x="53805" y="18729"/>
                  </a:lnTo>
                  <a:cubicBezTo>
                    <a:pt x="53805" y="15466"/>
                    <a:pt x="52722" y="13121"/>
                    <a:pt x="50579" y="11763"/>
                  </a:cubicBezTo>
                  <a:cubicBezTo>
                    <a:pt x="48828" y="10668"/>
                    <a:pt x="46840" y="10501"/>
                    <a:pt x="45792" y="10501"/>
                  </a:cubicBezTo>
                  <a:cubicBezTo>
                    <a:pt x="45399" y="10501"/>
                    <a:pt x="45161" y="10525"/>
                    <a:pt x="45161" y="10525"/>
                  </a:cubicBezTo>
                  <a:lnTo>
                    <a:pt x="44828" y="10561"/>
                  </a:lnTo>
                  <a:lnTo>
                    <a:pt x="44828" y="10227"/>
                  </a:lnTo>
                  <a:cubicBezTo>
                    <a:pt x="44828" y="6929"/>
                    <a:pt x="40661" y="4227"/>
                    <a:pt x="36767" y="2810"/>
                  </a:cubicBezTo>
                  <a:cubicBezTo>
                    <a:pt x="34457" y="1976"/>
                    <a:pt x="33410" y="726"/>
                    <a:pt x="32969" y="0"/>
                  </a:cubicBezTo>
                  <a:close/>
                </a:path>
              </a:pathLst>
            </a:custGeom>
            <a:gradFill>
              <a:gsLst>
                <a:gs pos="0">
                  <a:schemeClr val="accent3"/>
                </a:gs>
                <a:gs pos="100000">
                  <a:schemeClr val="accent4"/>
                </a:gs>
              </a:gsLst>
              <a:lin ang="5400700" scaled="0"/>
            </a:gradFill>
            <a:ln>
              <a:noFill/>
            </a:ln>
            <a:effectLst>
              <a:outerShdw blurRad="128588" dist="19050" dir="5400000" algn="bl" rotWithShape="0">
                <a:srgbClr val="C87434">
                  <a:alpha val="5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8"/>
            <p:cNvSpPr/>
            <p:nvPr/>
          </p:nvSpPr>
          <p:spPr>
            <a:xfrm rot="5400000">
              <a:off x="1405696" y="1576318"/>
              <a:ext cx="931299" cy="1594361"/>
            </a:xfrm>
            <a:custGeom>
              <a:avLst/>
              <a:gdLst/>
              <a:ahLst/>
              <a:cxnLst/>
              <a:rect l="l" t="t" r="r" b="b"/>
              <a:pathLst>
                <a:path w="66557" h="113944" extrusionOk="0">
                  <a:moveTo>
                    <a:pt x="33290" y="2132"/>
                  </a:moveTo>
                  <a:cubicBezTo>
                    <a:pt x="33993" y="2870"/>
                    <a:pt x="35076" y="3703"/>
                    <a:pt x="36779" y="4311"/>
                  </a:cubicBezTo>
                  <a:cubicBezTo>
                    <a:pt x="40231" y="5561"/>
                    <a:pt x="44268" y="8049"/>
                    <a:pt x="44268" y="10907"/>
                  </a:cubicBezTo>
                  <a:lnTo>
                    <a:pt x="44268" y="12228"/>
                  </a:lnTo>
                  <a:lnTo>
                    <a:pt x="45577" y="12097"/>
                  </a:lnTo>
                  <a:cubicBezTo>
                    <a:pt x="45577" y="12097"/>
                    <a:pt x="45780" y="12085"/>
                    <a:pt x="46113" y="12085"/>
                  </a:cubicBezTo>
                  <a:cubicBezTo>
                    <a:pt x="47042" y="12085"/>
                    <a:pt x="48852" y="12228"/>
                    <a:pt x="50411" y="13216"/>
                  </a:cubicBezTo>
                  <a:cubicBezTo>
                    <a:pt x="52281" y="14395"/>
                    <a:pt x="53233" y="16491"/>
                    <a:pt x="53233" y="19420"/>
                  </a:cubicBezTo>
                  <a:lnTo>
                    <a:pt x="53233" y="20658"/>
                  </a:lnTo>
                  <a:lnTo>
                    <a:pt x="54471" y="20610"/>
                  </a:lnTo>
                  <a:cubicBezTo>
                    <a:pt x="54602" y="20610"/>
                    <a:pt x="55769" y="20622"/>
                    <a:pt x="56853" y="21313"/>
                  </a:cubicBezTo>
                  <a:cubicBezTo>
                    <a:pt x="58222" y="22158"/>
                    <a:pt x="58912" y="23706"/>
                    <a:pt x="58912" y="25920"/>
                  </a:cubicBezTo>
                  <a:lnTo>
                    <a:pt x="58912" y="26920"/>
                  </a:lnTo>
                  <a:lnTo>
                    <a:pt x="59889" y="27099"/>
                  </a:lnTo>
                  <a:cubicBezTo>
                    <a:pt x="60115" y="27147"/>
                    <a:pt x="65377" y="28183"/>
                    <a:pt x="65377" y="33445"/>
                  </a:cubicBezTo>
                  <a:lnTo>
                    <a:pt x="65377" y="80510"/>
                  </a:lnTo>
                  <a:lnTo>
                    <a:pt x="65366" y="80510"/>
                  </a:lnTo>
                  <a:cubicBezTo>
                    <a:pt x="65366" y="85773"/>
                    <a:pt x="60103" y="86809"/>
                    <a:pt x="59877" y="86856"/>
                  </a:cubicBezTo>
                  <a:lnTo>
                    <a:pt x="58912" y="87035"/>
                  </a:lnTo>
                  <a:lnTo>
                    <a:pt x="58912" y="88035"/>
                  </a:lnTo>
                  <a:cubicBezTo>
                    <a:pt x="58912" y="90250"/>
                    <a:pt x="58222" y="91797"/>
                    <a:pt x="56853" y="92643"/>
                  </a:cubicBezTo>
                  <a:cubicBezTo>
                    <a:pt x="55769" y="93310"/>
                    <a:pt x="54602" y="93345"/>
                    <a:pt x="54471" y="93345"/>
                  </a:cubicBezTo>
                  <a:lnTo>
                    <a:pt x="53245" y="93298"/>
                  </a:lnTo>
                  <a:lnTo>
                    <a:pt x="53245" y="94536"/>
                  </a:lnTo>
                  <a:cubicBezTo>
                    <a:pt x="53245" y="97465"/>
                    <a:pt x="52292" y="99560"/>
                    <a:pt x="50423" y="100739"/>
                  </a:cubicBezTo>
                  <a:cubicBezTo>
                    <a:pt x="48875" y="101727"/>
                    <a:pt x="47054" y="101870"/>
                    <a:pt x="46125" y="101870"/>
                  </a:cubicBezTo>
                  <a:cubicBezTo>
                    <a:pt x="45780" y="101870"/>
                    <a:pt x="45589" y="101858"/>
                    <a:pt x="45565" y="101858"/>
                  </a:cubicBezTo>
                  <a:lnTo>
                    <a:pt x="44256" y="101727"/>
                  </a:lnTo>
                  <a:lnTo>
                    <a:pt x="44256" y="103037"/>
                  </a:lnTo>
                  <a:cubicBezTo>
                    <a:pt x="44256" y="105894"/>
                    <a:pt x="40231" y="108371"/>
                    <a:pt x="36779" y="109621"/>
                  </a:cubicBezTo>
                  <a:cubicBezTo>
                    <a:pt x="35076" y="110240"/>
                    <a:pt x="33981" y="111074"/>
                    <a:pt x="33290" y="111812"/>
                  </a:cubicBezTo>
                  <a:cubicBezTo>
                    <a:pt x="32588" y="111074"/>
                    <a:pt x="31504" y="110240"/>
                    <a:pt x="29813" y="109621"/>
                  </a:cubicBezTo>
                  <a:cubicBezTo>
                    <a:pt x="26361" y="108371"/>
                    <a:pt x="22324" y="105894"/>
                    <a:pt x="22324" y="103037"/>
                  </a:cubicBezTo>
                  <a:lnTo>
                    <a:pt x="22324" y="101703"/>
                  </a:lnTo>
                  <a:lnTo>
                    <a:pt x="21015" y="101846"/>
                  </a:lnTo>
                  <a:cubicBezTo>
                    <a:pt x="21015" y="101846"/>
                    <a:pt x="20800" y="101858"/>
                    <a:pt x="20479" y="101858"/>
                  </a:cubicBezTo>
                  <a:cubicBezTo>
                    <a:pt x="19538" y="101858"/>
                    <a:pt x="17741" y="101703"/>
                    <a:pt x="16181" y="100727"/>
                  </a:cubicBezTo>
                  <a:cubicBezTo>
                    <a:pt x="14300" y="99548"/>
                    <a:pt x="13347" y="97453"/>
                    <a:pt x="13347" y="94524"/>
                  </a:cubicBezTo>
                  <a:lnTo>
                    <a:pt x="13347" y="93286"/>
                  </a:lnTo>
                  <a:lnTo>
                    <a:pt x="12109" y="93333"/>
                  </a:lnTo>
                  <a:cubicBezTo>
                    <a:pt x="11978" y="93333"/>
                    <a:pt x="10823" y="93310"/>
                    <a:pt x="9728" y="92631"/>
                  </a:cubicBezTo>
                  <a:cubicBezTo>
                    <a:pt x="8358" y="91786"/>
                    <a:pt x="7680" y="90238"/>
                    <a:pt x="7680" y="88011"/>
                  </a:cubicBezTo>
                  <a:lnTo>
                    <a:pt x="7680" y="87023"/>
                  </a:lnTo>
                  <a:lnTo>
                    <a:pt x="6692" y="86844"/>
                  </a:lnTo>
                  <a:cubicBezTo>
                    <a:pt x="6477" y="86797"/>
                    <a:pt x="1203" y="85749"/>
                    <a:pt x="1203" y="80498"/>
                  </a:cubicBezTo>
                  <a:lnTo>
                    <a:pt x="1203" y="33421"/>
                  </a:lnTo>
                  <a:cubicBezTo>
                    <a:pt x="1203" y="28171"/>
                    <a:pt x="6477" y="27135"/>
                    <a:pt x="6692" y="27087"/>
                  </a:cubicBezTo>
                  <a:lnTo>
                    <a:pt x="7668" y="26909"/>
                  </a:lnTo>
                  <a:lnTo>
                    <a:pt x="7668" y="25908"/>
                  </a:lnTo>
                  <a:cubicBezTo>
                    <a:pt x="7668" y="23694"/>
                    <a:pt x="8346" y="22146"/>
                    <a:pt x="9716" y="21301"/>
                  </a:cubicBezTo>
                  <a:cubicBezTo>
                    <a:pt x="10799" y="20622"/>
                    <a:pt x="11966" y="20598"/>
                    <a:pt x="12097" y="20598"/>
                  </a:cubicBezTo>
                  <a:lnTo>
                    <a:pt x="13335" y="20646"/>
                  </a:lnTo>
                  <a:lnTo>
                    <a:pt x="13335" y="19408"/>
                  </a:lnTo>
                  <a:cubicBezTo>
                    <a:pt x="13335" y="16479"/>
                    <a:pt x="14288" y="14371"/>
                    <a:pt x="16157" y="13204"/>
                  </a:cubicBezTo>
                  <a:cubicBezTo>
                    <a:pt x="17717" y="12216"/>
                    <a:pt x="19526" y="12073"/>
                    <a:pt x="20467" y="12073"/>
                  </a:cubicBezTo>
                  <a:cubicBezTo>
                    <a:pt x="20812" y="12073"/>
                    <a:pt x="21003" y="12085"/>
                    <a:pt x="21015" y="12085"/>
                  </a:cubicBezTo>
                  <a:lnTo>
                    <a:pt x="22324" y="12216"/>
                  </a:lnTo>
                  <a:lnTo>
                    <a:pt x="22324" y="10907"/>
                  </a:lnTo>
                  <a:cubicBezTo>
                    <a:pt x="22324" y="8049"/>
                    <a:pt x="26361" y="5561"/>
                    <a:pt x="29813" y="4311"/>
                  </a:cubicBezTo>
                  <a:cubicBezTo>
                    <a:pt x="31504" y="3703"/>
                    <a:pt x="32611" y="2870"/>
                    <a:pt x="33290" y="2132"/>
                  </a:cubicBezTo>
                  <a:close/>
                  <a:moveTo>
                    <a:pt x="33278" y="0"/>
                  </a:moveTo>
                  <a:cubicBezTo>
                    <a:pt x="33278" y="0"/>
                    <a:pt x="32635" y="2025"/>
                    <a:pt x="29373" y="3215"/>
                  </a:cubicBezTo>
                  <a:cubicBezTo>
                    <a:pt x="26134" y="4394"/>
                    <a:pt x="21122" y="7085"/>
                    <a:pt x="21122" y="10918"/>
                  </a:cubicBezTo>
                  <a:cubicBezTo>
                    <a:pt x="21122" y="10918"/>
                    <a:pt x="20879" y="10893"/>
                    <a:pt x="20473" y="10893"/>
                  </a:cubicBezTo>
                  <a:cubicBezTo>
                    <a:pt x="18410" y="10893"/>
                    <a:pt x="12145" y="11542"/>
                    <a:pt x="12145" y="19420"/>
                  </a:cubicBezTo>
                  <a:cubicBezTo>
                    <a:pt x="12145" y="19420"/>
                    <a:pt x="12130" y="19419"/>
                    <a:pt x="12102" y="19419"/>
                  </a:cubicBezTo>
                  <a:cubicBezTo>
                    <a:pt x="11583" y="19419"/>
                    <a:pt x="6477" y="19580"/>
                    <a:pt x="6477" y="25908"/>
                  </a:cubicBezTo>
                  <a:cubicBezTo>
                    <a:pt x="6477" y="25908"/>
                    <a:pt x="0" y="27075"/>
                    <a:pt x="0" y="33421"/>
                  </a:cubicBezTo>
                  <a:lnTo>
                    <a:pt x="0" y="80510"/>
                  </a:lnTo>
                  <a:cubicBezTo>
                    <a:pt x="0" y="86868"/>
                    <a:pt x="6477" y="88035"/>
                    <a:pt x="6477" y="88035"/>
                  </a:cubicBezTo>
                  <a:cubicBezTo>
                    <a:pt x="6477" y="94364"/>
                    <a:pt x="11583" y="94524"/>
                    <a:pt x="12102" y="94524"/>
                  </a:cubicBezTo>
                  <a:cubicBezTo>
                    <a:pt x="12130" y="94524"/>
                    <a:pt x="12145" y="94524"/>
                    <a:pt x="12145" y="94524"/>
                  </a:cubicBezTo>
                  <a:cubicBezTo>
                    <a:pt x="12145" y="102380"/>
                    <a:pt x="18361" y="103040"/>
                    <a:pt x="20448" y="103040"/>
                  </a:cubicBezTo>
                  <a:cubicBezTo>
                    <a:pt x="20869" y="103040"/>
                    <a:pt x="21122" y="103013"/>
                    <a:pt x="21122" y="103013"/>
                  </a:cubicBezTo>
                  <a:cubicBezTo>
                    <a:pt x="21122" y="106859"/>
                    <a:pt x="26134" y="109550"/>
                    <a:pt x="29373" y="110728"/>
                  </a:cubicBezTo>
                  <a:cubicBezTo>
                    <a:pt x="32623" y="111907"/>
                    <a:pt x="33278" y="113943"/>
                    <a:pt x="33278" y="113943"/>
                  </a:cubicBezTo>
                  <a:cubicBezTo>
                    <a:pt x="33278" y="113943"/>
                    <a:pt x="33933" y="111919"/>
                    <a:pt x="37172" y="110728"/>
                  </a:cubicBezTo>
                  <a:cubicBezTo>
                    <a:pt x="40422" y="109550"/>
                    <a:pt x="45434" y="106859"/>
                    <a:pt x="45434" y="103013"/>
                  </a:cubicBezTo>
                  <a:cubicBezTo>
                    <a:pt x="45434" y="103013"/>
                    <a:pt x="45683" y="103039"/>
                    <a:pt x="46097" y="103039"/>
                  </a:cubicBezTo>
                  <a:cubicBezTo>
                    <a:pt x="48172" y="103039"/>
                    <a:pt x="54412" y="102385"/>
                    <a:pt x="54412" y="94524"/>
                  </a:cubicBezTo>
                  <a:cubicBezTo>
                    <a:pt x="54412" y="94524"/>
                    <a:pt x="54426" y="94524"/>
                    <a:pt x="54454" y="94524"/>
                  </a:cubicBezTo>
                  <a:cubicBezTo>
                    <a:pt x="54973" y="94524"/>
                    <a:pt x="60079" y="94364"/>
                    <a:pt x="60079" y="88035"/>
                  </a:cubicBezTo>
                  <a:cubicBezTo>
                    <a:pt x="60079" y="88035"/>
                    <a:pt x="66556" y="86868"/>
                    <a:pt x="66556" y="80510"/>
                  </a:cubicBezTo>
                  <a:lnTo>
                    <a:pt x="66556" y="33421"/>
                  </a:lnTo>
                  <a:cubicBezTo>
                    <a:pt x="66556" y="27075"/>
                    <a:pt x="60079" y="25908"/>
                    <a:pt x="60079" y="25908"/>
                  </a:cubicBezTo>
                  <a:cubicBezTo>
                    <a:pt x="60079" y="19580"/>
                    <a:pt x="54973" y="19419"/>
                    <a:pt x="54454" y="19419"/>
                  </a:cubicBezTo>
                  <a:cubicBezTo>
                    <a:pt x="54426" y="19419"/>
                    <a:pt x="54412" y="19420"/>
                    <a:pt x="54412" y="19420"/>
                  </a:cubicBezTo>
                  <a:cubicBezTo>
                    <a:pt x="54412" y="11551"/>
                    <a:pt x="48193" y="10892"/>
                    <a:pt x="46107" y="10892"/>
                  </a:cubicBezTo>
                  <a:cubicBezTo>
                    <a:pt x="45687" y="10892"/>
                    <a:pt x="45434" y="10918"/>
                    <a:pt x="45434" y="10918"/>
                  </a:cubicBezTo>
                  <a:cubicBezTo>
                    <a:pt x="45434" y="7085"/>
                    <a:pt x="40422" y="4394"/>
                    <a:pt x="37183" y="3215"/>
                  </a:cubicBezTo>
                  <a:cubicBezTo>
                    <a:pt x="33933" y="2036"/>
                    <a:pt x="33278" y="0"/>
                    <a:pt x="33278" y="0"/>
                  </a:cubicBezTo>
                  <a:close/>
                </a:path>
              </a:pathLst>
            </a:custGeom>
            <a:gradFill>
              <a:gsLst>
                <a:gs pos="0">
                  <a:srgbClr val="E69138"/>
                </a:gs>
                <a:gs pos="100000">
                  <a:srgbClr val="FFD966"/>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111406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27"/>
          <p:cNvSpPr txBox="1">
            <a:spLocks noGrp="1"/>
          </p:cNvSpPr>
          <p:nvPr>
            <p:ph type="title"/>
          </p:nvPr>
        </p:nvSpPr>
        <p:spPr>
          <a:xfrm>
            <a:off x="713225" y="360397"/>
            <a:ext cx="7732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id-ID" dirty="0"/>
              <a:t>R</a:t>
            </a:r>
            <a:r>
              <a:rPr lang="en-US" dirty="0" err="1"/>
              <a:t>eferensi</a:t>
            </a:r>
            <a:endParaRPr dirty="0"/>
          </a:p>
        </p:txBody>
      </p:sp>
      <p:sp>
        <p:nvSpPr>
          <p:cNvPr id="1106" name="Google Shape;1106;p27"/>
          <p:cNvSpPr txBox="1">
            <a:spLocks noGrp="1"/>
          </p:cNvSpPr>
          <p:nvPr>
            <p:ph type="body" idx="1"/>
          </p:nvPr>
        </p:nvSpPr>
        <p:spPr>
          <a:xfrm>
            <a:off x="720000" y="1124926"/>
            <a:ext cx="7725900" cy="3487200"/>
          </a:xfrm>
          <a:prstGeom prst="rect">
            <a:avLst/>
          </a:prstGeom>
        </p:spPr>
        <p:txBody>
          <a:bodyPr spcFirstLastPara="1" wrap="square" lIns="91425" tIns="91425" rIns="91425" bIns="91425" anchor="t" anchorCtr="0">
            <a:noAutofit/>
          </a:bodyPr>
          <a:lstStyle/>
          <a:p>
            <a:pPr marL="0" lvl="0" indent="0">
              <a:lnSpc>
                <a:spcPct val="150000"/>
              </a:lnSpc>
              <a:buNone/>
            </a:pPr>
            <a:r>
              <a:rPr lang="id-ID" sz="1200" dirty="0">
                <a:solidFill>
                  <a:srgbClr val="000000"/>
                </a:solidFill>
                <a:hlinkClick r:id="rId3"/>
              </a:rPr>
              <a:t>https://sumbar.kemenag.go.id/v2/post/1952/pengertian-kedudukan-dan-fungsi-hadits.html</a:t>
            </a:r>
            <a:endParaRPr lang="en-US" sz="1200" dirty="0">
              <a:solidFill>
                <a:srgbClr val="000000"/>
              </a:solidFill>
            </a:endParaRPr>
          </a:p>
          <a:p>
            <a:pPr marL="0" lvl="0" indent="0">
              <a:lnSpc>
                <a:spcPct val="150000"/>
              </a:lnSpc>
              <a:buNone/>
            </a:pPr>
            <a:r>
              <a:rPr lang="en-US" sz="1200" dirty="0">
                <a:solidFill>
                  <a:srgbClr val="000000"/>
                </a:solidFill>
                <a:hlinkClick r:id="rId4"/>
              </a:rPr>
              <a:t>https://umma.id/channel/answer/post/apa-itu-pengertian-perawi-hadist-758828</a:t>
            </a:r>
            <a:endParaRPr lang="en-US" sz="1200" dirty="0">
              <a:solidFill>
                <a:srgbClr val="000000"/>
              </a:solidFill>
            </a:endParaRPr>
          </a:p>
          <a:p>
            <a:pPr marL="0" lvl="0" indent="0">
              <a:lnSpc>
                <a:spcPct val="150000"/>
              </a:lnSpc>
              <a:buNone/>
            </a:pPr>
            <a:r>
              <a:rPr lang="en-US" sz="1200" dirty="0">
                <a:solidFill>
                  <a:srgbClr val="000000"/>
                </a:solidFill>
                <a:hlinkClick r:id="rId5"/>
              </a:rPr>
              <a:t>https://www.academia.edu/38078372/PEMBAGIAN_HADITS_DARI_SEGI_KUANTITAS_DAN_KUALITAS_SANAD</a:t>
            </a:r>
            <a:endParaRPr lang="en-US" sz="1200" dirty="0">
              <a:solidFill>
                <a:srgbClr val="000000"/>
              </a:solidFill>
            </a:endParaRPr>
          </a:p>
          <a:p>
            <a:pPr marL="0" lvl="0" indent="0">
              <a:buNone/>
            </a:pPr>
            <a:endParaRPr lang="en-US" sz="1200" dirty="0">
              <a:solidFill>
                <a:srgbClr val="000000"/>
              </a:solidFill>
            </a:endParaRPr>
          </a:p>
          <a:p>
            <a:pPr marL="0" lvl="0" indent="0">
              <a:buNone/>
            </a:pPr>
            <a:endParaRPr lang="en-US" sz="1200" dirty="0">
              <a:solidFill>
                <a:srgbClr val="000000"/>
              </a:solidFill>
            </a:endParaRPr>
          </a:p>
          <a:p>
            <a:pPr marL="0" lvl="0" indent="0">
              <a:buNone/>
            </a:pPr>
            <a:endParaRPr lang="en-US" sz="1200" dirty="0">
              <a:solidFill>
                <a:srgbClr val="000000"/>
              </a:solidFill>
            </a:endParaRPr>
          </a:p>
          <a:p>
            <a:pPr marL="0" lvl="0" indent="0">
              <a:buNone/>
            </a:pPr>
            <a:endParaRPr sz="1200" dirty="0">
              <a:solidFill>
                <a:srgbClr val="0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2591"/>
        <p:cNvGrpSpPr/>
        <p:nvPr/>
      </p:nvGrpSpPr>
      <p:grpSpPr>
        <a:xfrm>
          <a:off x="0" y="0"/>
          <a:ext cx="0" cy="0"/>
          <a:chOff x="0" y="0"/>
          <a:chExt cx="0" cy="0"/>
        </a:xfrm>
      </p:grpSpPr>
      <p:sp>
        <p:nvSpPr>
          <p:cNvPr id="2" name="TextBox 1">
            <a:extLst>
              <a:ext uri="{FF2B5EF4-FFF2-40B4-BE49-F238E27FC236}">
                <a16:creationId xmlns:a16="http://schemas.microsoft.com/office/drawing/2014/main" id="{124B04F2-D627-46E6-A5DE-408285A11DB9}"/>
              </a:ext>
            </a:extLst>
          </p:cNvPr>
          <p:cNvSpPr txBox="1"/>
          <p:nvPr/>
        </p:nvSpPr>
        <p:spPr>
          <a:xfrm>
            <a:off x="3984977" y="2310140"/>
            <a:ext cx="3781778" cy="523220"/>
          </a:xfrm>
          <a:prstGeom prst="rect">
            <a:avLst/>
          </a:prstGeom>
          <a:noFill/>
        </p:spPr>
        <p:txBody>
          <a:bodyPr wrap="square" rtlCol="0">
            <a:spAutoFit/>
          </a:bodyPr>
          <a:lstStyle/>
          <a:p>
            <a:r>
              <a:rPr lang="id-ID" sz="2800" b="1" dirty="0">
                <a:solidFill>
                  <a:schemeClr val="bg1"/>
                </a:solidFill>
                <a:latin typeface="Sanches"/>
              </a:rPr>
              <a:t>SanKyu</a:t>
            </a:r>
          </a:p>
        </p:txBody>
      </p:sp>
      <p:sp>
        <p:nvSpPr>
          <p:cNvPr id="3" name="Rectangle 2">
            <a:extLst>
              <a:ext uri="{FF2B5EF4-FFF2-40B4-BE49-F238E27FC236}">
                <a16:creationId xmlns:a16="http://schemas.microsoft.com/office/drawing/2014/main" id="{F913DE54-1689-40EF-926D-85ED477D280F}"/>
              </a:ext>
            </a:extLst>
          </p:cNvPr>
          <p:cNvSpPr/>
          <p:nvPr/>
        </p:nvSpPr>
        <p:spPr>
          <a:xfrm>
            <a:off x="553156" y="-162276"/>
            <a:ext cx="2088444" cy="3932766"/>
          </a:xfrm>
          <a:prstGeom prst="rect">
            <a:avLst/>
          </a:prstGeom>
          <a:noFill/>
          <a:ln>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id-ID"/>
          </a:p>
        </p:txBody>
      </p:sp>
      <p:sp>
        <p:nvSpPr>
          <p:cNvPr id="5" name="Rectangle 4">
            <a:extLst>
              <a:ext uri="{FF2B5EF4-FFF2-40B4-BE49-F238E27FC236}">
                <a16:creationId xmlns:a16="http://schemas.microsoft.com/office/drawing/2014/main" id="{B81AE1F7-00B3-404D-9B33-AF65FE3439BC}"/>
              </a:ext>
            </a:extLst>
          </p:cNvPr>
          <p:cNvSpPr/>
          <p:nvPr/>
        </p:nvSpPr>
        <p:spPr>
          <a:xfrm>
            <a:off x="1806222" y="1418167"/>
            <a:ext cx="1016000" cy="3932766"/>
          </a:xfrm>
          <a:prstGeom prst="rect">
            <a:avLst/>
          </a:prstGeom>
          <a:noFill/>
          <a:ln>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id-ID"/>
          </a:p>
        </p:txBody>
      </p:sp>
      <p:sp>
        <p:nvSpPr>
          <p:cNvPr id="6" name="Rectangle 5">
            <a:extLst>
              <a:ext uri="{FF2B5EF4-FFF2-40B4-BE49-F238E27FC236}">
                <a16:creationId xmlns:a16="http://schemas.microsoft.com/office/drawing/2014/main" id="{F6384BE7-992D-47B4-B5C9-91F2875FFC1A}"/>
              </a:ext>
            </a:extLst>
          </p:cNvPr>
          <p:cNvSpPr/>
          <p:nvPr/>
        </p:nvSpPr>
        <p:spPr>
          <a:xfrm rot="16200000">
            <a:off x="443006" y="861358"/>
            <a:ext cx="2088444" cy="3539235"/>
          </a:xfrm>
          <a:prstGeom prst="rect">
            <a:avLst/>
          </a:prstGeom>
          <a:noFill/>
          <a:ln>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id-ID"/>
          </a:p>
        </p:txBody>
      </p:sp>
      <p:sp>
        <p:nvSpPr>
          <p:cNvPr id="7" name="Rectangle 6">
            <a:extLst>
              <a:ext uri="{FF2B5EF4-FFF2-40B4-BE49-F238E27FC236}">
                <a16:creationId xmlns:a16="http://schemas.microsoft.com/office/drawing/2014/main" id="{354C2C95-0F67-4A03-A574-25CFB555D74A}"/>
              </a:ext>
            </a:extLst>
          </p:cNvPr>
          <p:cNvSpPr/>
          <p:nvPr/>
        </p:nvSpPr>
        <p:spPr>
          <a:xfrm rot="16200000">
            <a:off x="4731103" y="-1468616"/>
            <a:ext cx="370417" cy="9832622"/>
          </a:xfrm>
          <a:prstGeom prst="rect">
            <a:avLst/>
          </a:prstGeom>
          <a:noFill/>
          <a:ln>
            <a:solidFill>
              <a:schemeClr val="accent1">
                <a:lumMod val="7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id-ID"/>
          </a:p>
        </p:txBody>
      </p:sp>
    </p:spTree>
  </p:cSld>
  <p:clrMapOvr>
    <a:masterClrMapping/>
  </p:clrMapOvr>
</p:sld>
</file>

<file path=ppt/theme/theme1.xml><?xml version="1.0" encoding="utf-8"?>
<a:theme xmlns:a="http://schemas.openxmlformats.org/drawingml/2006/main" name="Teaching Islamic Traditions by Slidesgo">
  <a:themeElements>
    <a:clrScheme name="Simple Light">
      <a:dk1>
        <a:srgbClr val="000000"/>
      </a:dk1>
      <a:lt1>
        <a:srgbClr val="FFFFFF"/>
      </a:lt1>
      <a:dk2>
        <a:srgbClr val="595959"/>
      </a:dk2>
      <a:lt2>
        <a:srgbClr val="EEEEEE"/>
      </a:lt2>
      <a:accent1>
        <a:srgbClr val="5F5681"/>
      </a:accent1>
      <a:accent2>
        <a:srgbClr val="60489D"/>
      </a:accent2>
      <a:accent3>
        <a:srgbClr val="35224F"/>
      </a:accent3>
      <a:accent4>
        <a:srgbClr val="C44E8F"/>
      </a:accent4>
      <a:accent5>
        <a:srgbClr val="F8D1AE"/>
      </a:accent5>
      <a:accent6>
        <a:srgbClr val="FFF7F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TotalTime>
  <Words>1359</Words>
  <Application>Microsoft Office PowerPoint</Application>
  <PresentationFormat>On-screen Show (16:9)</PresentationFormat>
  <Paragraphs>161</Paragraphs>
  <Slides>23</Slides>
  <Notes>23</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23</vt:i4>
      </vt:variant>
    </vt:vector>
  </HeadingPairs>
  <TitlesOfParts>
    <vt:vector size="34" baseType="lpstr">
      <vt:lpstr>Roboto</vt:lpstr>
      <vt:lpstr>Taviraj</vt:lpstr>
      <vt:lpstr>Proxima Nova</vt:lpstr>
      <vt:lpstr>Sanchez</vt:lpstr>
      <vt:lpstr>Sanches</vt:lpstr>
      <vt:lpstr>Wingdings</vt:lpstr>
      <vt:lpstr>Arial</vt:lpstr>
      <vt:lpstr>Kodchasan</vt:lpstr>
      <vt:lpstr>Proxima Nova Semibold</vt:lpstr>
      <vt:lpstr>Teaching Islamic Traditions by Slidesgo</vt:lpstr>
      <vt:lpstr>Slidesgo Final Pages</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Pembagian Hadits Berdasaran Kuantitas Sanad</vt:lpstr>
      <vt:lpstr>Referensi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“Pembagian Hadits Berdasaran Kuantitas Sanad”</dc:title>
  <cp:lastModifiedBy>Ansar Ryu</cp:lastModifiedBy>
  <cp:revision>19</cp:revision>
  <dcterms:modified xsi:type="dcterms:W3CDTF">2022-04-17T06:55:46Z</dcterms:modified>
</cp:coreProperties>
</file>